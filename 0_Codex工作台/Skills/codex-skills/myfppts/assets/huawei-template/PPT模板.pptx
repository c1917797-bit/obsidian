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.xml" ContentType="application/vnd.openxmlformats-officedocument.presentationml.notesSl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6.xml" ContentType="application/vnd.openxmlformats-officedocument.themeOverride+xml"/>
  <Override PartName="/ppt/charts/chart14.xml" ContentType="application/vnd.openxmlformats-officedocument.drawingml.chart+xml"/>
  <Override PartName="/ppt/theme/themeOverride7.xml" ContentType="application/vnd.openxmlformats-officedocument.themeOverride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charts/chart1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7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44"/>
  </p:notesMasterIdLst>
  <p:handoutMasterIdLst>
    <p:handoutMasterId r:id="rId45"/>
  </p:handoutMasterIdLst>
  <p:sldIdLst>
    <p:sldId id="2147483574" r:id="rId2"/>
    <p:sldId id="339" r:id="rId3"/>
    <p:sldId id="2147483560" r:id="rId4"/>
    <p:sldId id="2147483553" r:id="rId5"/>
    <p:sldId id="440" r:id="rId6"/>
    <p:sldId id="429" r:id="rId7"/>
    <p:sldId id="430" r:id="rId8"/>
    <p:sldId id="2147483563" r:id="rId9"/>
    <p:sldId id="306" r:id="rId10"/>
    <p:sldId id="356" r:id="rId11"/>
    <p:sldId id="2147483571" r:id="rId12"/>
    <p:sldId id="341" r:id="rId13"/>
    <p:sldId id="2147483573" r:id="rId14"/>
    <p:sldId id="2147482362" r:id="rId15"/>
    <p:sldId id="2147483164" r:id="rId16"/>
    <p:sldId id="2147482365" r:id="rId17"/>
    <p:sldId id="2147483167" r:id="rId18"/>
    <p:sldId id="2147483165" r:id="rId19"/>
    <p:sldId id="320" r:id="rId20"/>
    <p:sldId id="321" r:id="rId21"/>
    <p:sldId id="351" r:id="rId22"/>
    <p:sldId id="322" r:id="rId23"/>
    <p:sldId id="350" r:id="rId24"/>
    <p:sldId id="2147483564" r:id="rId25"/>
    <p:sldId id="354" r:id="rId26"/>
    <p:sldId id="348" r:id="rId27"/>
    <p:sldId id="2147483245" r:id="rId28"/>
    <p:sldId id="2147483168" r:id="rId29"/>
    <p:sldId id="2147482796" r:id="rId30"/>
    <p:sldId id="2147483005" r:id="rId31"/>
    <p:sldId id="344" r:id="rId32"/>
    <p:sldId id="2147483566" r:id="rId33"/>
    <p:sldId id="2147482889" r:id="rId34"/>
    <p:sldId id="2147483562" r:id="rId35"/>
    <p:sldId id="2147483565" r:id="rId36"/>
    <p:sldId id="328" r:id="rId37"/>
    <p:sldId id="326" r:id="rId38"/>
    <p:sldId id="2147483570" r:id="rId39"/>
    <p:sldId id="2147483567" r:id="rId40"/>
    <p:sldId id="2147483163" r:id="rId41"/>
    <p:sldId id="352" r:id="rId42"/>
    <p:sldId id="284" r:id="rId43"/>
  </p:sldIdLst>
  <p:sldSz cx="12196763" cy="6858000"/>
  <p:notesSz cx="6858000" cy="9144000"/>
  <p:custDataLst>
    <p:tags r:id="rId46"/>
  </p:custData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4428B637-F9F1-4564-B838-BCFD47EF4F3A}">
          <p14:sldIdLst/>
        </p14:section>
        <p14:section name="目录" id="{40E27D8A-2513-4A9C-B378-97B332FB3077}">
          <p14:sldIdLst>
            <p14:sldId id="2147483574"/>
            <p14:sldId id="339"/>
            <p14:sldId id="2147483560"/>
          </p14:sldIdLst>
        </p14:section>
        <p14:section name="第一部分：PPT写作基础" id="{6E325C61-A487-4442-BB9E-D38F45168F29}">
          <p14:sldIdLst>
            <p14:sldId id="2147483553"/>
            <p14:sldId id="440"/>
            <p14:sldId id="429"/>
            <p14:sldId id="430"/>
          </p14:sldIdLst>
        </p14:section>
        <p14:section name="第二部分：排版规范与布局" id="{C9886FF6-2F6E-4922-BB16-FB877AC05551}">
          <p14:sldIdLst>
            <p14:sldId id="2147483563"/>
          </p14:sldIdLst>
        </p14:section>
        <p14:section name="文本与段落样式" id="{B398AA04-30FA-4F08-8809-B93F33E8663F}">
          <p14:sldIdLst>
            <p14:sldId id="306"/>
          </p14:sldIdLst>
        </p14:section>
        <p14:section name="常用组件" id="{94D8B0AD-F92C-4179-90E0-C8022EEB2683}">
          <p14:sldIdLst>
            <p14:sldId id="356"/>
          </p14:sldIdLst>
        </p14:section>
        <p14:section name="建议配色" id="{E4656405-112A-4D45-98D5-26A4F64472FA}">
          <p14:sldIdLst>
            <p14:sldId id="2147483571"/>
            <p14:sldId id="341"/>
            <p14:sldId id="2147483573"/>
            <p14:sldId id="2147482362"/>
            <p14:sldId id="2147483164"/>
            <p14:sldId id="2147482365"/>
          </p14:sldIdLst>
        </p14:section>
        <p14:section name="表头风格" id="{796BB945-BE87-429E-B90C-5C87C9658180}">
          <p14:sldIdLst>
            <p14:sldId id="2147483167"/>
          </p14:sldIdLst>
        </p14:section>
        <p14:section name="页面布局" id="{4F1D27EB-1FCE-4755-8FE7-22DE67A8596F}">
          <p14:sldIdLst>
            <p14:sldId id="2147483165"/>
            <p14:sldId id="320"/>
            <p14:sldId id="321"/>
            <p14:sldId id="351"/>
            <p14:sldId id="322"/>
            <p14:sldId id="350"/>
          </p14:sldIdLst>
        </p14:section>
        <p14:section name="第三部分：页面类型" id="{C37106E0-92BC-4CFF-AC51-593518498238}">
          <p14:sldIdLst>
            <p14:sldId id="2147483564"/>
          </p14:sldIdLst>
        </p14:section>
        <p14:section name="图文页" id="{4D954ECD-848D-485B-A12C-A2F76BDC7E76}">
          <p14:sldIdLst>
            <p14:sldId id="354"/>
            <p14:sldId id="348"/>
            <p14:sldId id="2147483245"/>
          </p14:sldIdLst>
        </p14:section>
        <p14:section name="数据展示" id="{84BF9906-16A5-4E7E-9B4B-2DA7CC2B95B2}">
          <p14:sldIdLst>
            <p14:sldId id="2147483168"/>
            <p14:sldId id="2147482796"/>
          </p14:sldIdLst>
        </p14:section>
        <p14:section name="图表页" id="{C565398A-F8EF-4B6B-8712-91FF2D9927B0}">
          <p14:sldIdLst>
            <p14:sldId id="2147483005"/>
            <p14:sldId id="344"/>
            <p14:sldId id="2147483566"/>
            <p14:sldId id="2147482889"/>
            <p14:sldId id="2147483562"/>
            <p14:sldId id="2147483565"/>
          </p14:sldIdLst>
        </p14:section>
        <p14:section name="流程图" id="{F24A60CA-2CFB-40AE-B4F2-BEC1F7BAF07F}">
          <p14:sldIdLst>
            <p14:sldId id="328"/>
            <p14:sldId id="326"/>
            <p14:sldId id="2147483570"/>
          </p14:sldIdLst>
        </p14:section>
        <p14:section name="架构图" id="{DFB9C3D8-D57C-48FF-87BF-CA51D5CC17A0}">
          <p14:sldIdLst>
            <p14:sldId id="2147483567"/>
            <p14:sldId id="2147483163"/>
            <p14:sldId id="352"/>
            <p14:sldId id="284"/>
          </p14:sldIdLst>
        </p14:section>
        <p14:section name="总纲页&amp;特殊版式" id="{09FE6A13-BA2B-4E19-A094-11720FFDFBCE}">
          <p14:sldIdLst/>
        </p14:section>
        <p14:section name="结束页" id="{290A5C0E-EB6F-4A17-A249-2DDB2CAECBF0}">
          <p14:sldIdLst/>
        </p14:section>
        <p14:section name="附录" id="{5BE2A782-CB77-4612-9D8D-1AD6ACE07E9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326" userDrawn="1">
          <p15:clr>
            <a:srgbClr val="A4A3A4"/>
          </p15:clr>
        </p15:guide>
        <p15:guide id="3" pos="7357" userDrawn="1">
          <p15:clr>
            <a:srgbClr val="A4A3A4"/>
          </p15:clr>
        </p15:guide>
        <p15:guide id="13" orient="horz" pos="391" userDrawn="1">
          <p15:clr>
            <a:srgbClr val="A4A3A4"/>
          </p15:clr>
        </p15:guide>
        <p15:guide id="14" pos="4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FAF0F0"/>
    <a:srgbClr val="212155"/>
    <a:srgbClr val="E09E7A"/>
    <a:srgbClr val="B4B4B4"/>
    <a:srgbClr val="C9C9C9"/>
    <a:srgbClr val="DDDDDD"/>
    <a:srgbClr val="F2F2F2"/>
    <a:srgbClr val="FFFFFF"/>
    <a:srgbClr val="A0A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826" autoAdjust="0"/>
  </p:normalViewPr>
  <p:slideViewPr>
    <p:cSldViewPr snapToGrid="0" snapToObjects="1">
      <p:cViewPr varScale="1">
        <p:scale>
          <a:sx n="113" d="100"/>
          <a:sy n="113" d="100"/>
        </p:scale>
        <p:origin x="672" y="102"/>
      </p:cViewPr>
      <p:guideLst>
        <p:guide orient="horz" pos="3952"/>
        <p:guide pos="326"/>
        <p:guide pos="7357"/>
        <p:guide orient="horz" pos="391"/>
        <p:guide pos="4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1_MyDesktop\&#32463;&#33829;&#31649;&#29702;\7&#26376;&#32463;&#33829;&#20998;&#26512;&#20250;\&#25910;&#20837;&#39044;&#27979;&#22270;&#31034;&#35814;&#32454;&#25968;&#25454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7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Sheet1!$G$17</c:f>
              <c:strCache>
                <c:ptCount val="1"/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Sheet1!$G$18:$G$29</c:f>
              <c:numCache>
                <c:formatCode>General</c:formatCode>
                <c:ptCount val="12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2.8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F0-46CB-87F9-25D198C6DDE0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机房</c:v>
                </c:pt>
              </c:strCache>
            </c:strRef>
          </c:tx>
          <c:spPr>
            <a:solidFill>
              <a:srgbClr val="D53C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Sheet1!$H$18:$H$29</c:f>
              <c:numCache>
                <c:formatCode>0.0</c:formatCode>
                <c:ptCount val="12"/>
                <c:pt idx="0">
                  <c:v>4.5486309502850828</c:v>
                </c:pt>
                <c:pt idx="1">
                  <c:v>5.1720674705506067</c:v>
                </c:pt>
                <c:pt idx="2">
                  <c:v>3.9579367202281421</c:v>
                </c:pt>
                <c:pt idx="3">
                  <c:v>4.8230900971714297</c:v>
                </c:pt>
                <c:pt idx="4">
                  <c:v>4.8734249664033529</c:v>
                </c:pt>
                <c:pt idx="5">
                  <c:v>4.9669619074310072</c:v>
                </c:pt>
                <c:pt idx="6">
                  <c:v>5.0958034492410897</c:v>
                </c:pt>
                <c:pt idx="7">
                  <c:v>6.1823827886682139</c:v>
                </c:pt>
                <c:pt idx="8">
                  <c:v>6.1889056686682133</c:v>
                </c:pt>
                <c:pt idx="9">
                  <c:v>6.1966931886682142</c:v>
                </c:pt>
                <c:pt idx="10">
                  <c:v>6.1966931886682142</c:v>
                </c:pt>
                <c:pt idx="11">
                  <c:v>6.2053959086682138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F0-46CB-87F9-25D198C6DDE0}"/>
            </c:ext>
          </c:extLst>
        </c:ser>
        <c:ser>
          <c:idx val="2"/>
          <c:order val="2"/>
          <c:tx>
            <c:strRef>
              <c:f>Sheet1!$I$17</c:f>
              <c:strCache>
                <c:ptCount val="1"/>
                <c:pt idx="0">
                  <c:v>设备</c:v>
                </c:pt>
              </c:strCache>
            </c:strRef>
          </c:tx>
          <c:spPr>
            <a:solidFill>
              <a:srgbClr val="E3787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Sheet1!$I$18:$I$29</c:f>
              <c:numCache>
                <c:formatCode>0.0</c:formatCode>
                <c:ptCount val="12"/>
                <c:pt idx="0">
                  <c:v>6.8578127383188345</c:v>
                </c:pt>
                <c:pt idx="1">
                  <c:v>6.8315510869450415</c:v>
                </c:pt>
                <c:pt idx="2">
                  <c:v>7.1194526488679024</c:v>
                </c:pt>
                <c:pt idx="3">
                  <c:v>7.1179641988886271</c:v>
                </c:pt>
                <c:pt idx="4">
                  <c:v>7.9906585599516555</c:v>
                </c:pt>
                <c:pt idx="5">
                  <c:v>7.5590310942370191</c:v>
                </c:pt>
                <c:pt idx="6">
                  <c:v>7.7574910967102744</c:v>
                </c:pt>
                <c:pt idx="7">
                  <c:v>7.936816774177796</c:v>
                </c:pt>
                <c:pt idx="8">
                  <c:v>8.2994169700441827</c:v>
                </c:pt>
                <c:pt idx="9">
                  <c:v>8.6003926348798974</c:v>
                </c:pt>
                <c:pt idx="10">
                  <c:v>8.4745462095153012</c:v>
                </c:pt>
                <c:pt idx="11">
                  <c:v>10.254552411699228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F0-46CB-87F9-25D198C6DDE0}"/>
            </c:ext>
          </c:extLst>
        </c:ser>
        <c:ser>
          <c:idx val="3"/>
          <c:order val="3"/>
          <c:tx>
            <c:strRef>
              <c:f>Sheet1!$J$17</c:f>
              <c:strCache>
                <c:ptCount val="1"/>
                <c:pt idx="0">
                  <c:v>网络</c:v>
                </c:pt>
              </c:strCache>
            </c:strRef>
          </c:tx>
          <c:spPr>
            <a:solidFill>
              <a:srgbClr val="F1B4B6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6.9531003345152994E-3"/>
                  <c:y val="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F0-46CB-87F9-25D198C6DDE0}"/>
                </c:ext>
              </c:extLst>
            </c:dLbl>
            <c:dLbl>
              <c:idx val="6"/>
              <c:layout>
                <c:manualLayout>
                  <c:x val="0"/>
                  <c:y val="9.262875670692286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F0-46CB-87F9-25D198C6DDE0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F0-46CB-87F9-25D198C6DD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Sheet1!$J$18:$J$29</c:f>
              <c:numCache>
                <c:formatCode>0.0_ </c:formatCode>
                <c:ptCount val="12"/>
                <c:pt idx="0">
                  <c:v>3.2566767160640202</c:v>
                </c:pt>
                <c:pt idx="1">
                  <c:v>3.2218950503455375</c:v>
                </c:pt>
                <c:pt idx="2">
                  <c:v>3.2204422379405373</c:v>
                </c:pt>
                <c:pt idx="3">
                  <c:v>3.2732264248669134</c:v>
                </c:pt>
                <c:pt idx="4">
                  <c:v>3.4245389700277631</c:v>
                </c:pt>
                <c:pt idx="5">
                  <c:v>3.3538849758970066</c:v>
                </c:pt>
                <c:pt idx="6">
                  <c:v>3.4463236972099516</c:v>
                </c:pt>
                <c:pt idx="7">
                  <c:v>3.53869639259679</c:v>
                </c:pt>
                <c:pt idx="8">
                  <c:v>3.6507515971622535</c:v>
                </c:pt>
                <c:pt idx="9">
                  <c:v>3.7193722781972993</c:v>
                </c:pt>
                <c:pt idx="10">
                  <c:v>3.77972627704942</c:v>
                </c:pt>
                <c:pt idx="11">
                  <c:v>3.8925455779342775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F0-46CB-87F9-25D198C6DDE0}"/>
            </c:ext>
          </c:extLst>
        </c:ser>
        <c:ser>
          <c:idx val="4"/>
          <c:order val="4"/>
          <c:tx>
            <c:strRef>
              <c:f>Sheet1!$K$17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FFF1EF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0"/>
                  <c:y val="-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5F0-46CB-87F9-25D198C6DDE0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5F0-46CB-87F9-25D198C6DD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Sheet1!$K$18:$K$29</c:f>
              <c:numCache>
                <c:formatCode>0.0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5F0-46CB-87F9-25D198C6DDE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18915376"/>
        <c:axId val="498225216"/>
      </c:barChart>
      <c:catAx>
        <c:axId val="21891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225216"/>
        <c:crosses val="autoZero"/>
        <c:auto val="1"/>
        <c:lblAlgn val="ctr"/>
        <c:lblOffset val="100"/>
        <c:noMultiLvlLbl val="0"/>
      </c:catAx>
      <c:valAx>
        <c:axId val="498225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891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Sheet1!$G$17</c:f>
              <c:strCache>
                <c:ptCount val="1"/>
              </c:strCache>
            </c:strRef>
          </c:tx>
          <c:spPr>
            <a:solidFill>
              <a:srgbClr val="8C8C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Sheet1!$G$18:$G$29</c:f>
              <c:numCache>
                <c:formatCode>General</c:formatCode>
                <c:ptCount val="12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2.8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41-4AAF-9CD5-A65847DD130A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机房</c:v>
                </c:pt>
              </c:strCache>
            </c:strRef>
          </c:tx>
          <c:spPr>
            <a:solidFill>
              <a:schemeClr val="tx2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Sheet1!$H$18:$H$29</c:f>
              <c:numCache>
                <c:formatCode>0.0</c:formatCode>
                <c:ptCount val="12"/>
                <c:pt idx="0">
                  <c:v>4.5486309502850828</c:v>
                </c:pt>
                <c:pt idx="1">
                  <c:v>5.1720674705506067</c:v>
                </c:pt>
                <c:pt idx="2">
                  <c:v>3.9579367202281421</c:v>
                </c:pt>
                <c:pt idx="3">
                  <c:v>4.8230900971714297</c:v>
                </c:pt>
                <c:pt idx="4">
                  <c:v>4.8734249664033529</c:v>
                </c:pt>
                <c:pt idx="5">
                  <c:v>4.9669619074310072</c:v>
                </c:pt>
                <c:pt idx="6">
                  <c:v>5.0958034492410897</c:v>
                </c:pt>
                <c:pt idx="7">
                  <c:v>6.1823827886682139</c:v>
                </c:pt>
                <c:pt idx="8">
                  <c:v>6.1889056686682133</c:v>
                </c:pt>
                <c:pt idx="9">
                  <c:v>6.1966931886682142</c:v>
                </c:pt>
                <c:pt idx="10">
                  <c:v>6.1966931886682142</c:v>
                </c:pt>
                <c:pt idx="11">
                  <c:v>6.2053959086682138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41-4AAF-9CD5-A65847DD130A}"/>
            </c:ext>
          </c:extLst>
        </c:ser>
        <c:ser>
          <c:idx val="2"/>
          <c:order val="2"/>
          <c:tx>
            <c:strRef>
              <c:f>Sheet1!$I$17</c:f>
              <c:strCache>
                <c:ptCount val="1"/>
                <c:pt idx="0">
                  <c:v>设备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Sheet1!$I$18:$I$29</c:f>
              <c:numCache>
                <c:formatCode>0.0</c:formatCode>
                <c:ptCount val="12"/>
                <c:pt idx="0">
                  <c:v>6.8578127383188345</c:v>
                </c:pt>
                <c:pt idx="1">
                  <c:v>6.8315510869450415</c:v>
                </c:pt>
                <c:pt idx="2">
                  <c:v>7.1194526488679024</c:v>
                </c:pt>
                <c:pt idx="3">
                  <c:v>7.1179641988886271</c:v>
                </c:pt>
                <c:pt idx="4">
                  <c:v>7.9906585599516555</c:v>
                </c:pt>
                <c:pt idx="5">
                  <c:v>7.5590310942370191</c:v>
                </c:pt>
                <c:pt idx="6">
                  <c:v>7.7574910967102744</c:v>
                </c:pt>
                <c:pt idx="7">
                  <c:v>7.936816774177796</c:v>
                </c:pt>
                <c:pt idx="8">
                  <c:v>8.2994169700441827</c:v>
                </c:pt>
                <c:pt idx="9">
                  <c:v>8.6003926348798974</c:v>
                </c:pt>
                <c:pt idx="10">
                  <c:v>8.4745462095153012</c:v>
                </c:pt>
                <c:pt idx="11">
                  <c:v>10.254552411699228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541-4AAF-9CD5-A65847DD130A}"/>
            </c:ext>
          </c:extLst>
        </c:ser>
        <c:ser>
          <c:idx val="3"/>
          <c:order val="3"/>
          <c:tx>
            <c:strRef>
              <c:f>Sheet1!$J$17</c:f>
              <c:strCache>
                <c:ptCount val="1"/>
                <c:pt idx="0">
                  <c:v>网络</c:v>
                </c:pt>
              </c:strCache>
            </c:strRef>
          </c:tx>
          <c:spPr>
            <a:solidFill>
              <a:schemeClr val="tx2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6.9531003345152994E-3"/>
                  <c:y val="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068-4786-B620-24BA167E09C0}"/>
                </c:ext>
              </c:extLst>
            </c:dLbl>
            <c:dLbl>
              <c:idx val="6"/>
              <c:layout>
                <c:manualLayout>
                  <c:x val="0"/>
                  <c:y val="9.262875670692286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41-4AAF-9CD5-A65847DD130A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41-4AAF-9CD5-A65847DD13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Sheet1!$J$18:$J$29</c:f>
              <c:numCache>
                <c:formatCode>0.0_ </c:formatCode>
                <c:ptCount val="12"/>
                <c:pt idx="0">
                  <c:v>3.2566767160640202</c:v>
                </c:pt>
                <c:pt idx="1">
                  <c:v>3.2218950503455375</c:v>
                </c:pt>
                <c:pt idx="2">
                  <c:v>3.2204422379405373</c:v>
                </c:pt>
                <c:pt idx="3">
                  <c:v>3.2732264248669134</c:v>
                </c:pt>
                <c:pt idx="4">
                  <c:v>3.4245389700277631</c:v>
                </c:pt>
                <c:pt idx="5">
                  <c:v>3.3538849758970066</c:v>
                </c:pt>
                <c:pt idx="6">
                  <c:v>3.4463236972099516</c:v>
                </c:pt>
                <c:pt idx="7">
                  <c:v>3.53869639259679</c:v>
                </c:pt>
                <c:pt idx="8">
                  <c:v>3.6507515971622535</c:v>
                </c:pt>
                <c:pt idx="9">
                  <c:v>3.7193722781972993</c:v>
                </c:pt>
                <c:pt idx="10">
                  <c:v>3.77972627704942</c:v>
                </c:pt>
                <c:pt idx="11">
                  <c:v>3.8925455779342775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41-4AAF-9CD5-A65847DD130A}"/>
            </c:ext>
          </c:extLst>
        </c:ser>
        <c:ser>
          <c:idx val="4"/>
          <c:order val="4"/>
          <c:tx>
            <c:strRef>
              <c:f>Sheet1!$K$17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chemeClr val="tx2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0"/>
                  <c:y val="-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68-4786-B620-24BA167E09C0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68-4786-B620-24BA167E09C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Sheet1!$K$18:$K$29</c:f>
              <c:numCache>
                <c:formatCode>0.0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D9-4CBE-ACFA-339000B1D34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18915376"/>
        <c:axId val="498225216"/>
      </c:barChart>
      <c:catAx>
        <c:axId val="21891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225216"/>
        <c:crosses val="autoZero"/>
        <c:auto val="1"/>
        <c:lblAlgn val="ctr"/>
        <c:lblOffset val="100"/>
        <c:noMultiLvlLbl val="0"/>
      </c:catAx>
      <c:valAx>
        <c:axId val="498225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891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Sheet1!$G$17</c:f>
              <c:strCache>
                <c:ptCount val="1"/>
              </c:strCache>
            </c:strRef>
          </c:tx>
          <c:spPr>
            <a:solidFill>
              <a:srgbClr val="115C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Sheet1!$G$18:$G$29</c:f>
              <c:numCache>
                <c:formatCode>General</c:formatCode>
                <c:ptCount val="12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2.8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B-473A-A203-3D416E1496C5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机房</c:v>
                </c:pt>
              </c:strCache>
            </c:strRef>
          </c:tx>
          <c:spPr>
            <a:solidFill>
              <a:srgbClr val="4883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Sheet1!$H$18:$H$29</c:f>
              <c:numCache>
                <c:formatCode>0.0</c:formatCode>
                <c:ptCount val="12"/>
                <c:pt idx="0">
                  <c:v>4.5486309502850828</c:v>
                </c:pt>
                <c:pt idx="1">
                  <c:v>5.1720674705506067</c:v>
                </c:pt>
                <c:pt idx="2">
                  <c:v>3.9579367202281421</c:v>
                </c:pt>
                <c:pt idx="3">
                  <c:v>4.8230900971714297</c:v>
                </c:pt>
                <c:pt idx="4">
                  <c:v>4.8734249664033529</c:v>
                </c:pt>
                <c:pt idx="5">
                  <c:v>4.9669619074310072</c:v>
                </c:pt>
                <c:pt idx="6">
                  <c:v>5.0958034492410897</c:v>
                </c:pt>
                <c:pt idx="7">
                  <c:v>6.1823827886682139</c:v>
                </c:pt>
                <c:pt idx="8">
                  <c:v>6.1889056686682133</c:v>
                </c:pt>
                <c:pt idx="9">
                  <c:v>6.1966931886682142</c:v>
                </c:pt>
                <c:pt idx="10">
                  <c:v>6.1966931886682142</c:v>
                </c:pt>
                <c:pt idx="11">
                  <c:v>6.2053959086682138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6B-473A-A203-3D416E1496C5}"/>
            </c:ext>
          </c:extLst>
        </c:ser>
        <c:ser>
          <c:idx val="2"/>
          <c:order val="2"/>
          <c:tx>
            <c:strRef>
              <c:f>Sheet1!$I$17</c:f>
              <c:strCache>
                <c:ptCount val="1"/>
                <c:pt idx="0">
                  <c:v>设备</c:v>
                </c:pt>
              </c:strCache>
            </c:strRef>
          </c:tx>
          <c:spPr>
            <a:solidFill>
              <a:srgbClr val="7FAAD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Sheet1!$I$18:$I$29</c:f>
              <c:numCache>
                <c:formatCode>0.0</c:formatCode>
                <c:ptCount val="12"/>
                <c:pt idx="0">
                  <c:v>6.8578127383188345</c:v>
                </c:pt>
                <c:pt idx="1">
                  <c:v>6.8315510869450415</c:v>
                </c:pt>
                <c:pt idx="2">
                  <c:v>7.1194526488679024</c:v>
                </c:pt>
                <c:pt idx="3">
                  <c:v>7.1179641988886271</c:v>
                </c:pt>
                <c:pt idx="4">
                  <c:v>7.9906585599516555</c:v>
                </c:pt>
                <c:pt idx="5">
                  <c:v>7.5590310942370191</c:v>
                </c:pt>
                <c:pt idx="6">
                  <c:v>7.7574910967102744</c:v>
                </c:pt>
                <c:pt idx="7">
                  <c:v>7.936816774177796</c:v>
                </c:pt>
                <c:pt idx="8">
                  <c:v>8.2994169700441827</c:v>
                </c:pt>
                <c:pt idx="9">
                  <c:v>8.6003926348798974</c:v>
                </c:pt>
                <c:pt idx="10">
                  <c:v>8.4745462095153012</c:v>
                </c:pt>
                <c:pt idx="11">
                  <c:v>10.254552411699228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6B-473A-A203-3D416E1496C5}"/>
            </c:ext>
          </c:extLst>
        </c:ser>
        <c:ser>
          <c:idx val="3"/>
          <c:order val="3"/>
          <c:tx>
            <c:strRef>
              <c:f>Sheet1!$J$17</c:f>
              <c:strCache>
                <c:ptCount val="1"/>
                <c:pt idx="0">
                  <c:v>网络</c:v>
                </c:pt>
              </c:strCache>
            </c:strRef>
          </c:tx>
          <c:spPr>
            <a:solidFill>
              <a:srgbClr val="B6D1E9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6.9531003345152994E-3"/>
                  <c:y val="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6B-473A-A203-3D416E1496C5}"/>
                </c:ext>
              </c:extLst>
            </c:dLbl>
            <c:dLbl>
              <c:idx val="6"/>
              <c:layout>
                <c:manualLayout>
                  <c:x val="0"/>
                  <c:y val="9.262875670692286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56B-473A-A203-3D416E1496C5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6B-473A-A203-3D416E1496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Sheet1!$J$18:$J$29</c:f>
              <c:numCache>
                <c:formatCode>0.0_ </c:formatCode>
                <c:ptCount val="12"/>
                <c:pt idx="0">
                  <c:v>3.2566767160640202</c:v>
                </c:pt>
                <c:pt idx="1">
                  <c:v>3.2218950503455375</c:v>
                </c:pt>
                <c:pt idx="2">
                  <c:v>3.2204422379405373</c:v>
                </c:pt>
                <c:pt idx="3">
                  <c:v>3.2732264248669134</c:v>
                </c:pt>
                <c:pt idx="4">
                  <c:v>3.4245389700277631</c:v>
                </c:pt>
                <c:pt idx="5">
                  <c:v>3.3538849758970066</c:v>
                </c:pt>
                <c:pt idx="6">
                  <c:v>3.4463236972099516</c:v>
                </c:pt>
                <c:pt idx="7">
                  <c:v>3.53869639259679</c:v>
                </c:pt>
                <c:pt idx="8">
                  <c:v>3.6507515971622535</c:v>
                </c:pt>
                <c:pt idx="9">
                  <c:v>3.7193722781972993</c:v>
                </c:pt>
                <c:pt idx="10">
                  <c:v>3.77972627704942</c:v>
                </c:pt>
                <c:pt idx="11">
                  <c:v>3.8925455779342775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6B-473A-A203-3D416E1496C5}"/>
            </c:ext>
          </c:extLst>
        </c:ser>
        <c:ser>
          <c:idx val="4"/>
          <c:order val="4"/>
          <c:tx>
            <c:strRef>
              <c:f>Sheet1!$K$17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EEF8FE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0"/>
                  <c:y val="-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56B-473A-A203-3D416E1496C5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56B-473A-A203-3D416E1496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Sheet1!$K$18:$K$29</c:f>
              <c:numCache>
                <c:formatCode>0.0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56B-473A-A203-3D416E1496C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18915376"/>
        <c:axId val="498225216"/>
      </c:barChart>
      <c:catAx>
        <c:axId val="21891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225216"/>
        <c:crosses val="autoZero"/>
        <c:auto val="1"/>
        <c:lblAlgn val="ctr"/>
        <c:lblOffset val="100"/>
        <c:noMultiLvlLbl val="0"/>
      </c:catAx>
      <c:valAx>
        <c:axId val="498225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891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8823331366065206"/>
          <c:y val="0.12360501723191551"/>
          <c:w val="0.62903232528674324"/>
          <c:h val="0.77914680221541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项目数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0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63-4D48-9706-63928FAA680E}"/>
              </c:ext>
            </c:extLst>
          </c:dPt>
          <c:dPt>
            <c:idx val="1"/>
            <c:bubble3D val="0"/>
            <c:spPr>
              <a:solidFill>
                <a:srgbClr val="D53C4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63-4D48-9706-63928FAA680E}"/>
              </c:ext>
            </c:extLst>
          </c:dPt>
          <c:dPt>
            <c:idx val="2"/>
            <c:bubble3D val="0"/>
            <c:spPr>
              <a:solidFill>
                <a:srgbClr val="E3787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363-4D48-9706-63928FAA680E}"/>
              </c:ext>
            </c:extLst>
          </c:dPt>
          <c:dPt>
            <c:idx val="3"/>
            <c:bubble3D val="0"/>
            <c:spPr>
              <a:solidFill>
                <a:srgbClr val="F1B4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363-4D48-9706-63928FAA680E}"/>
              </c:ext>
            </c:extLst>
          </c:dPt>
          <c:dPt>
            <c:idx val="4"/>
            <c:bubble3D val="0"/>
            <c:spPr>
              <a:solidFill>
                <a:srgbClr val="FFF1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363-4D48-9706-63928FAA680E}"/>
              </c:ext>
            </c:extLst>
          </c:dPt>
          <c:dPt>
            <c:idx val="5"/>
            <c:bubble3D val="0"/>
            <c:spPr>
              <a:solidFill>
                <a:srgbClr val="8C8C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363-4D48-9706-63928FAA680E}"/>
              </c:ext>
            </c:extLst>
          </c:dPt>
          <c:dPt>
            <c:idx val="6"/>
            <c:bubble3D val="0"/>
            <c:spPr>
              <a:solidFill>
                <a:srgbClr val="A6A6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363-4D48-9706-63928FAA680E}"/>
              </c:ext>
            </c:extLst>
          </c:dPt>
          <c:dPt>
            <c:idx val="7"/>
            <c:bubble3D val="0"/>
            <c:spPr>
              <a:solidFill>
                <a:srgbClr val="BFBF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363-4D48-9706-63928FAA680E}"/>
              </c:ext>
            </c:extLst>
          </c:dPt>
          <c:dPt>
            <c:idx val="8"/>
            <c:bubble3D val="0"/>
            <c:spPr>
              <a:solidFill>
                <a:srgbClr val="D9D9D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363-4D48-9706-63928FAA680E}"/>
              </c:ext>
            </c:extLst>
          </c:dPt>
          <c:dPt>
            <c:idx val="9"/>
            <c:bubble3D val="0"/>
            <c:spPr>
              <a:solidFill>
                <a:srgbClr val="F2F2F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363-4D48-9706-63928FAA680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363-4D48-9706-63928FAA680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363-4D48-9706-63928FAA680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363-4D48-9706-63928FAA680E}"/>
                </c:ext>
              </c:extLst>
            </c:dLbl>
            <c:dLbl>
              <c:idx val="3"/>
              <c:layout>
                <c:manualLayout>
                  <c:x val="-0.22534658635583826"/>
                  <c:y val="7.217414215934643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4, 00</a:t>
                    </a:r>
                  </a:p>
                </c:rich>
              </c:tx>
              <c:spPr>
                <a:solidFill>
                  <a:srgbClr val="F1B4B6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363-4D48-9706-63928FAA680E}"/>
                </c:ext>
              </c:extLst>
            </c:dLbl>
            <c:dLbl>
              <c:idx val="4"/>
              <c:layout>
                <c:manualLayout>
                  <c:x val="-0.18821819751950633"/>
                  <c:y val="-7.0521333119733286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rgbClr val="C00000"/>
                        </a:solidFill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rgbClr val="C00000"/>
                        </a:solidFill>
                      </a:rPr>
                      <a:t>5, 00</a:t>
                    </a:r>
                  </a:p>
                </c:rich>
              </c:tx>
              <c:spPr>
                <a:solidFill>
                  <a:srgbClr val="FFF1EF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363-4D48-9706-63928FAA680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F363-4D48-9706-63928FAA680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F363-4D48-9706-63928FAA680E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F363-4D48-9706-63928FAA680E}"/>
                </c:ext>
              </c:extLst>
            </c:dLbl>
            <c:dLbl>
              <c:idx val="8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F363-4D48-9706-63928FAA680E}"/>
                </c:ext>
              </c:extLst>
            </c:dLbl>
            <c:dLbl>
              <c:idx val="9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F363-4D48-9706-63928FAA680E}"/>
                </c:ext>
              </c:extLst>
            </c:dLbl>
            <c:spPr>
              <a:noFill/>
              <a:ln w="635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rgbClr val="666666">
                      <a:lumMod val="40000"/>
                      <a:lumOff val="60000"/>
                    </a:srgb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项目1</c:v>
                </c:pt>
                <c:pt idx="1">
                  <c:v>项目2</c:v>
                </c:pt>
                <c:pt idx="2">
                  <c:v>项目3</c:v>
                </c:pt>
                <c:pt idx="3">
                  <c:v>项目4</c:v>
                </c:pt>
                <c:pt idx="4">
                  <c:v>项目5</c:v>
                </c:pt>
                <c:pt idx="5">
                  <c:v>项目6</c:v>
                </c:pt>
                <c:pt idx="6">
                  <c:v>项目7</c:v>
                </c:pt>
                <c:pt idx="7">
                  <c:v>项目8</c:v>
                </c:pt>
                <c:pt idx="8">
                  <c:v>项目9</c:v>
                </c:pt>
                <c:pt idx="9">
                  <c:v>项目10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15</c:v>
                </c:pt>
                <c:pt idx="2">
                  <c:v>15</c:v>
                </c:pt>
                <c:pt idx="3">
                  <c:v>18</c:v>
                </c:pt>
                <c:pt idx="4">
                  <c:v>24</c:v>
                </c:pt>
                <c:pt idx="5">
                  <c:v>21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363-4D48-9706-63928FAA68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4.8223383296157753E-2"/>
          <c:y val="0.20990313867131699"/>
          <c:w val="0.109085921882097"/>
          <c:h val="0.580193445014322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8823331366065206"/>
          <c:y val="0.12360501723191551"/>
          <c:w val="0.62903232528674324"/>
          <c:h val="0.77914680221541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项目数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15CA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5E-453E-ACAC-7996F62FCD99}"/>
              </c:ext>
            </c:extLst>
          </c:dPt>
          <c:dPt>
            <c:idx val="1"/>
            <c:bubble3D val="0"/>
            <c:spPr>
              <a:solidFill>
                <a:srgbClr val="4883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B5E-453E-ACAC-7996F62FCD99}"/>
              </c:ext>
            </c:extLst>
          </c:dPt>
          <c:dPt>
            <c:idx val="2"/>
            <c:bubble3D val="0"/>
            <c:spPr>
              <a:solidFill>
                <a:srgbClr val="7FAAD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B5E-453E-ACAC-7996F62FCD99}"/>
              </c:ext>
            </c:extLst>
          </c:dPt>
          <c:dPt>
            <c:idx val="3"/>
            <c:bubble3D val="0"/>
            <c:spPr>
              <a:solidFill>
                <a:srgbClr val="B6D1E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B5E-453E-ACAC-7996F62FCD99}"/>
              </c:ext>
            </c:extLst>
          </c:dPt>
          <c:dPt>
            <c:idx val="4"/>
            <c:bubble3D val="0"/>
            <c:spPr>
              <a:solidFill>
                <a:srgbClr val="EEF8F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B5E-453E-ACAC-7996F62FCD99}"/>
              </c:ext>
            </c:extLst>
          </c:dPt>
          <c:dPt>
            <c:idx val="5"/>
            <c:bubble3D val="0"/>
            <c:spPr>
              <a:solidFill>
                <a:srgbClr val="8C8C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B5E-453E-ACAC-7996F62FCD99}"/>
              </c:ext>
            </c:extLst>
          </c:dPt>
          <c:dPt>
            <c:idx val="6"/>
            <c:bubble3D val="0"/>
            <c:spPr>
              <a:solidFill>
                <a:srgbClr val="A6A6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B5E-453E-ACAC-7996F62FCD99}"/>
              </c:ext>
            </c:extLst>
          </c:dPt>
          <c:dPt>
            <c:idx val="7"/>
            <c:bubble3D val="0"/>
            <c:spPr>
              <a:solidFill>
                <a:srgbClr val="BFBF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B5E-453E-ACAC-7996F62FCD99}"/>
              </c:ext>
            </c:extLst>
          </c:dPt>
          <c:dPt>
            <c:idx val="8"/>
            <c:bubble3D val="0"/>
            <c:spPr>
              <a:solidFill>
                <a:srgbClr val="D9D9D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B5E-453E-ACAC-7996F62FCD99}"/>
              </c:ext>
            </c:extLst>
          </c:dPt>
          <c:dPt>
            <c:idx val="9"/>
            <c:bubble3D val="0"/>
            <c:spPr>
              <a:solidFill>
                <a:srgbClr val="F2F2F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B5E-453E-ACAC-7996F62FCD9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B5E-453E-ACAC-7996F62FCD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dirty="0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B5E-453E-ACAC-7996F62FCD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B5E-453E-ACAC-7996F62FCD99}"/>
                </c:ext>
              </c:extLst>
            </c:dLbl>
            <c:dLbl>
              <c:idx val="3"/>
              <c:layout>
                <c:manualLayout>
                  <c:x val="-0.22534658635583826"/>
                  <c:y val="7.217414215934643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chemeClr val="tx1"/>
                        </a:solidFill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chemeClr val="tx1"/>
                        </a:solidFill>
                      </a:rPr>
                      <a:t>4, 00</a:t>
                    </a:r>
                  </a:p>
                </c:rich>
              </c:tx>
              <c:spPr>
                <a:solidFill>
                  <a:srgbClr val="B6D1E9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B5E-453E-ACAC-7996F62FCD99}"/>
                </c:ext>
              </c:extLst>
            </c:dLbl>
            <c:dLbl>
              <c:idx val="4"/>
              <c:layout>
                <c:manualLayout>
                  <c:x val="-0.18821819751950633"/>
                  <c:y val="-7.0521333119733286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chemeClr val="tx1"/>
                        </a:solidFill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chemeClr val="tx1"/>
                        </a:solidFill>
                      </a:rPr>
                      <a:t>5, 00</a:t>
                    </a:r>
                  </a:p>
                </c:rich>
              </c:tx>
              <c:spPr>
                <a:solidFill>
                  <a:srgbClr val="EEF8FE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B5E-453E-ACAC-7996F62FCD99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CB5E-453E-ACAC-7996F62FCD99}"/>
                </c:ext>
              </c:extLst>
            </c:dLbl>
            <c:dLbl>
              <c:idx val="6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CB5E-453E-ACAC-7996F62FCD99}"/>
                </c:ext>
              </c:extLst>
            </c:dLbl>
            <c:dLbl>
              <c:idx val="7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CB5E-453E-ACAC-7996F62FCD99}"/>
                </c:ext>
              </c:extLst>
            </c:dLbl>
            <c:dLbl>
              <c:idx val="8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CB5E-453E-ACAC-7996F62FCD99}"/>
                </c:ext>
              </c:extLst>
            </c:dLbl>
            <c:dLbl>
              <c:idx val="9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CB5E-453E-ACAC-7996F62FCD99}"/>
                </c:ext>
              </c:extLst>
            </c:dLbl>
            <c:spPr>
              <a:noFill/>
              <a:ln w="635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rgbClr val="666666">
                      <a:lumMod val="40000"/>
                      <a:lumOff val="60000"/>
                    </a:srgb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项目1</c:v>
                </c:pt>
                <c:pt idx="1">
                  <c:v>项目2</c:v>
                </c:pt>
                <c:pt idx="2">
                  <c:v>项目3</c:v>
                </c:pt>
                <c:pt idx="3">
                  <c:v>项目4</c:v>
                </c:pt>
                <c:pt idx="4">
                  <c:v>项目5</c:v>
                </c:pt>
                <c:pt idx="5">
                  <c:v>项目6</c:v>
                </c:pt>
                <c:pt idx="6">
                  <c:v>项目7</c:v>
                </c:pt>
                <c:pt idx="7">
                  <c:v>项目8</c:v>
                </c:pt>
                <c:pt idx="8">
                  <c:v>项目9</c:v>
                </c:pt>
                <c:pt idx="9">
                  <c:v>项目10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15</c:v>
                </c:pt>
                <c:pt idx="2">
                  <c:v>15</c:v>
                </c:pt>
                <c:pt idx="3">
                  <c:v>18</c:v>
                </c:pt>
                <c:pt idx="4">
                  <c:v>24</c:v>
                </c:pt>
                <c:pt idx="5">
                  <c:v>21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B5E-453E-ACAC-7996F62FCD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5.7408789638283039E-2"/>
          <c:y val="0.20990313867131699"/>
          <c:w val="0.109085921882097"/>
          <c:h val="0.580193445014322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ubbleChart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rgbClr val="002060">
                <a:alpha val="4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B33-4B0A-ACA8-643C3052EE4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B33-4B0A-ACA8-643C3052EE4C}"/>
              </c:ext>
            </c:extLst>
          </c:dPt>
          <c:dPt>
            <c:idx val="2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B33-4B0A-ACA8-643C3052EE4C}"/>
              </c:ext>
            </c:extLst>
          </c:dPt>
          <c:dPt>
            <c:idx val="3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B33-4B0A-ACA8-643C3052EE4C}"/>
              </c:ext>
            </c:extLst>
          </c:dPt>
          <c:dPt>
            <c:idx val="4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B33-4B0A-ACA8-643C3052EE4C}"/>
              </c:ext>
            </c:extLst>
          </c:dPt>
          <c:dPt>
            <c:idx val="5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8B33-4B0A-ACA8-643C3052EE4C}"/>
              </c:ext>
            </c:extLst>
          </c:dPt>
          <c:dPt>
            <c:idx val="6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B33-4B0A-ACA8-643C3052EE4C}"/>
              </c:ext>
            </c:extLst>
          </c:dPt>
          <c:dPt>
            <c:idx val="7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8B33-4B0A-ACA8-643C3052EE4C}"/>
              </c:ext>
            </c:extLst>
          </c:dPt>
          <c:dPt>
            <c:idx val="8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8B33-4B0A-ACA8-643C3052EE4C}"/>
              </c:ext>
            </c:extLst>
          </c:dPt>
          <c:dPt>
            <c:idx val="9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8B33-4B0A-ACA8-643C3052EE4C}"/>
              </c:ext>
            </c:extLst>
          </c:dPt>
          <c:dPt>
            <c:idx val="10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8B33-4B0A-ACA8-643C3052EE4C}"/>
              </c:ext>
            </c:extLst>
          </c:dPt>
          <c:dPt>
            <c:idx val="11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8B33-4B0A-ACA8-643C3052EE4C}"/>
              </c:ext>
            </c:extLst>
          </c:dPt>
          <c:dPt>
            <c:idx val="12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8B33-4B0A-ACA8-643C3052EE4C}"/>
              </c:ext>
            </c:extLst>
          </c:dPt>
          <c:dPt>
            <c:idx val="13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8B33-4B0A-ACA8-643C3052EE4C}"/>
              </c:ext>
            </c:extLst>
          </c:dPt>
          <c:dPt>
            <c:idx val="14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8B33-4B0A-ACA8-643C3052EE4C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8B33-4B0A-ACA8-643C3052EE4C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8B33-4B0A-ACA8-643C3052EE4C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8B33-4B0A-ACA8-643C3052EE4C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0-8B33-4B0A-ACA8-643C3052EE4C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8B33-4B0A-ACA8-643C3052EE4C}"/>
              </c:ext>
            </c:extLst>
          </c:dPt>
          <c:dPt>
            <c:idx val="4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2-8B33-4B0A-ACA8-643C3052EE4C}"/>
              </c:ext>
            </c:extLst>
          </c:dPt>
          <c:dPt>
            <c:idx val="45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8B33-4B0A-ACA8-643C3052EE4C}"/>
              </c:ext>
            </c:extLst>
          </c:dPt>
          <c:dPt>
            <c:idx val="46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8B33-4B0A-ACA8-643C3052EE4C}"/>
              </c:ext>
            </c:extLst>
          </c:dPt>
          <c:dPt>
            <c:idx val="47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8B33-4B0A-ACA8-643C3052EE4C}"/>
              </c:ext>
            </c:extLst>
          </c:dPt>
          <c:dPt>
            <c:idx val="48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8B33-4B0A-ACA8-643C3052EE4C}"/>
              </c:ext>
            </c:extLst>
          </c:dPt>
          <c:dPt>
            <c:idx val="4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8B33-4B0A-ACA8-643C3052EE4C}"/>
              </c:ext>
            </c:extLst>
          </c:dPt>
          <c:dPt>
            <c:idx val="5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C-8B33-4B0A-ACA8-643C3052EE4C}"/>
              </c:ext>
            </c:extLst>
          </c:dPt>
          <c:dPt>
            <c:idx val="51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8B33-4B0A-ACA8-643C3052EE4C}"/>
              </c:ext>
            </c:extLst>
          </c:dPt>
          <c:dPt>
            <c:idx val="52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8B33-4B0A-ACA8-643C3052EE4C}"/>
              </c:ext>
            </c:extLst>
          </c:dPt>
          <c:dPt>
            <c:idx val="53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8B33-4B0A-ACA8-643C3052EE4C}"/>
              </c:ext>
            </c:extLst>
          </c:dPt>
          <c:dPt>
            <c:idx val="54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8B33-4B0A-ACA8-643C3052EE4C}"/>
              </c:ext>
            </c:extLst>
          </c:dPt>
          <c:dPt>
            <c:idx val="55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8B33-4B0A-ACA8-643C3052EE4C}"/>
              </c:ext>
            </c:extLst>
          </c:dPt>
          <c:dPt>
            <c:idx val="56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8B33-4B0A-ACA8-643C3052EE4C}"/>
              </c:ext>
            </c:extLst>
          </c:dPt>
          <c:dPt>
            <c:idx val="57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A-8B33-4B0A-ACA8-643C3052EE4C}"/>
              </c:ext>
            </c:extLst>
          </c:dPt>
          <c:dPt>
            <c:idx val="58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C-8B33-4B0A-ACA8-643C3052EE4C}"/>
              </c:ext>
            </c:extLst>
          </c:dPt>
          <c:dPt>
            <c:idx val="59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E-8B33-4B0A-ACA8-643C3052EE4C}"/>
              </c:ext>
            </c:extLst>
          </c:dPt>
          <c:dPt>
            <c:idx val="60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0-8B33-4B0A-ACA8-643C3052EE4C}"/>
              </c:ext>
            </c:extLst>
          </c:dPt>
          <c:dPt>
            <c:idx val="61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2-8B33-4B0A-ACA8-643C3052EE4C}"/>
              </c:ext>
            </c:extLst>
          </c:dPt>
          <c:dPt>
            <c:idx val="62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4-8B33-4B0A-ACA8-643C3052EE4C}"/>
              </c:ext>
            </c:extLst>
          </c:dPt>
          <c:dPt>
            <c:idx val="63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6-8B33-4B0A-ACA8-643C3052EE4C}"/>
              </c:ext>
            </c:extLst>
          </c:dPt>
          <c:dPt>
            <c:idx val="64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8-8B33-4B0A-ACA8-643C3052EE4C}"/>
              </c:ext>
            </c:extLst>
          </c:dPt>
          <c:dPt>
            <c:idx val="80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A-8B33-4B0A-ACA8-643C3052EE4C}"/>
              </c:ext>
            </c:extLst>
          </c:dPt>
          <c:dPt>
            <c:idx val="81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C-8B33-4B0A-ACA8-643C3052EE4C}"/>
              </c:ext>
            </c:extLst>
          </c:dPt>
          <c:dPt>
            <c:idx val="82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E-8B33-4B0A-ACA8-643C3052EE4C}"/>
              </c:ext>
            </c:extLst>
          </c:dPt>
          <c:dPt>
            <c:idx val="83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0-8B33-4B0A-ACA8-643C3052EE4C}"/>
              </c:ext>
            </c:extLst>
          </c:dPt>
          <c:dPt>
            <c:idx val="84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2-8B33-4B0A-ACA8-643C3052EE4C}"/>
              </c:ext>
            </c:extLst>
          </c:dPt>
          <c:dPt>
            <c:idx val="85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4-8B33-4B0A-ACA8-643C3052EE4C}"/>
              </c:ext>
            </c:extLst>
          </c:dPt>
          <c:dPt>
            <c:idx val="86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6-8B33-4B0A-ACA8-643C3052EE4C}"/>
              </c:ext>
            </c:extLst>
          </c:dPt>
          <c:dPt>
            <c:idx val="87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8-8B33-4B0A-ACA8-643C3052EE4C}"/>
              </c:ext>
            </c:extLst>
          </c:dPt>
          <c:dPt>
            <c:idx val="88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A-8B33-4B0A-ACA8-643C3052EE4C}"/>
              </c:ext>
            </c:extLst>
          </c:dPt>
          <c:dPt>
            <c:idx val="8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5B-8B33-4B0A-ACA8-643C3052EE4C}"/>
              </c:ext>
            </c:extLst>
          </c:dPt>
          <c:dLbls>
            <c:dLbl>
              <c:idx val="0"/>
              <c:layout>
                <c:manualLayout>
                  <c:x val="-4.4385299625468166E-2"/>
                  <c:y val="-4.8570853462157809E-2"/>
                </c:manualLayout>
              </c:layout>
              <c:tx>
                <c:rich>
                  <a:bodyPr/>
                  <a:lstStyle/>
                  <a:p>
                    <a:fld id="{226DEB3A-D35B-4655-B371-A168FA0E3DE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B33-4B0A-ACA8-643C3052EE4C}"/>
                </c:ext>
              </c:extLst>
            </c:dLbl>
            <c:dLbl>
              <c:idx val="1"/>
              <c:layout>
                <c:manualLayout>
                  <c:x val="-3.4767478152309614E-3"/>
                  <c:y val="0"/>
                </c:manualLayout>
              </c:layout>
              <c:tx>
                <c:rich>
                  <a:bodyPr/>
                  <a:lstStyle/>
                  <a:p>
                    <a:fld id="{3988A71D-FB10-4857-A911-F66D760A43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8B33-4B0A-ACA8-643C3052EE4C}"/>
                </c:ext>
              </c:extLst>
            </c:dLbl>
            <c:dLbl>
              <c:idx val="2"/>
              <c:layout>
                <c:manualLayout>
                  <c:x val="-4.3114700374531835E-2"/>
                  <c:y val="-4.0901771336553989E-2"/>
                </c:manualLayout>
              </c:layout>
              <c:tx>
                <c:rich>
                  <a:bodyPr/>
                  <a:lstStyle/>
                  <a:p>
                    <a:fld id="{6EF5DF8C-70A5-4E86-9D86-F66F32DC282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8B33-4B0A-ACA8-643C3052EE4C}"/>
                </c:ext>
              </c:extLst>
            </c:dLbl>
            <c:dLbl>
              <c:idx val="3"/>
              <c:layout>
                <c:manualLayout>
                  <c:x val="-3.6130149812734082E-2"/>
                  <c:y val="-3.323268921095008E-2"/>
                </c:manualLayout>
              </c:layout>
              <c:tx>
                <c:rich>
                  <a:bodyPr/>
                  <a:lstStyle/>
                  <a:p>
                    <a:fld id="{2DD187A5-2B78-4350-B67D-049BD221865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8B33-4B0A-ACA8-643C3052EE4C}"/>
                </c:ext>
              </c:extLst>
            </c:dLbl>
            <c:dLbl>
              <c:idx val="4"/>
              <c:layout>
                <c:manualLayout>
                  <c:x val="-4.9817883895131157E-2"/>
                  <c:y val="-4.8570853462157809E-2"/>
                </c:manualLayout>
              </c:layout>
              <c:tx>
                <c:rich>
                  <a:bodyPr/>
                  <a:lstStyle/>
                  <a:p>
                    <a:fld id="{1A738BA3-546B-49FE-A582-0CB474C7416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8B33-4B0A-ACA8-643C3052EE4C}"/>
                </c:ext>
              </c:extLst>
            </c:dLbl>
            <c:dLbl>
              <c:idx val="5"/>
              <c:layout>
                <c:manualLayout>
                  <c:x val="-4.8055087390761551E-2"/>
                  <c:y val="3.8345410628019279E-2"/>
                </c:manualLayout>
              </c:layout>
              <c:tx>
                <c:rich>
                  <a:bodyPr/>
                  <a:lstStyle/>
                  <a:p>
                    <a:fld id="{FE4ABCC8-1F13-4347-9039-2CE7712EBAE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8B33-4B0A-ACA8-643C3052EE4C}"/>
                </c:ext>
              </c:extLst>
            </c:dLbl>
            <c:dLbl>
              <c:idx val="6"/>
              <c:layout>
                <c:manualLayout>
                  <c:x val="-3.7110955056179777E-2"/>
                  <c:y val="-4.8570853462157809E-2"/>
                </c:manualLayout>
              </c:layout>
              <c:tx>
                <c:rich>
                  <a:bodyPr/>
                  <a:lstStyle/>
                  <a:p>
                    <a:fld id="{8C60D394-B0CF-4B47-BC16-73F7CC72645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8B33-4B0A-ACA8-643C3052EE4C}"/>
                </c:ext>
              </c:extLst>
            </c:dLbl>
            <c:dLbl>
              <c:idx val="7"/>
              <c:layout>
                <c:manualLayout>
                  <c:x val="-4.2385767790262242E-2"/>
                  <c:y val="4.0901771336553851E-2"/>
                </c:manualLayout>
              </c:layout>
              <c:tx>
                <c:rich>
                  <a:bodyPr/>
                  <a:lstStyle/>
                  <a:p>
                    <a:fld id="{6048A5E0-2147-4E13-B81F-A1A862CFE52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8B33-4B0A-ACA8-643C3052EE4C}"/>
                </c:ext>
              </c:extLst>
            </c:dLbl>
            <c:dLbl>
              <c:idx val="8"/>
              <c:layout>
                <c:manualLayout>
                  <c:x val="-3.3909488139825215E-2"/>
                  <c:y val="-3.3232689210950128E-2"/>
                </c:manualLayout>
              </c:layout>
              <c:tx>
                <c:rich>
                  <a:bodyPr/>
                  <a:lstStyle/>
                  <a:p>
                    <a:fld id="{96B26C49-1C5A-476D-8A45-13FF09528B8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8B33-4B0A-ACA8-643C3052EE4C}"/>
                </c:ext>
              </c:extLst>
            </c:dLbl>
            <c:dLbl>
              <c:idx val="9"/>
              <c:layout>
                <c:manualLayout>
                  <c:x val="-4.3114700374531911E-2"/>
                  <c:y val="4.0901771336553851E-2"/>
                </c:manualLayout>
              </c:layout>
              <c:tx>
                <c:rich>
                  <a:bodyPr/>
                  <a:lstStyle/>
                  <a:p>
                    <a:fld id="{B71A4BA3-5E69-4036-9C56-EA65FC20DBF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2-8B33-4B0A-ACA8-643C3052EE4C}"/>
                </c:ext>
              </c:extLst>
            </c:dLbl>
            <c:dLbl>
              <c:idx val="10"/>
              <c:layout>
                <c:manualLayout>
                  <c:x val="-6.1118913857677905E-3"/>
                  <c:y val="0"/>
                </c:manualLayout>
              </c:layout>
              <c:tx>
                <c:rich>
                  <a:bodyPr/>
                  <a:lstStyle/>
                  <a:p>
                    <a:fld id="{78ECCDD7-B33D-4265-8D53-EFCA94859C4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4-8B33-4B0A-ACA8-643C3052EE4C}"/>
                </c:ext>
              </c:extLst>
            </c:dLbl>
            <c:dLbl>
              <c:idx val="11"/>
              <c:layout>
                <c:manualLayout>
                  <c:x val="-3.1107990012484394E-2"/>
                  <c:y val="3.834541062801923E-2"/>
                </c:manualLayout>
              </c:layout>
              <c:tx>
                <c:rich>
                  <a:bodyPr/>
                  <a:lstStyle/>
                  <a:p>
                    <a:fld id="{6595E75C-F8ED-4C8F-BDA1-B40B24ECCBB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8B33-4B0A-ACA8-643C3052EE4C}"/>
                </c:ext>
              </c:extLst>
            </c:dLbl>
            <c:dLbl>
              <c:idx val="12"/>
              <c:layout>
                <c:manualLayout>
                  <c:x val="-3.7110955056179847E-2"/>
                  <c:y val="-3.8345410628019369E-2"/>
                </c:manualLayout>
              </c:layout>
              <c:tx>
                <c:rich>
                  <a:bodyPr/>
                  <a:lstStyle/>
                  <a:p>
                    <a:fld id="{4FAF786A-863D-4305-B5A1-F61D7AA8F56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8B33-4B0A-ACA8-643C3052EE4C}"/>
                </c:ext>
              </c:extLst>
            </c:dLbl>
            <c:dLbl>
              <c:idx val="13"/>
              <c:layout>
                <c:manualLayout>
                  <c:x val="-3.1107990012484394E-2"/>
                  <c:y val="2.3007246376811594E-2"/>
                </c:manualLayout>
              </c:layout>
              <c:tx>
                <c:rich>
                  <a:bodyPr/>
                  <a:lstStyle/>
                  <a:p>
                    <a:fld id="{FA13F1CD-C5C6-4063-8E9A-A5DF75BCE80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A-8B33-4B0A-ACA8-643C3052EE4C}"/>
                </c:ext>
              </c:extLst>
            </c:dLbl>
            <c:dLbl>
              <c:idx val="14"/>
              <c:layout>
                <c:manualLayout>
                  <c:x val="-3.6246098626716676E-2"/>
                  <c:y val="-3.0676328502415459E-2"/>
                </c:manualLayout>
              </c:layout>
              <c:tx>
                <c:rich>
                  <a:bodyPr/>
                  <a:lstStyle/>
                  <a:p>
                    <a:fld id="{5ED24CFA-E83D-469E-A7A8-924C19143C1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8B33-4B0A-ACA8-643C3052EE4C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C-8B33-4B0A-ACA8-643C3052EE4C}"/>
                </c:ext>
              </c:extLst>
            </c:dLbl>
            <c:dLbl>
              <c:idx val="16"/>
              <c:layout>
                <c:manualLayout>
                  <c:x val="-4.2250000000000003E-2"/>
                  <c:y val="3.834541062801923E-2"/>
                </c:manualLayout>
              </c:layout>
              <c:tx>
                <c:rich>
                  <a:bodyPr/>
                  <a:lstStyle/>
                  <a:p>
                    <a:fld id="{549EBCB9-3DFA-45A0-8F86-2228D1ACC4A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8B33-4B0A-ACA8-643C3052EE4C}"/>
                </c:ext>
              </c:extLst>
            </c:dLbl>
            <c:dLbl>
              <c:idx val="17"/>
              <c:layout>
                <c:manualLayout>
                  <c:x val="-2.925967540574282E-2"/>
                  <c:y val="-2.3007246376811688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sz="600" b="0" i="0" u="none" strike="noStrike" kern="1200" baseline="0" dirty="0">
                        <a:solidFill>
                          <a:srgbClr val="1D1D1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客户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8B33-4B0A-ACA8-643C3052EE4C}"/>
                </c:ext>
              </c:extLst>
            </c:dLbl>
            <c:dLbl>
              <c:idx val="18"/>
              <c:layout>
                <c:manualLayout>
                  <c:x val="-4.3115636704119852E-2"/>
                  <c:y val="3.3232689210949892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sz="600" b="0" i="0" u="none" strike="noStrike" kern="1200" baseline="0" dirty="0">
                        <a:solidFill>
                          <a:srgbClr val="1D1D1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客户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8B33-4B0A-ACA8-643C3052EE4C}"/>
                </c:ext>
              </c:extLst>
            </c:dLbl>
            <c:dLbl>
              <c:idx val="19"/>
              <c:layout>
                <c:manualLayout>
                  <c:x val="-3.6246098626716607E-2"/>
                  <c:y val="4.0901771336553948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dirty="0"/>
                      <a:t>新媒体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8B33-4B0A-ACA8-643C3052EE4C}"/>
                </c:ext>
              </c:extLst>
            </c:dLbl>
            <c:dLbl>
              <c:idx val="20"/>
              <c:layout>
                <c:manualLayout>
                  <c:x val="-4.1776217228464418E-2"/>
                  <c:y val="5.112721417069243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dirty="0"/>
                      <a:t>客户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8B33-4B0A-ACA8-643C3052EE4C}"/>
                </c:ext>
              </c:extLst>
            </c:dLbl>
            <c:dLbl>
              <c:idx val="21"/>
              <c:layout>
                <c:manualLayout>
                  <c:x val="-3.8785892634207279E-2"/>
                  <c:y val="-3.323268921095008E-2"/>
                </c:manualLayout>
              </c:layout>
              <c:tx>
                <c:rich>
                  <a:bodyPr/>
                  <a:lstStyle/>
                  <a:p>
                    <a:fld id="{1B58D5A0-36CF-496D-AFF8-D9058EC216B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D-8B33-4B0A-ACA8-643C3052EE4C}"/>
                </c:ext>
              </c:extLst>
            </c:dLbl>
            <c:dLbl>
              <c:idx val="22"/>
              <c:layout>
                <c:manualLayout>
                  <c:x val="-3.4210986267166045E-2"/>
                  <c:y val="3.3232689210949989E-2"/>
                </c:manualLayout>
              </c:layout>
              <c:tx>
                <c:rich>
                  <a:bodyPr/>
                  <a:lstStyle/>
                  <a:p>
                    <a:fld id="{8258D125-6565-471C-851B-7A89005665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E-8B33-4B0A-ACA8-643C3052EE4C}"/>
                </c:ext>
              </c:extLst>
            </c:dLbl>
            <c:dLbl>
              <c:idx val="23"/>
              <c:layout>
                <c:manualLayout>
                  <c:x val="-3.2950998751560552E-2"/>
                  <c:y val="-2.811996779388079E-2"/>
                </c:manualLayout>
              </c:layout>
              <c:tx>
                <c:rich>
                  <a:bodyPr/>
                  <a:lstStyle/>
                  <a:p>
                    <a:fld id="{22A3AD53-4DB8-4612-9E1A-2D0E1D2D434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F-8B33-4B0A-ACA8-643C3052EE4C}"/>
                </c:ext>
              </c:extLst>
            </c:dLbl>
            <c:dLbl>
              <c:idx val="24"/>
              <c:layout>
                <c:manualLayout>
                  <c:x val="-6.5385455680399135E-3"/>
                  <c:y val="0"/>
                </c:manualLayout>
              </c:layout>
              <c:tx>
                <c:rich>
                  <a:bodyPr/>
                  <a:lstStyle/>
                  <a:p>
                    <a:fld id="{0F471C6F-B9AC-4469-8B99-55CF1A4DC3F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0-8B33-4B0A-ACA8-643C3052EE4C}"/>
                </c:ext>
              </c:extLst>
            </c:dLbl>
            <c:dLbl>
              <c:idx val="25"/>
              <c:layout>
                <c:manualLayout>
                  <c:x val="-3.1107990012484394E-2"/>
                  <c:y val="3.323268921095008E-2"/>
                </c:manualLayout>
              </c:layout>
              <c:tx>
                <c:rich>
                  <a:bodyPr/>
                  <a:lstStyle/>
                  <a:p>
                    <a:fld id="{4F563B2F-E185-448E-AD0F-8532116213C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1-8B33-4B0A-ACA8-643C3052EE4C}"/>
                </c:ext>
              </c:extLst>
            </c:dLbl>
            <c:dLbl>
              <c:idx val="26"/>
              <c:layout>
                <c:manualLayout>
                  <c:x val="-4.3115636704119865E-2"/>
                  <c:y val="-3.0676328502415553E-2"/>
                </c:manualLayout>
              </c:layout>
              <c:tx>
                <c:rich>
                  <a:bodyPr/>
                  <a:lstStyle/>
                  <a:p>
                    <a:fld id="{D12FA844-8F0C-49F0-80F4-EE4A41BB217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2-8B33-4B0A-ACA8-643C3052EE4C}"/>
                </c:ext>
              </c:extLst>
            </c:dLbl>
            <c:dLbl>
              <c:idx val="27"/>
              <c:layout>
                <c:manualLayout>
                  <c:x val="-4.5917134831460676E-2"/>
                  <c:y val="-2.0450885668276974E-2"/>
                </c:manualLayout>
              </c:layout>
              <c:tx>
                <c:rich>
                  <a:bodyPr/>
                  <a:lstStyle/>
                  <a:p>
                    <a:fld id="{FAF92C7F-0878-4515-8DAC-0A9C5090CDE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3-8B33-4B0A-ACA8-643C3052EE4C}"/>
                </c:ext>
              </c:extLst>
            </c:dLbl>
            <c:dLbl>
              <c:idx val="28"/>
              <c:layout>
                <c:manualLayout>
                  <c:x val="-7.2276841448189799E-2"/>
                  <c:y val="-4.0901771336553948E-2"/>
                </c:manualLayout>
              </c:layout>
              <c:tx>
                <c:rich>
                  <a:bodyPr/>
                  <a:lstStyle/>
                  <a:p>
                    <a:fld id="{26AC4B14-1E6E-4329-8FA2-7B7284E59BF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4-8B33-4B0A-ACA8-643C3052EE4C}"/>
                </c:ext>
              </c:extLst>
            </c:dLbl>
            <c:dLbl>
              <c:idx val="29"/>
              <c:layout>
                <c:manualLayout>
                  <c:x val="-4.3115636704119886E-2"/>
                  <c:y val="-1.533816425120773E-2"/>
                </c:manualLayout>
              </c:layout>
              <c:tx>
                <c:rich>
                  <a:bodyPr/>
                  <a:lstStyle/>
                  <a:p>
                    <a:fld id="{C11C14B6-027F-480B-AA8D-781A4ED3F43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5-8B33-4B0A-ACA8-643C3052EE4C}"/>
                </c:ext>
              </c:extLst>
            </c:dLbl>
            <c:dLbl>
              <c:idx val="30"/>
              <c:layout>
                <c:manualLayout>
                  <c:x val="-3.7894350811485643E-2"/>
                  <c:y val="-2.0450885668277068E-2"/>
                </c:manualLayout>
              </c:layout>
              <c:tx>
                <c:rich>
                  <a:bodyPr/>
                  <a:lstStyle/>
                  <a:p>
                    <a:fld id="{E6DE9143-7A48-4780-B6E9-A5DB97DE735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6-8B33-4B0A-ACA8-643C3052EE4C}"/>
                </c:ext>
              </c:extLst>
            </c:dLbl>
            <c:dLbl>
              <c:idx val="31"/>
              <c:layout>
                <c:manualLayout>
                  <c:x val="-2.0544163545568039E-2"/>
                  <c:y val="-5.368357487922705E-2"/>
                </c:manualLayout>
              </c:layout>
              <c:tx>
                <c:rich>
                  <a:bodyPr/>
                  <a:lstStyle/>
                  <a:p>
                    <a:fld id="{1336DF13-3805-481B-B6AB-02B7294981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7-8B33-4B0A-ACA8-643C3052EE4C}"/>
                </c:ext>
              </c:extLst>
            </c:dLbl>
            <c:dLbl>
              <c:idx val="32"/>
              <c:layout>
                <c:manualLayout>
                  <c:x val="-3.2950998751560587E-2"/>
                  <c:y val="-3.0676328502415504E-2"/>
                </c:manualLayout>
              </c:layout>
              <c:tx>
                <c:rich>
                  <a:bodyPr/>
                  <a:lstStyle/>
                  <a:p>
                    <a:fld id="{E15F2895-7EB3-4395-97D9-44538BC508B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8-8B33-4B0A-ACA8-643C3052EE4C}"/>
                </c:ext>
              </c:extLst>
            </c:dLbl>
            <c:dLbl>
              <c:idx val="33"/>
              <c:layout>
                <c:manualLayout>
                  <c:x val="-3.1107990012484411E-2"/>
                  <c:y val="-3.57890499194847E-2"/>
                </c:manualLayout>
              </c:layout>
              <c:tx>
                <c:rich>
                  <a:bodyPr/>
                  <a:lstStyle/>
                  <a:p>
                    <a:fld id="{9D241F68-8839-4A6E-B2E6-109518937D8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9-8B33-4B0A-ACA8-643C3052EE4C}"/>
                </c:ext>
              </c:extLst>
            </c:dLbl>
            <c:dLbl>
              <c:idx val="34"/>
              <c:layout>
                <c:manualLayout>
                  <c:x val="-3.450452559300872E-2"/>
                  <c:y val="-1.533816425120773E-2"/>
                </c:manualLayout>
              </c:layout>
              <c:tx>
                <c:rich>
                  <a:bodyPr/>
                  <a:lstStyle/>
                  <a:p>
                    <a:fld id="{9B194A8D-6EDF-498E-872F-E7A667DECF0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A-8B33-4B0A-ACA8-643C3052EE4C}"/>
                </c:ext>
              </c:extLst>
            </c:dLbl>
            <c:dLbl>
              <c:idx val="35"/>
              <c:layout>
                <c:manualLayout>
                  <c:x val="-4.0508270911360798E-2"/>
                  <c:y val="-3.0676328502415504E-2"/>
                </c:manualLayout>
              </c:layout>
              <c:tx>
                <c:rich>
                  <a:bodyPr/>
                  <a:lstStyle/>
                  <a:p>
                    <a:fld id="{791C6813-97BD-4A8F-9466-325B55141F9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B-8B33-4B0A-ACA8-643C3052EE4C}"/>
                </c:ext>
              </c:extLst>
            </c:dLbl>
            <c:dLbl>
              <c:idx val="36"/>
              <c:layout>
                <c:manualLayout>
                  <c:x val="-3.1107990012484394E-2"/>
                  <c:y val="3.834541062801923E-2"/>
                </c:manualLayout>
              </c:layout>
              <c:tx>
                <c:rich>
                  <a:bodyPr/>
                  <a:lstStyle/>
                  <a:p>
                    <a:fld id="{30C02A95-6568-4BAB-993B-4854F9B493D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C-8B33-4B0A-ACA8-643C3052EE4C}"/>
                </c:ext>
              </c:extLst>
            </c:dLbl>
            <c:dLbl>
              <c:idx val="37"/>
              <c:layout>
                <c:manualLayout>
                  <c:x val="-4.3898252184769039E-2"/>
                  <c:y val="-2.8119967793880839E-2"/>
                </c:manualLayout>
              </c:layout>
              <c:tx>
                <c:rich>
                  <a:bodyPr/>
                  <a:lstStyle/>
                  <a:p>
                    <a:fld id="{C0F529CE-F145-400C-B7AE-DF2C2D6477C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D-8B33-4B0A-ACA8-643C3052EE4C}"/>
                </c:ext>
              </c:extLst>
            </c:dLbl>
            <c:dLbl>
              <c:idx val="38"/>
              <c:layout>
                <c:manualLayout>
                  <c:x val="-3.3280274656679154E-2"/>
                  <c:y val="-1.0225442834138487E-2"/>
                </c:manualLayout>
              </c:layout>
              <c:tx>
                <c:rich>
                  <a:bodyPr/>
                  <a:lstStyle/>
                  <a:p>
                    <a:fld id="{4CCF762C-E109-45F8-B0C3-85A51197699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E-8B33-4B0A-ACA8-643C3052EE4C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F-8B33-4B0A-ACA8-643C3052EE4C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0-8B33-4B0A-ACA8-643C3052EE4C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1-8B33-4B0A-ACA8-643C3052EE4C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2-8B33-4B0A-ACA8-643C3052EE4C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3-8B33-4B0A-ACA8-643C3052EE4C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8B33-4B0A-ACA8-643C3052EE4C}"/>
                </c:ext>
              </c:extLst>
            </c:dLbl>
            <c:dLbl>
              <c:idx val="45"/>
              <c:layout>
                <c:manualLayout>
                  <c:x val="-7.2785892634207316E-2"/>
                  <c:y val="0"/>
                </c:manualLayout>
              </c:layout>
              <c:tx>
                <c:rich>
                  <a:bodyPr/>
                  <a:lstStyle/>
                  <a:p>
                    <a:fld id="{88A490D7-B758-4F2B-9B43-FC46D31A60A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8B33-4B0A-ACA8-643C3052EE4C}"/>
                </c:ext>
              </c:extLst>
            </c:dLbl>
            <c:dLbl>
              <c:idx val="46"/>
              <c:layout>
                <c:manualLayout>
                  <c:x val="-3.1890605493133654E-2"/>
                  <c:y val="3.3232689210949989E-2"/>
                </c:manualLayout>
              </c:layout>
              <c:tx>
                <c:rich>
                  <a:bodyPr/>
                  <a:lstStyle/>
                  <a:p>
                    <a:fld id="{09F3CCDB-296C-41C2-8938-D16826FFDD7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6-8B33-4B0A-ACA8-643C3052EE4C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fld id="{090F8681-E457-4E89-AE87-7AEB14F9AE5A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8B33-4B0A-ACA8-643C3052EE4C}"/>
                </c:ext>
              </c:extLst>
            </c:dLbl>
            <c:dLbl>
              <c:idx val="48"/>
              <c:layout>
                <c:manualLayout>
                  <c:x val="-3.8954744069912534E-2"/>
                  <c:y val="2.3007246376811594E-2"/>
                </c:manualLayout>
              </c:layout>
              <c:tx>
                <c:rich>
                  <a:bodyPr/>
                  <a:lstStyle/>
                  <a:p>
                    <a:fld id="{DF58E45C-FE67-40FD-87C2-39011C26518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A-8B33-4B0A-ACA8-643C3052EE4C}"/>
                </c:ext>
              </c:extLst>
            </c:dLbl>
            <c:dLbl>
              <c:idx val="49"/>
              <c:layout>
                <c:manualLayout>
                  <c:x val="-3.7110955056179701E-2"/>
                  <c:y val="8.4359903381642606E-2"/>
                </c:manualLayout>
              </c:layout>
              <c:tx>
                <c:rich>
                  <a:bodyPr/>
                  <a:lstStyle/>
                  <a:p>
                    <a:fld id="{67B464F8-B953-4A44-A9CD-5D49E587D01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B-8B33-4B0A-ACA8-643C3052EE4C}"/>
                </c:ext>
              </c:extLst>
            </c:dLbl>
            <c:dLbl>
              <c:idx val="50"/>
              <c:layout>
                <c:manualLayout>
                  <c:x val="-4.3114700374531911E-2"/>
                  <c:y val="-2.3007246376811594E-2"/>
                </c:manualLayout>
              </c:layout>
              <c:tx>
                <c:rich>
                  <a:bodyPr/>
                  <a:lstStyle/>
                  <a:p>
                    <a:fld id="{24AAD63D-BA21-42C8-A58A-7E37924EBB5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C-8B33-4B0A-ACA8-643C3052EE4C}"/>
                </c:ext>
              </c:extLst>
            </c:dLbl>
            <c:dLbl>
              <c:idx val="51"/>
              <c:layout>
                <c:manualLayout>
                  <c:x val="-9.3915106117353306E-2"/>
                  <c:y val="0"/>
                </c:manualLayout>
              </c:layout>
              <c:tx>
                <c:rich>
                  <a:bodyPr/>
                  <a:lstStyle/>
                  <a:p>
                    <a:fld id="{813ABBA5-F63B-4859-BD54-0903079F2A3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E-8B33-4B0A-ACA8-643C3052EE4C}"/>
                </c:ext>
              </c:extLst>
            </c:dLbl>
            <c:dLbl>
              <c:idx val="52"/>
              <c:layout>
                <c:manualLayout>
                  <c:x val="6.3745318352058473E-3"/>
                  <c:y val="0"/>
                </c:manualLayout>
              </c:layout>
              <c:tx>
                <c:rich>
                  <a:bodyPr/>
                  <a:lstStyle/>
                  <a:p>
                    <a:fld id="{EF9E7473-A3AB-4256-B4D9-C3150434228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0-8B33-4B0A-ACA8-643C3052EE4C}"/>
                </c:ext>
              </c:extLst>
            </c:dLbl>
            <c:dLbl>
              <c:idx val="53"/>
              <c:layout>
                <c:manualLayout>
                  <c:x val="-3.1107990012484467E-2"/>
                  <c:y val="4.0901771336553948E-2"/>
                </c:manualLayout>
              </c:layout>
              <c:tx>
                <c:rich>
                  <a:bodyPr/>
                  <a:lstStyle/>
                  <a:p>
                    <a:fld id="{CCCCDF61-0D9B-4F78-9F0A-4B49561FBBD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2-8B33-4B0A-ACA8-643C3052EE4C}"/>
                </c:ext>
              </c:extLst>
            </c:dLbl>
            <c:dLbl>
              <c:idx val="54"/>
              <c:layout>
                <c:manualLayout>
                  <c:x val="4.5088951310861426E-3"/>
                  <c:y val="4.3458132045088471E-2"/>
                </c:manualLayout>
              </c:layout>
              <c:tx>
                <c:rich>
                  <a:bodyPr/>
                  <a:lstStyle/>
                  <a:p>
                    <a:fld id="{9272EB43-CBB6-450F-A409-CB59C4BF7AD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4-8B33-4B0A-ACA8-643C3052EE4C}"/>
                </c:ext>
              </c:extLst>
            </c:dLbl>
            <c:dLbl>
              <c:idx val="55"/>
              <c:layout>
                <c:manualLayout>
                  <c:x val="2.46894506866417E-3"/>
                  <c:y val="0"/>
                </c:manualLayout>
              </c:layout>
              <c:tx>
                <c:rich>
                  <a:bodyPr/>
                  <a:lstStyle/>
                  <a:p>
                    <a:fld id="{DD36C4B4-8A55-49D5-835F-558AEA64165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6-8B33-4B0A-ACA8-643C3052EE4C}"/>
                </c:ext>
              </c:extLst>
            </c:dLbl>
            <c:dLbl>
              <c:idx val="56"/>
              <c:layout>
                <c:manualLayout>
                  <c:x val="-4.2138888888888962E-2"/>
                  <c:y val="4.6014492753623189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dirty="0"/>
                      <a:t>趣丸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8B33-4B0A-ACA8-643C3052EE4C}"/>
                </c:ext>
              </c:extLst>
            </c:dLbl>
            <c:dLbl>
              <c:idx val="57"/>
              <c:layout>
                <c:manualLayout>
                  <c:x val="-5.0104712858926342E-2"/>
                  <c:y val="5.6239935587761677E-2"/>
                </c:manualLayout>
              </c:layout>
              <c:tx>
                <c:rich>
                  <a:bodyPr/>
                  <a:lstStyle/>
                  <a:p>
                    <a:fld id="{2D29FE3B-4398-45C0-988B-70E6CC6E119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A-8B33-4B0A-ACA8-643C3052EE4C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fld id="{C67714EC-506C-45D5-B515-B8843449B9BF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8B33-4B0A-ACA8-643C3052EE4C}"/>
                </c:ext>
              </c:extLst>
            </c:dLbl>
            <c:dLbl>
              <c:idx val="59"/>
              <c:layout>
                <c:manualLayout>
                  <c:x val="-5.3488451935081151E-2"/>
                  <c:y val="5.112721417069243E-2"/>
                </c:manualLayout>
              </c:layout>
              <c:tx>
                <c:rich>
                  <a:bodyPr/>
                  <a:lstStyle/>
                  <a:p>
                    <a:fld id="{3CDC6D1F-2785-45B5-A489-4EDAA9CB2E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E-8B33-4B0A-ACA8-643C3052EE4C}"/>
                </c:ext>
              </c:extLst>
            </c:dLbl>
            <c:dLbl>
              <c:idx val="60"/>
              <c:layout>
                <c:manualLayout>
                  <c:x val="-4.4038077403245945E-2"/>
                  <c:y val="5.112721417069243E-2"/>
                </c:manualLayout>
              </c:layout>
              <c:tx>
                <c:rich>
                  <a:bodyPr/>
                  <a:lstStyle/>
                  <a:p>
                    <a:fld id="{53C715F6-BBD8-410F-A558-0C1EFC62CE9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0-8B33-4B0A-ACA8-643C3052EE4C}"/>
                </c:ext>
              </c:extLst>
            </c:dLbl>
            <c:dLbl>
              <c:idx val="61"/>
              <c:layout>
                <c:manualLayout>
                  <c:x val="-5.810892634207241E-2"/>
                  <c:y val="-3.0676328502415459E-2"/>
                </c:manualLayout>
              </c:layout>
              <c:tx>
                <c:rich>
                  <a:bodyPr/>
                  <a:lstStyle/>
                  <a:p>
                    <a:fld id="{EE530A17-999C-44B3-8D44-2FADC049B96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2-8B33-4B0A-ACA8-643C3052EE4C}"/>
                </c:ext>
              </c:extLst>
            </c:dLbl>
            <c:dLbl>
              <c:idx val="62"/>
              <c:layout>
                <c:manualLayout>
                  <c:x val="-5.3251560549313355E-2"/>
                  <c:y val="-2.3007246376811594E-2"/>
                </c:manualLayout>
              </c:layout>
              <c:tx>
                <c:rich>
                  <a:bodyPr/>
                  <a:lstStyle/>
                  <a:p>
                    <a:fld id="{EF532548-96B0-4C6F-9977-1D2C0480663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4-8B33-4B0A-ACA8-643C3052EE4C}"/>
                </c:ext>
              </c:extLst>
            </c:dLbl>
            <c:dLbl>
              <c:idx val="63"/>
              <c:layout>
                <c:manualLayout>
                  <c:x val="-4.8997815230961299E-2"/>
                  <c:y val="3.0676328502415459E-2"/>
                </c:manualLayout>
              </c:layout>
              <c:tx>
                <c:rich>
                  <a:bodyPr/>
                  <a:lstStyle/>
                  <a:p>
                    <a:fld id="{8E2D04BA-6C7D-42FD-B5D4-C87AC033F7D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6-8B33-4B0A-ACA8-643C3052EE4C}"/>
                </c:ext>
              </c:extLst>
            </c:dLbl>
            <c:dLbl>
              <c:idx val="64"/>
              <c:layout>
                <c:manualLayout>
                  <c:x val="-6.0846598002496879E-2"/>
                  <c:y val="4.6014492753623189E-2"/>
                </c:manualLayout>
              </c:layout>
              <c:tx>
                <c:rich>
                  <a:bodyPr/>
                  <a:lstStyle/>
                  <a:p>
                    <a:fld id="{48D9C36B-ACA6-46E9-88C1-9C9473FC940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8-8B33-4B0A-ACA8-643C3052EE4C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4-8B33-4B0A-ACA8-643C3052EE4C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5-8B33-4B0A-ACA8-643C3052EE4C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6-8B33-4B0A-ACA8-643C3052EE4C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7-8B33-4B0A-ACA8-643C3052EE4C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8-8B33-4B0A-ACA8-643C3052EE4C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9-8B33-4B0A-ACA8-643C3052EE4C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A-8B33-4B0A-ACA8-643C3052EE4C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B-8B33-4B0A-ACA8-643C3052EE4C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C-8B33-4B0A-ACA8-643C3052EE4C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D-8B33-4B0A-ACA8-643C3052EE4C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E-8B33-4B0A-ACA8-643C3052EE4C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F-8B33-4B0A-ACA8-643C3052EE4C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0-8B33-4B0A-ACA8-643C3052EE4C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1-8B33-4B0A-ACA8-643C3052EE4C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2-8B33-4B0A-ACA8-643C3052EE4C}"/>
                </c:ext>
              </c:extLst>
            </c:dLbl>
            <c:dLbl>
              <c:idx val="80"/>
              <c:layout>
                <c:manualLayout>
                  <c:x val="3.5805555555555556E-2"/>
                  <c:y val="0"/>
                </c:manualLayout>
              </c:layout>
              <c:tx>
                <c:rich>
                  <a:bodyPr/>
                  <a:lstStyle/>
                  <a:p>
                    <a:fld id="{324DD434-000E-4AEF-AC00-147D27093C2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A-8B33-4B0A-ACA8-643C3052EE4C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fld id="{46AFDE60-435D-40B0-8077-586BDE21A623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8B33-4B0A-ACA8-643C3052EE4C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DB00FBFD-1353-462A-B1E0-EA8D68BE266C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8B33-4B0A-ACA8-643C3052EE4C}"/>
                </c:ext>
              </c:extLst>
            </c:dLbl>
            <c:dLbl>
              <c:idx val="83"/>
              <c:layout>
                <c:manualLayout>
                  <c:x val="2.4634519350811485E-2"/>
                  <c:y val="0"/>
                </c:manualLayout>
              </c:layout>
              <c:tx>
                <c:rich>
                  <a:bodyPr/>
                  <a:lstStyle/>
                  <a:p>
                    <a:fld id="{E125A8D8-BCEC-48B5-B9B4-1D28DB24FAA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0-8B33-4B0A-ACA8-643C3052EE4C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009247B8-B1F5-4187-A5E1-F61ACD06C1F7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8B33-4B0A-ACA8-643C3052EE4C}"/>
                </c:ext>
              </c:extLst>
            </c:dLbl>
            <c:dLbl>
              <c:idx val="85"/>
              <c:layout>
                <c:manualLayout>
                  <c:x val="-3.748439450686787E-3"/>
                  <c:y val="0"/>
                </c:manualLayout>
              </c:layout>
              <c:tx>
                <c:rich>
                  <a:bodyPr/>
                  <a:lstStyle/>
                  <a:p>
                    <a:fld id="{E453F964-6742-4133-9373-D641980F4CF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4-8B33-4B0A-ACA8-643C3052EE4C}"/>
                </c:ext>
              </c:extLst>
            </c:dLbl>
            <c:dLbl>
              <c:idx val="86"/>
              <c:layout>
                <c:manualLayout>
                  <c:x val="-5.6141073657927663E-2"/>
                  <c:y val="3.8345410628019279E-2"/>
                </c:manualLayout>
              </c:layout>
              <c:tx>
                <c:rich>
                  <a:bodyPr/>
                  <a:lstStyle/>
                  <a:p>
                    <a:fld id="{C9143913-F846-4694-97A1-ADAD0E5BFAA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6-8B33-4B0A-ACA8-643C3052EE4C}"/>
                </c:ext>
              </c:extLst>
            </c:dLbl>
            <c:dLbl>
              <c:idx val="87"/>
              <c:layout>
                <c:manualLayout>
                  <c:x val="-4.9118601747815231E-2"/>
                  <c:y val="-1.789452495974235E-2"/>
                </c:manualLayout>
              </c:layout>
              <c:tx>
                <c:rich>
                  <a:bodyPr/>
                  <a:lstStyle/>
                  <a:p>
                    <a:fld id="{0F620A67-F551-4B43-B5F8-04542C69368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8-8B33-4B0A-ACA8-643C3052EE4C}"/>
                </c:ext>
              </c:extLst>
            </c:dLbl>
            <c:dLbl>
              <c:idx val="88"/>
              <c:layout>
                <c:manualLayout>
                  <c:x val="-9.7171972534332088E-2"/>
                  <c:y val="0"/>
                </c:manualLayout>
              </c:layout>
              <c:tx>
                <c:rich>
                  <a:bodyPr/>
                  <a:lstStyle/>
                  <a:p>
                    <a:fld id="{9CE06D66-DC60-4213-AF7F-D3907C3A3EC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A-8B33-4B0A-ACA8-643C3052EE4C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8B33-4B0A-ACA8-643C3052EE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0" tIns="0" rIns="0" bIns="0" anchor="ctr" anchorCtr="1">
                <a:spAutoFit/>
              </a:bodyPr>
              <a:lstStyle/>
              <a:p>
                <a:pPr>
                  <a:spcAft>
                    <a:spcPts val="0"/>
                  </a:spcAft>
                  <a:defRPr sz="6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DataLabelsRange val="1"/>
                <c15:showLeaderLines val="1"/>
                <c15:leaderLines>
                  <c:spPr>
                    <a:ln w="3175" cap="rnd">
                      <a:noFill/>
                    </a:ln>
                  </c:spPr>
                </c15:leaderLines>
              </c:ext>
            </c:extLst>
          </c:dLbls>
          <c:xVal>
            <c:numRef>
              <c:f>Sheet1!$B$2:$B$91</c:f>
              <c:numCache>
                <c:formatCode>0%</c:formatCode>
                <c:ptCount val="90"/>
                <c:pt idx="0">
                  <c:v>66</c:v>
                </c:pt>
                <c:pt idx="1">
                  <c:v>58</c:v>
                </c:pt>
                <c:pt idx="2">
                  <c:v>58</c:v>
                </c:pt>
                <c:pt idx="3">
                  <c:v>58</c:v>
                </c:pt>
                <c:pt idx="4">
                  <c:v>52</c:v>
                </c:pt>
                <c:pt idx="5">
                  <c:v>55</c:v>
                </c:pt>
                <c:pt idx="6">
                  <c:v>63</c:v>
                </c:pt>
                <c:pt idx="7">
                  <c:v>63</c:v>
                </c:pt>
                <c:pt idx="8">
                  <c:v>58</c:v>
                </c:pt>
                <c:pt idx="9">
                  <c:v>53</c:v>
                </c:pt>
                <c:pt idx="10">
                  <c:v>76</c:v>
                </c:pt>
                <c:pt idx="11">
                  <c:v>58</c:v>
                </c:pt>
                <c:pt idx="12">
                  <c:v>72</c:v>
                </c:pt>
                <c:pt idx="13">
                  <c:v>59</c:v>
                </c:pt>
                <c:pt idx="14">
                  <c:v>63</c:v>
                </c:pt>
                <c:pt idx="16">
                  <c:v>25</c:v>
                </c:pt>
                <c:pt idx="17">
                  <c:v>30</c:v>
                </c:pt>
                <c:pt idx="18">
                  <c:v>35</c:v>
                </c:pt>
                <c:pt idx="19">
                  <c:v>35</c:v>
                </c:pt>
                <c:pt idx="20">
                  <c:v>25</c:v>
                </c:pt>
                <c:pt idx="21">
                  <c:v>33</c:v>
                </c:pt>
                <c:pt idx="22">
                  <c:v>31</c:v>
                </c:pt>
                <c:pt idx="23">
                  <c:v>32</c:v>
                </c:pt>
                <c:pt idx="24">
                  <c:v>30</c:v>
                </c:pt>
                <c:pt idx="25">
                  <c:v>29</c:v>
                </c:pt>
                <c:pt idx="26">
                  <c:v>20</c:v>
                </c:pt>
                <c:pt idx="27">
                  <c:v>23</c:v>
                </c:pt>
                <c:pt idx="28">
                  <c:v>28</c:v>
                </c:pt>
                <c:pt idx="29">
                  <c:v>28</c:v>
                </c:pt>
                <c:pt idx="30">
                  <c:v>19</c:v>
                </c:pt>
                <c:pt idx="31">
                  <c:v>28</c:v>
                </c:pt>
                <c:pt idx="32">
                  <c:v>28</c:v>
                </c:pt>
                <c:pt idx="33">
                  <c:v>19</c:v>
                </c:pt>
                <c:pt idx="34">
                  <c:v>18</c:v>
                </c:pt>
                <c:pt idx="35">
                  <c:v>34</c:v>
                </c:pt>
                <c:pt idx="36">
                  <c:v>25</c:v>
                </c:pt>
                <c:pt idx="37">
                  <c:v>25</c:v>
                </c:pt>
                <c:pt idx="38">
                  <c:v>29</c:v>
                </c:pt>
                <c:pt idx="45">
                  <c:v>73</c:v>
                </c:pt>
                <c:pt idx="46" formatCode="0.0%">
                  <c:v>73</c:v>
                </c:pt>
                <c:pt idx="47">
                  <c:v>77</c:v>
                </c:pt>
                <c:pt idx="48">
                  <c:v>77</c:v>
                </c:pt>
                <c:pt idx="49" formatCode="0.0%">
                  <c:v>74</c:v>
                </c:pt>
                <c:pt idx="50">
                  <c:v>79</c:v>
                </c:pt>
                <c:pt idx="51">
                  <c:v>75</c:v>
                </c:pt>
                <c:pt idx="52">
                  <c:v>79</c:v>
                </c:pt>
                <c:pt idx="53">
                  <c:v>70</c:v>
                </c:pt>
                <c:pt idx="54">
                  <c:v>74</c:v>
                </c:pt>
                <c:pt idx="55">
                  <c:v>79</c:v>
                </c:pt>
                <c:pt idx="56" formatCode="0.0%">
                  <c:v>72</c:v>
                </c:pt>
                <c:pt idx="57" formatCode="0.0%">
                  <c:v>76</c:v>
                </c:pt>
                <c:pt idx="58" formatCode="0.0%">
                  <c:v>81</c:v>
                </c:pt>
                <c:pt idx="59" formatCode="0.0%">
                  <c:v>88</c:v>
                </c:pt>
                <c:pt idx="60" formatCode="0.0%">
                  <c:v>83</c:v>
                </c:pt>
                <c:pt idx="61" formatCode="0.0%">
                  <c:v>88</c:v>
                </c:pt>
                <c:pt idx="62" formatCode="0.0%">
                  <c:v>79</c:v>
                </c:pt>
                <c:pt idx="63" formatCode="0.0%">
                  <c:v>88</c:v>
                </c:pt>
                <c:pt idx="64" formatCode="0.0%">
                  <c:v>92</c:v>
                </c:pt>
                <c:pt idx="80">
                  <c:v>95</c:v>
                </c:pt>
                <c:pt idx="81">
                  <c:v>85</c:v>
                </c:pt>
                <c:pt idx="82">
                  <c:v>91</c:v>
                </c:pt>
                <c:pt idx="83">
                  <c:v>95</c:v>
                </c:pt>
                <c:pt idx="84">
                  <c:v>96</c:v>
                </c:pt>
                <c:pt idx="85">
                  <c:v>75</c:v>
                </c:pt>
                <c:pt idx="86">
                  <c:v>77</c:v>
                </c:pt>
                <c:pt idx="87">
                  <c:v>82</c:v>
                </c:pt>
                <c:pt idx="88" formatCode="0.0%">
                  <c:v>88</c:v>
                </c:pt>
              </c:numCache>
            </c:numRef>
          </c:xVal>
          <c:yVal>
            <c:numRef>
              <c:f>Sheet1!$C$2:$C$91</c:f>
              <c:numCache>
                <c:formatCode>General</c:formatCode>
                <c:ptCount val="90"/>
                <c:pt idx="0">
                  <c:v>86</c:v>
                </c:pt>
                <c:pt idx="1">
                  <c:v>79</c:v>
                </c:pt>
                <c:pt idx="2">
                  <c:v>79</c:v>
                </c:pt>
                <c:pt idx="3">
                  <c:v>89</c:v>
                </c:pt>
                <c:pt idx="4">
                  <c:v>82</c:v>
                </c:pt>
                <c:pt idx="5">
                  <c:v>81</c:v>
                </c:pt>
                <c:pt idx="6">
                  <c:v>84</c:v>
                </c:pt>
                <c:pt idx="7">
                  <c:v>64</c:v>
                </c:pt>
                <c:pt idx="8">
                  <c:v>69</c:v>
                </c:pt>
                <c:pt idx="9">
                  <c:v>64</c:v>
                </c:pt>
                <c:pt idx="10">
                  <c:v>96</c:v>
                </c:pt>
                <c:pt idx="11">
                  <c:v>54.5</c:v>
                </c:pt>
                <c:pt idx="12">
                  <c:v>74</c:v>
                </c:pt>
                <c:pt idx="13">
                  <c:v>64.5</c:v>
                </c:pt>
                <c:pt idx="14">
                  <c:v>69.5</c:v>
                </c:pt>
                <c:pt idx="16">
                  <c:v>26</c:v>
                </c:pt>
                <c:pt idx="17">
                  <c:v>39.5</c:v>
                </c:pt>
                <c:pt idx="18">
                  <c:v>29.5</c:v>
                </c:pt>
                <c:pt idx="19">
                  <c:v>39.5</c:v>
                </c:pt>
                <c:pt idx="20">
                  <c:v>39.5</c:v>
                </c:pt>
                <c:pt idx="21">
                  <c:v>59</c:v>
                </c:pt>
                <c:pt idx="22">
                  <c:v>49</c:v>
                </c:pt>
                <c:pt idx="23">
                  <c:v>69</c:v>
                </c:pt>
                <c:pt idx="24">
                  <c:v>55</c:v>
                </c:pt>
                <c:pt idx="25">
                  <c:v>39.5</c:v>
                </c:pt>
                <c:pt idx="26">
                  <c:v>49.5</c:v>
                </c:pt>
                <c:pt idx="27">
                  <c:v>44</c:v>
                </c:pt>
                <c:pt idx="28">
                  <c:v>69</c:v>
                </c:pt>
                <c:pt idx="29">
                  <c:v>64.5</c:v>
                </c:pt>
                <c:pt idx="30">
                  <c:v>64</c:v>
                </c:pt>
                <c:pt idx="31">
                  <c:v>69</c:v>
                </c:pt>
                <c:pt idx="32">
                  <c:v>84</c:v>
                </c:pt>
                <c:pt idx="33">
                  <c:v>69.5</c:v>
                </c:pt>
                <c:pt idx="34">
                  <c:v>59</c:v>
                </c:pt>
                <c:pt idx="35">
                  <c:v>74</c:v>
                </c:pt>
                <c:pt idx="36">
                  <c:v>54.5</c:v>
                </c:pt>
                <c:pt idx="37">
                  <c:v>59</c:v>
                </c:pt>
                <c:pt idx="38">
                  <c:v>59</c:v>
                </c:pt>
                <c:pt idx="45">
                  <c:v>44.5</c:v>
                </c:pt>
                <c:pt idx="46">
                  <c:v>44</c:v>
                </c:pt>
                <c:pt idx="47">
                  <c:v>49</c:v>
                </c:pt>
                <c:pt idx="48">
                  <c:v>49</c:v>
                </c:pt>
                <c:pt idx="49">
                  <c:v>44</c:v>
                </c:pt>
                <c:pt idx="50">
                  <c:v>49</c:v>
                </c:pt>
                <c:pt idx="51">
                  <c:v>49</c:v>
                </c:pt>
                <c:pt idx="52">
                  <c:v>49</c:v>
                </c:pt>
                <c:pt idx="53">
                  <c:v>39.5</c:v>
                </c:pt>
                <c:pt idx="54">
                  <c:v>44</c:v>
                </c:pt>
                <c:pt idx="55">
                  <c:v>44</c:v>
                </c:pt>
                <c:pt idx="56">
                  <c:v>61</c:v>
                </c:pt>
                <c:pt idx="57">
                  <c:v>70</c:v>
                </c:pt>
                <c:pt idx="58">
                  <c:v>66</c:v>
                </c:pt>
                <c:pt idx="59">
                  <c:v>61</c:v>
                </c:pt>
                <c:pt idx="60">
                  <c:v>61</c:v>
                </c:pt>
                <c:pt idx="61">
                  <c:v>71</c:v>
                </c:pt>
                <c:pt idx="62">
                  <c:v>55</c:v>
                </c:pt>
                <c:pt idx="63">
                  <c:v>71</c:v>
                </c:pt>
                <c:pt idx="64">
                  <c:v>71</c:v>
                </c:pt>
                <c:pt idx="80">
                  <c:v>92</c:v>
                </c:pt>
                <c:pt idx="81">
                  <c:v>100</c:v>
                </c:pt>
                <c:pt idx="82">
                  <c:v>90</c:v>
                </c:pt>
                <c:pt idx="83">
                  <c:v>89</c:v>
                </c:pt>
                <c:pt idx="84">
                  <c:v>90</c:v>
                </c:pt>
                <c:pt idx="85">
                  <c:v>90</c:v>
                </c:pt>
                <c:pt idx="86">
                  <c:v>86</c:v>
                </c:pt>
                <c:pt idx="87">
                  <c:v>69</c:v>
                </c:pt>
                <c:pt idx="88">
                  <c:v>81</c:v>
                </c:pt>
              </c:numCache>
            </c:numRef>
          </c:yVal>
          <c:bubbleSize>
            <c:numRef>
              <c:f>Sheet1!$D$2:$D$91</c:f>
              <c:numCache>
                <c:formatCode>General</c:formatCode>
                <c:ptCount val="90"/>
                <c:pt idx="0">
                  <c:v>6860</c:v>
                </c:pt>
                <c:pt idx="1">
                  <c:v>3000</c:v>
                </c:pt>
                <c:pt idx="2">
                  <c:v>3000</c:v>
                </c:pt>
                <c:pt idx="3">
                  <c:v>2600</c:v>
                </c:pt>
                <c:pt idx="4">
                  <c:v>6500</c:v>
                </c:pt>
                <c:pt idx="5">
                  <c:v>5450</c:v>
                </c:pt>
                <c:pt idx="6">
                  <c:v>3000</c:v>
                </c:pt>
                <c:pt idx="7">
                  <c:v>2700</c:v>
                </c:pt>
                <c:pt idx="8">
                  <c:v>1800</c:v>
                </c:pt>
                <c:pt idx="9">
                  <c:v>3000</c:v>
                </c:pt>
                <c:pt idx="10">
                  <c:v>5300</c:v>
                </c:pt>
                <c:pt idx="11">
                  <c:v>1000</c:v>
                </c:pt>
                <c:pt idx="12">
                  <c:v>3000</c:v>
                </c:pt>
                <c:pt idx="13">
                  <c:v>1000</c:v>
                </c:pt>
                <c:pt idx="14">
                  <c:v>800</c:v>
                </c:pt>
                <c:pt idx="16">
                  <c:v>800</c:v>
                </c:pt>
                <c:pt idx="17">
                  <c:v>600</c:v>
                </c:pt>
                <c:pt idx="18">
                  <c:v>1000</c:v>
                </c:pt>
                <c:pt idx="19">
                  <c:v>800</c:v>
                </c:pt>
                <c:pt idx="20">
                  <c:v>700</c:v>
                </c:pt>
                <c:pt idx="21">
                  <c:v>1450</c:v>
                </c:pt>
                <c:pt idx="22">
                  <c:v>1900</c:v>
                </c:pt>
                <c:pt idx="23">
                  <c:v>1500</c:v>
                </c:pt>
                <c:pt idx="24">
                  <c:v>3500</c:v>
                </c:pt>
                <c:pt idx="25">
                  <c:v>1000</c:v>
                </c:pt>
                <c:pt idx="26">
                  <c:v>1000</c:v>
                </c:pt>
                <c:pt idx="27">
                  <c:v>1800</c:v>
                </c:pt>
                <c:pt idx="28">
                  <c:v>2000</c:v>
                </c:pt>
                <c:pt idx="29">
                  <c:v>1000</c:v>
                </c:pt>
                <c:pt idx="30">
                  <c:v>1200</c:v>
                </c:pt>
                <c:pt idx="31">
                  <c:v>1350</c:v>
                </c:pt>
                <c:pt idx="32">
                  <c:v>1500</c:v>
                </c:pt>
                <c:pt idx="33">
                  <c:v>1000</c:v>
                </c:pt>
                <c:pt idx="34">
                  <c:v>2000</c:v>
                </c:pt>
                <c:pt idx="35">
                  <c:v>2000</c:v>
                </c:pt>
                <c:pt idx="36">
                  <c:v>1000</c:v>
                </c:pt>
                <c:pt idx="37">
                  <c:v>1200</c:v>
                </c:pt>
                <c:pt idx="38">
                  <c:v>1600</c:v>
                </c:pt>
                <c:pt idx="45">
                  <c:v>1000</c:v>
                </c:pt>
                <c:pt idx="46">
                  <c:v>1200</c:v>
                </c:pt>
                <c:pt idx="47">
                  <c:v>2600</c:v>
                </c:pt>
                <c:pt idx="48">
                  <c:v>1500</c:v>
                </c:pt>
                <c:pt idx="49">
                  <c:v>3000</c:v>
                </c:pt>
                <c:pt idx="50">
                  <c:v>3000</c:v>
                </c:pt>
                <c:pt idx="51">
                  <c:v>2700</c:v>
                </c:pt>
                <c:pt idx="52">
                  <c:v>3000</c:v>
                </c:pt>
                <c:pt idx="53">
                  <c:v>1000</c:v>
                </c:pt>
                <c:pt idx="54">
                  <c:v>3000</c:v>
                </c:pt>
                <c:pt idx="55">
                  <c:v>3000</c:v>
                </c:pt>
                <c:pt idx="56">
                  <c:v>5500</c:v>
                </c:pt>
                <c:pt idx="57">
                  <c:v>11000</c:v>
                </c:pt>
                <c:pt idx="58">
                  <c:v>6000</c:v>
                </c:pt>
                <c:pt idx="59">
                  <c:v>5130</c:v>
                </c:pt>
                <c:pt idx="60">
                  <c:v>6640</c:v>
                </c:pt>
                <c:pt idx="61">
                  <c:v>8000</c:v>
                </c:pt>
                <c:pt idx="62">
                  <c:v>5000</c:v>
                </c:pt>
                <c:pt idx="63">
                  <c:v>6000</c:v>
                </c:pt>
                <c:pt idx="64">
                  <c:v>10000</c:v>
                </c:pt>
                <c:pt idx="80">
                  <c:v>100000</c:v>
                </c:pt>
                <c:pt idx="81">
                  <c:v>16000</c:v>
                </c:pt>
                <c:pt idx="82">
                  <c:v>30000</c:v>
                </c:pt>
                <c:pt idx="83">
                  <c:v>113000</c:v>
                </c:pt>
                <c:pt idx="84">
                  <c:v>10800</c:v>
                </c:pt>
                <c:pt idx="85">
                  <c:v>12000</c:v>
                </c:pt>
                <c:pt idx="86">
                  <c:v>6700</c:v>
                </c:pt>
                <c:pt idx="87">
                  <c:v>3000</c:v>
                </c:pt>
                <c:pt idx="88">
                  <c:v>9000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Sheet1!$A$2:$A$91</c15:f>
                <c15:dlblRangeCache>
                  <c:ptCount val="90"/>
                  <c:pt idx="0">
                    <c:v>客户1</c:v>
                  </c:pt>
                  <c:pt idx="1">
                    <c:v>客户2</c:v>
                  </c:pt>
                  <c:pt idx="2">
                    <c:v>客户3</c:v>
                  </c:pt>
                  <c:pt idx="3">
                    <c:v>客户4</c:v>
                  </c:pt>
                  <c:pt idx="4">
                    <c:v>客户5</c:v>
                  </c:pt>
                  <c:pt idx="5">
                    <c:v>客户6</c:v>
                  </c:pt>
                  <c:pt idx="6">
                    <c:v>客户7</c:v>
                  </c:pt>
                  <c:pt idx="7">
                    <c:v>客户8</c:v>
                  </c:pt>
                  <c:pt idx="8">
                    <c:v>客户9</c:v>
                  </c:pt>
                  <c:pt idx="9">
                    <c:v>客户10</c:v>
                  </c:pt>
                  <c:pt idx="10">
                    <c:v>客户11</c:v>
                  </c:pt>
                  <c:pt idx="11">
                    <c:v>客户12</c:v>
                  </c:pt>
                  <c:pt idx="12">
                    <c:v>客户13</c:v>
                  </c:pt>
                  <c:pt idx="13">
                    <c:v>客户14</c:v>
                  </c:pt>
                  <c:pt idx="14">
                    <c:v>客户15</c:v>
                  </c:pt>
                  <c:pt idx="15">
                    <c:v>客户16</c:v>
                  </c:pt>
                  <c:pt idx="16">
                    <c:v>客户17</c:v>
                  </c:pt>
                  <c:pt idx="17">
                    <c:v>客户18</c:v>
                  </c:pt>
                  <c:pt idx="18">
                    <c:v>客户19</c:v>
                  </c:pt>
                  <c:pt idx="19">
                    <c:v>客户20</c:v>
                  </c:pt>
                  <c:pt idx="20">
                    <c:v>客户21</c:v>
                  </c:pt>
                  <c:pt idx="21">
                    <c:v>客户22</c:v>
                  </c:pt>
                  <c:pt idx="22">
                    <c:v>客户23</c:v>
                  </c:pt>
                  <c:pt idx="23">
                    <c:v>客户24</c:v>
                  </c:pt>
                  <c:pt idx="24">
                    <c:v>客户25</c:v>
                  </c:pt>
                  <c:pt idx="25">
                    <c:v>客户26</c:v>
                  </c:pt>
                  <c:pt idx="26">
                    <c:v>客户27</c:v>
                  </c:pt>
                  <c:pt idx="27">
                    <c:v>客户28</c:v>
                  </c:pt>
                  <c:pt idx="28">
                    <c:v>客户29</c:v>
                  </c:pt>
                  <c:pt idx="29">
                    <c:v>客户30</c:v>
                  </c:pt>
                  <c:pt idx="30">
                    <c:v>客户31</c:v>
                  </c:pt>
                  <c:pt idx="31">
                    <c:v>客户32</c:v>
                  </c:pt>
                  <c:pt idx="32">
                    <c:v>客户33</c:v>
                  </c:pt>
                  <c:pt idx="33">
                    <c:v>客户34</c:v>
                  </c:pt>
                  <c:pt idx="34">
                    <c:v>客户35</c:v>
                  </c:pt>
                  <c:pt idx="35">
                    <c:v>客户36</c:v>
                  </c:pt>
                  <c:pt idx="36">
                    <c:v>客户37</c:v>
                  </c:pt>
                  <c:pt idx="37">
                    <c:v>客户38</c:v>
                  </c:pt>
                  <c:pt idx="38">
                    <c:v>客户39</c:v>
                  </c:pt>
                  <c:pt idx="45">
                    <c:v>客户46</c:v>
                  </c:pt>
                  <c:pt idx="46">
                    <c:v>客户47</c:v>
                  </c:pt>
                  <c:pt idx="47">
                    <c:v>客户48</c:v>
                  </c:pt>
                  <c:pt idx="48">
                    <c:v>客户49</c:v>
                  </c:pt>
                  <c:pt idx="49">
                    <c:v>客户50</c:v>
                  </c:pt>
                  <c:pt idx="50">
                    <c:v>客户51</c:v>
                  </c:pt>
                  <c:pt idx="51">
                    <c:v>客户52</c:v>
                  </c:pt>
                  <c:pt idx="52">
                    <c:v>客户53</c:v>
                  </c:pt>
                  <c:pt idx="53">
                    <c:v>客户54</c:v>
                  </c:pt>
                  <c:pt idx="54">
                    <c:v>客户55</c:v>
                  </c:pt>
                  <c:pt idx="55">
                    <c:v>客户56</c:v>
                  </c:pt>
                  <c:pt idx="56">
                    <c:v>客户57</c:v>
                  </c:pt>
                  <c:pt idx="57">
                    <c:v>客户58</c:v>
                  </c:pt>
                  <c:pt idx="58">
                    <c:v>客户59</c:v>
                  </c:pt>
                  <c:pt idx="59">
                    <c:v>客户60</c:v>
                  </c:pt>
                  <c:pt idx="60">
                    <c:v>客户61</c:v>
                  </c:pt>
                  <c:pt idx="61">
                    <c:v>客户62</c:v>
                  </c:pt>
                  <c:pt idx="62">
                    <c:v>客户63</c:v>
                  </c:pt>
                  <c:pt idx="63">
                    <c:v>客户64</c:v>
                  </c:pt>
                  <c:pt idx="64">
                    <c:v>客户65</c:v>
                  </c:pt>
                  <c:pt idx="80">
                    <c:v>客户66</c:v>
                  </c:pt>
                  <c:pt idx="81">
                    <c:v>客户67</c:v>
                  </c:pt>
                  <c:pt idx="82">
                    <c:v>客户68</c:v>
                  </c:pt>
                  <c:pt idx="83">
                    <c:v>客户69</c:v>
                  </c:pt>
                  <c:pt idx="84">
                    <c:v>客户70</c:v>
                  </c:pt>
                  <c:pt idx="85">
                    <c:v>客户71</c:v>
                  </c:pt>
                  <c:pt idx="86">
                    <c:v>客户72</c:v>
                  </c:pt>
                  <c:pt idx="87">
                    <c:v>客户73</c:v>
                  </c:pt>
                  <c:pt idx="88">
                    <c:v>客户74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83-8B33-4B0A-ACA8-643C3052E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1648386736"/>
        <c:axId val="-1648383472"/>
      </c:bubbleChart>
      <c:valAx>
        <c:axId val="-1648386736"/>
        <c:scaling>
          <c:orientation val="minMax"/>
          <c:min val="-0.1"/>
        </c:scaling>
        <c:delete val="1"/>
        <c:axPos val="b"/>
        <c:numFmt formatCode="0%" sourceLinked="1"/>
        <c:majorTickMark val="out"/>
        <c:minorTickMark val="none"/>
        <c:tickLblPos val="nextTo"/>
        <c:crossAx val="-1648383472"/>
        <c:crosses val="autoZero"/>
        <c:crossBetween val="midCat"/>
      </c:valAx>
      <c:valAx>
        <c:axId val="-164838347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1648386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7925890827741854E-2"/>
          <c:y val="3.0428497278751389E-2"/>
          <c:w val="0.96966387706074453"/>
          <c:h val="0.93914300544249718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8AE-4048-9FA7-51E8F2A0C5B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8AE-4048-9FA7-51E8F2A0C5B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8AE-4048-9FA7-51E8F2A0C5B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8AE-4048-9FA7-51E8F2A0C5B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8AE-4048-9FA7-51E8F2A0C5B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8AE-4048-9FA7-51E8F2A0C5B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8AE-4048-9FA7-51E8F2A0C5B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8AE-4048-9FA7-51E8F2A0C5B6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8AE-4048-9FA7-51E8F2A0C5B6}"/>
              </c:ext>
            </c:extLst>
          </c:dPt>
          <c:dPt>
            <c:idx val="11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8AE-4048-9FA7-51E8F2A0C5B6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8AE-4048-9FA7-51E8F2A0C5B6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8AE-4048-9FA7-51E8F2A0C5B6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8AE-4048-9FA7-51E8F2A0C5B6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8AE-4048-9FA7-51E8F2A0C5B6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8AE-4048-9FA7-51E8F2A0C5B6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8AE-4048-9FA7-51E8F2A0C5B6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8AE-4048-9FA7-51E8F2A0C5B6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8AE-4048-9FA7-51E8F2A0C5B6}"/>
              </c:ext>
            </c:extLst>
          </c:dPt>
          <c:dPt>
            <c:idx val="20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8AE-4048-9FA7-51E8F2A0C5B6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8AE-4048-9FA7-51E8F2A0C5B6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8AE-4048-9FA7-51E8F2A0C5B6}"/>
              </c:ext>
            </c:extLst>
          </c:dPt>
          <c:dPt>
            <c:idx val="23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8AE-4048-9FA7-51E8F2A0C5B6}"/>
              </c:ext>
            </c:extLst>
          </c:dPt>
          <c:dPt>
            <c:idx val="24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18AE-4048-9FA7-51E8F2A0C5B6}"/>
              </c:ext>
            </c:extLst>
          </c:dPt>
          <c:dPt>
            <c:idx val="25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18AE-4048-9FA7-51E8F2A0C5B6}"/>
              </c:ext>
            </c:extLst>
          </c:dPt>
          <c:dPt>
            <c:idx val="26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 w="3175">
                <a:solidFill>
                  <a:schemeClr val="accent6">
                    <a:alpha val="4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18AE-4048-9FA7-51E8F2A0C5B6}"/>
              </c:ext>
            </c:extLst>
          </c:dPt>
          <c:dPt>
            <c:idx val="27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8AE-4048-9FA7-51E8F2A0C5B6}"/>
              </c:ext>
            </c:extLst>
          </c:dPt>
          <c:dPt>
            <c:idx val="28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8AE-4048-9FA7-51E8F2A0C5B6}"/>
              </c:ext>
            </c:extLst>
          </c:dPt>
          <c:dPt>
            <c:idx val="2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8AE-4048-9FA7-51E8F2A0C5B6}"/>
              </c:ext>
            </c:extLst>
          </c:dPt>
          <c:dPt>
            <c:idx val="30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8AE-4048-9FA7-51E8F2A0C5B6}"/>
              </c:ext>
            </c:extLst>
          </c:dPt>
          <c:dPt>
            <c:idx val="31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8AE-4048-9FA7-51E8F2A0C5B6}"/>
              </c:ext>
            </c:extLst>
          </c:dPt>
          <c:dPt>
            <c:idx val="32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D-18AE-4048-9FA7-51E8F2A0C5B6}"/>
              </c:ext>
            </c:extLst>
          </c:dPt>
          <c:dPt>
            <c:idx val="33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F-18AE-4048-9FA7-51E8F2A0C5B6}"/>
              </c:ext>
            </c:extLst>
          </c:dPt>
          <c:dPt>
            <c:idx val="34"/>
            <c:invertIfNegative val="0"/>
            <c:bubble3D val="0"/>
            <c:spPr>
              <a:solidFill>
                <a:schemeClr val="bg1">
                  <a:lumMod val="6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1-18AE-4048-9FA7-51E8F2A0C5B6}"/>
              </c:ext>
            </c:extLst>
          </c:dPt>
          <c:dPt>
            <c:idx val="35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3-18AE-4048-9FA7-51E8F2A0C5B6}"/>
              </c:ext>
            </c:extLst>
          </c:dPt>
          <c:dPt>
            <c:idx val="36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5-18AE-4048-9FA7-51E8F2A0C5B6}"/>
              </c:ext>
            </c:extLst>
          </c:dPt>
          <c:dPt>
            <c:idx val="37"/>
            <c:invertIfNegative val="0"/>
            <c:bubble3D val="0"/>
            <c:spPr>
              <a:solidFill>
                <a:schemeClr val="bg1">
                  <a:lumMod val="6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7-18AE-4048-9FA7-51E8F2A0C5B6}"/>
              </c:ext>
            </c:extLst>
          </c:dPt>
          <c:dPt>
            <c:idx val="38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9-18AE-4048-9FA7-51E8F2A0C5B6}"/>
              </c:ext>
            </c:extLst>
          </c:dPt>
          <c:dPt>
            <c:idx val="3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B-18AE-4048-9FA7-51E8F2A0C5B6}"/>
              </c:ext>
            </c:extLst>
          </c:dPt>
          <c:dPt>
            <c:idx val="40"/>
            <c:invertIfNegative val="0"/>
            <c:bubble3D val="0"/>
            <c:spPr>
              <a:solidFill>
                <a:schemeClr val="bg1">
                  <a:lumMod val="85000"/>
                  <a:alpha val="6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D-18AE-4048-9FA7-51E8F2A0C5B6}"/>
              </c:ext>
            </c:extLst>
          </c:dPt>
          <c:dPt>
            <c:idx val="41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F-18AE-4048-9FA7-51E8F2A0C5B6}"/>
              </c:ext>
            </c:extLst>
          </c:dPt>
          <c:dPt>
            <c:idx val="42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1-18AE-4048-9FA7-51E8F2A0C5B6}"/>
              </c:ext>
            </c:extLst>
          </c:dPt>
          <c:dPt>
            <c:idx val="4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3-18AE-4048-9FA7-51E8F2A0C5B6}"/>
              </c:ext>
            </c:extLst>
          </c:dPt>
          <c:dPt>
            <c:idx val="44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5-18AE-4048-9FA7-51E8F2A0C5B6}"/>
              </c:ext>
            </c:extLst>
          </c:dPt>
          <c:dPt>
            <c:idx val="46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7-18AE-4048-9FA7-51E8F2A0C5B6}"/>
              </c:ext>
            </c:extLst>
          </c:dPt>
          <c:dPt>
            <c:idx val="47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9-18AE-4048-9FA7-51E8F2A0C5B6}"/>
              </c:ext>
            </c:extLst>
          </c:dPt>
          <c:dPt>
            <c:idx val="48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B-18AE-4048-9FA7-51E8F2A0C5B6}"/>
              </c:ext>
            </c:extLst>
          </c:dPt>
          <c:dPt>
            <c:idx val="4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D-18AE-4048-9FA7-51E8F2A0C5B6}"/>
              </c:ext>
            </c:extLst>
          </c:dPt>
          <c:dPt>
            <c:idx val="5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F-18AE-4048-9FA7-51E8F2A0C5B6}"/>
              </c:ext>
            </c:extLst>
          </c:dPt>
          <c:dPt>
            <c:idx val="51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1-18AE-4048-9FA7-51E8F2A0C5B6}"/>
              </c:ext>
            </c:extLst>
          </c:dPt>
          <c:dPt>
            <c:idx val="52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3-18AE-4048-9FA7-51E8F2A0C5B6}"/>
              </c:ext>
            </c:extLst>
          </c:dPt>
          <c:dPt>
            <c:idx val="5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5-18AE-4048-9FA7-51E8F2A0C5B6}"/>
              </c:ext>
            </c:extLst>
          </c:dPt>
          <c:dPt>
            <c:idx val="5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7-18AE-4048-9FA7-51E8F2A0C5B6}"/>
              </c:ext>
            </c:extLst>
          </c:dPt>
          <c:dPt>
            <c:idx val="55"/>
            <c:invertIfNegative val="0"/>
            <c:bubble3D val="0"/>
            <c:spPr>
              <a:solidFill>
                <a:schemeClr val="bg1">
                  <a:lumMod val="8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9-18AE-4048-9FA7-51E8F2A0C5B6}"/>
              </c:ext>
            </c:extLst>
          </c:dPt>
          <c:dPt>
            <c:idx val="56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B-18AE-4048-9FA7-51E8F2A0C5B6}"/>
              </c:ext>
            </c:extLst>
          </c:dPt>
          <c:dPt>
            <c:idx val="57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D-18AE-4048-9FA7-51E8F2A0C5B6}"/>
              </c:ext>
            </c:extLst>
          </c:dPt>
          <c:dPt>
            <c:idx val="58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F-18AE-4048-9FA7-51E8F2A0C5B6}"/>
              </c:ext>
            </c:extLst>
          </c:dPt>
          <c:dPt>
            <c:idx val="59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1-18AE-4048-9FA7-51E8F2A0C5B6}"/>
              </c:ext>
            </c:extLst>
          </c:dPt>
          <c:dPt>
            <c:idx val="60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3-18AE-4048-9FA7-51E8F2A0C5B6}"/>
              </c:ext>
            </c:extLst>
          </c:dPt>
          <c:dPt>
            <c:idx val="61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5-18AE-4048-9FA7-51E8F2A0C5B6}"/>
              </c:ext>
            </c:extLst>
          </c:dPt>
          <c:dPt>
            <c:idx val="6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7-18AE-4048-9FA7-51E8F2A0C5B6}"/>
              </c:ext>
            </c:extLst>
          </c:dPt>
          <c:dPt>
            <c:idx val="6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9-18AE-4048-9FA7-51E8F2A0C5B6}"/>
              </c:ext>
            </c:extLst>
          </c:dPt>
          <c:dPt>
            <c:idx val="6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B-18AE-4048-9FA7-51E8F2A0C5B6}"/>
              </c:ext>
            </c:extLst>
          </c:dPt>
          <c:dPt>
            <c:idx val="65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D-18AE-4048-9FA7-51E8F2A0C5B6}"/>
              </c:ext>
            </c:extLst>
          </c:dPt>
          <c:dPt>
            <c:idx val="6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F-18AE-4048-9FA7-51E8F2A0C5B6}"/>
              </c:ext>
            </c:extLst>
          </c:dPt>
          <c:dPt>
            <c:idx val="67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1-18AE-4048-9FA7-51E8F2A0C5B6}"/>
              </c:ext>
            </c:extLst>
          </c:dPt>
          <c:dPt>
            <c:idx val="68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3-18AE-4048-9FA7-51E8F2A0C5B6}"/>
              </c:ext>
            </c:extLst>
          </c:dPt>
          <c:dPt>
            <c:idx val="6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5-18AE-4048-9FA7-51E8F2A0C5B6}"/>
              </c:ext>
            </c:extLst>
          </c:dPt>
          <c:dPt>
            <c:idx val="70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7-18AE-4048-9FA7-51E8F2A0C5B6}"/>
              </c:ext>
            </c:extLst>
          </c:dPt>
          <c:dPt>
            <c:idx val="71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9-18AE-4048-9FA7-51E8F2A0C5B6}"/>
              </c:ext>
            </c:extLst>
          </c:dPt>
          <c:dPt>
            <c:idx val="72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B-18AE-4048-9FA7-51E8F2A0C5B6}"/>
              </c:ext>
            </c:extLst>
          </c:dPt>
          <c:dPt>
            <c:idx val="7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D-18AE-4048-9FA7-51E8F2A0C5B6}"/>
              </c:ext>
            </c:extLst>
          </c:dPt>
          <c:dPt>
            <c:idx val="75"/>
            <c:invertIfNegative val="0"/>
            <c:bubble3D val="0"/>
            <c:spPr>
              <a:solidFill>
                <a:schemeClr val="accent5">
                  <a:lumMod val="50000"/>
                  <a:alpha val="3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F-18AE-4048-9FA7-51E8F2A0C5B6}"/>
              </c:ext>
            </c:extLst>
          </c:dPt>
          <c:dPt>
            <c:idx val="76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1-18AE-4048-9FA7-51E8F2A0C5B6}"/>
              </c:ext>
            </c:extLst>
          </c:dPt>
          <c:dPt>
            <c:idx val="77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3-18AE-4048-9FA7-51E8F2A0C5B6}"/>
              </c:ext>
            </c:extLst>
          </c:dPt>
          <c:dPt>
            <c:idx val="7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5-18AE-4048-9FA7-51E8F2A0C5B6}"/>
              </c:ext>
            </c:extLst>
          </c:dPt>
          <c:dPt>
            <c:idx val="8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7-18AE-4048-9FA7-51E8F2A0C5B6}"/>
              </c:ext>
            </c:extLst>
          </c:dPt>
          <c:dPt>
            <c:idx val="81"/>
            <c:invertIfNegative val="0"/>
            <c:bubble3D val="0"/>
            <c:spPr>
              <a:solidFill>
                <a:schemeClr val="bg1">
                  <a:lumMod val="6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9-18AE-4048-9FA7-51E8F2A0C5B6}"/>
              </c:ext>
            </c:extLst>
          </c:dPt>
          <c:dPt>
            <c:idx val="82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B-18AE-4048-9FA7-51E8F2A0C5B6}"/>
              </c:ext>
            </c:extLst>
          </c:dPt>
          <c:dPt>
            <c:idx val="83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D-18AE-4048-9FA7-51E8F2A0C5B6}"/>
              </c:ext>
            </c:extLst>
          </c:dPt>
          <c:dPt>
            <c:idx val="84"/>
            <c:invertIfNegative val="0"/>
            <c:bubble3D val="0"/>
            <c:spPr>
              <a:solidFill>
                <a:schemeClr val="bg1">
                  <a:lumMod val="85000"/>
                  <a:alpha val="5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F-18AE-4048-9FA7-51E8F2A0C5B6}"/>
              </c:ext>
            </c:extLst>
          </c:dPt>
          <c:dPt>
            <c:idx val="85"/>
            <c:invertIfNegative val="0"/>
            <c:bubble3D val="0"/>
            <c:spPr>
              <a:solidFill>
                <a:schemeClr val="bg1">
                  <a:lumMod val="85000"/>
                  <a:alpha val="5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1-18AE-4048-9FA7-51E8F2A0C5B6}"/>
              </c:ext>
            </c:extLst>
          </c:dPt>
          <c:dPt>
            <c:idx val="8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3-18AE-4048-9FA7-51E8F2A0C5B6}"/>
              </c:ext>
            </c:extLst>
          </c:dPt>
          <c:dPt>
            <c:idx val="87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5-18AE-4048-9FA7-51E8F2A0C5B6}"/>
              </c:ext>
            </c:extLst>
          </c:dPt>
          <c:dPt>
            <c:idx val="88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7-18AE-4048-9FA7-51E8F2A0C5B6}"/>
              </c:ext>
            </c:extLst>
          </c:dPt>
          <c:dPt>
            <c:idx val="89"/>
            <c:invertIfNegative val="0"/>
            <c:bubble3D val="0"/>
            <c:spPr>
              <a:solidFill>
                <a:schemeClr val="bg1">
                  <a:lumMod val="9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9-18AE-4048-9FA7-51E8F2A0C5B6}"/>
              </c:ext>
            </c:extLst>
          </c:dPt>
          <c:dPt>
            <c:idx val="9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B-18AE-4048-9FA7-51E8F2A0C5B6}"/>
              </c:ext>
            </c:extLst>
          </c:dPt>
          <c:dPt>
            <c:idx val="91"/>
            <c:invertIfNegative val="0"/>
            <c:bubble3D val="0"/>
            <c:spPr>
              <a:solidFill>
                <a:schemeClr val="bg1">
                  <a:lumMod val="65000"/>
                  <a:alpha val="3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D-18AE-4048-9FA7-51E8F2A0C5B6}"/>
              </c:ext>
            </c:extLst>
          </c:dPt>
          <c:dPt>
            <c:idx val="9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F-18AE-4048-9FA7-51E8F2A0C5B6}"/>
              </c:ext>
            </c:extLst>
          </c:dPt>
          <c:dPt>
            <c:idx val="93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1-18AE-4048-9FA7-51E8F2A0C5B6}"/>
              </c:ext>
            </c:extLst>
          </c:dPt>
          <c:dPt>
            <c:idx val="9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3-18AE-4048-9FA7-51E8F2A0C5B6}"/>
              </c:ext>
            </c:extLst>
          </c:dPt>
          <c:dPt>
            <c:idx val="95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5-18AE-4048-9FA7-51E8F2A0C5B6}"/>
              </c:ext>
            </c:extLst>
          </c:dPt>
          <c:dPt>
            <c:idx val="9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7-18AE-4048-9FA7-51E8F2A0C5B6}"/>
              </c:ext>
            </c:extLst>
          </c:dPt>
          <c:dPt>
            <c:idx val="97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9-18AE-4048-9FA7-51E8F2A0C5B6}"/>
              </c:ext>
            </c:extLst>
          </c:dPt>
          <c:dPt>
            <c:idx val="98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B-18AE-4048-9FA7-51E8F2A0C5B6}"/>
              </c:ext>
            </c:extLst>
          </c:dPt>
          <c:dPt>
            <c:idx val="9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D-18AE-4048-9FA7-51E8F2A0C5B6}"/>
              </c:ext>
            </c:extLst>
          </c:dPt>
          <c:dPt>
            <c:idx val="100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F-18AE-4048-9FA7-51E8F2A0C5B6}"/>
              </c:ext>
            </c:extLst>
          </c:dPt>
          <c:dPt>
            <c:idx val="101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1-18AE-4048-9FA7-51E8F2A0C5B6}"/>
              </c:ext>
            </c:extLst>
          </c:dPt>
          <c:dPt>
            <c:idx val="10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3-18AE-4048-9FA7-51E8F2A0C5B6}"/>
              </c:ext>
            </c:extLst>
          </c:dPt>
          <c:dPt>
            <c:idx val="10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5-18AE-4048-9FA7-51E8F2A0C5B6}"/>
              </c:ext>
            </c:extLst>
          </c:dPt>
          <c:dPt>
            <c:idx val="10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7-18AE-4048-9FA7-51E8F2A0C5B6}"/>
              </c:ext>
            </c:extLst>
          </c:dPt>
          <c:dPt>
            <c:idx val="105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9-18AE-4048-9FA7-51E8F2A0C5B6}"/>
              </c:ext>
            </c:extLst>
          </c:dPt>
          <c:dPt>
            <c:idx val="106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B-18AE-4048-9FA7-51E8F2A0C5B6}"/>
              </c:ext>
            </c:extLst>
          </c:dPt>
          <c:dPt>
            <c:idx val="107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D-18AE-4048-9FA7-51E8F2A0C5B6}"/>
              </c:ext>
            </c:extLst>
          </c:dPt>
          <c:dPt>
            <c:idx val="108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F-18AE-4048-9FA7-51E8F2A0C5B6}"/>
              </c:ext>
            </c:extLst>
          </c:dPt>
          <c:dPt>
            <c:idx val="10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1-18AE-4048-9FA7-51E8F2A0C5B6}"/>
              </c:ext>
            </c:extLst>
          </c:dPt>
          <c:dPt>
            <c:idx val="11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3-18AE-4048-9FA7-51E8F2A0C5B6}"/>
              </c:ext>
            </c:extLst>
          </c:dPt>
          <c:dPt>
            <c:idx val="111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5-18AE-4048-9FA7-51E8F2A0C5B6}"/>
              </c:ext>
            </c:extLst>
          </c:dPt>
          <c:dPt>
            <c:idx val="11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7-18AE-4048-9FA7-51E8F2A0C5B6}"/>
              </c:ext>
            </c:extLst>
          </c:dPt>
          <c:dPt>
            <c:idx val="11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9-18AE-4048-9FA7-51E8F2A0C5B6}"/>
              </c:ext>
            </c:extLst>
          </c:dPt>
          <c:dPt>
            <c:idx val="11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B-18AE-4048-9FA7-51E8F2A0C5B6}"/>
              </c:ext>
            </c:extLst>
          </c:dPt>
          <c:dPt>
            <c:idx val="115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D-18AE-4048-9FA7-51E8F2A0C5B6}"/>
              </c:ext>
            </c:extLst>
          </c:dPt>
          <c:dPt>
            <c:idx val="11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F-18AE-4048-9FA7-51E8F2A0C5B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856F00E-283A-4F0A-9BEA-37F12586C3B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8AE-4048-9FA7-51E8F2A0C5B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4FE3439-344A-438A-8B07-8700E4138C7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18AE-4048-9FA7-51E8F2A0C5B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08B11DD-BB96-40B5-9AD6-0F3783B00AA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0-18AE-4048-9FA7-51E8F2A0C5B6}"/>
                </c:ext>
              </c:extLst>
            </c:dLbl>
            <c:dLbl>
              <c:idx val="3"/>
              <c:layout>
                <c:manualLayout>
                  <c:x val="-5.9766179500815537E-2"/>
                  <c:y val="6.6389448608184853E-2"/>
                </c:manualLayout>
              </c:layout>
              <c:tx>
                <c:rich>
                  <a:bodyPr/>
                  <a:lstStyle/>
                  <a:p>
                    <a:fld id="{A2A861D0-CC78-427B-84C9-EB50862215F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65195976348682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18AE-4048-9FA7-51E8F2A0C5B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04CC82B-8F8A-4599-AC8E-10CD5BDDE03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18AE-4048-9FA7-51E8F2A0C5B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CC28263-449A-419F-950A-8011FEEE61A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18AE-4048-9FA7-51E8F2A0C5B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DC21D06-C905-4ECB-9B5C-037789776B6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18AE-4048-9FA7-51E8F2A0C5B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496F9356-CBFC-4A6E-94FB-FCEEF760B44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18AE-4048-9FA7-51E8F2A0C5B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340DB218-C02A-44B1-85F6-532F293E2DA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18AE-4048-9FA7-51E8F2A0C5B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85C71F18-52C2-4B03-A17D-64B2E1C563A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1-18AE-4048-9FA7-51E8F2A0C5B6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7874ABF2-5ECF-41EE-9B3F-0BA0CA685E6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1-18AE-4048-9FA7-51E8F2A0C5B6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462DE548-A3B4-451B-9EDC-B1AE467C2AC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18AE-4048-9FA7-51E8F2A0C5B6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A3791290-93C7-45F8-9867-87FF9257736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18AE-4048-9FA7-51E8F2A0C5B6}"/>
                </c:ext>
              </c:extLst>
            </c:dLbl>
            <c:dLbl>
              <c:idx val="13"/>
              <c:layout>
                <c:manualLayout>
                  <c:x val="-5.8532105151038932E-2"/>
                  <c:y val="-1.6597362152046213E-2"/>
                </c:manualLayout>
              </c:layout>
              <c:tx>
                <c:rich>
                  <a:bodyPr/>
                  <a:lstStyle/>
                  <a:p>
                    <a:fld id="{E9C4C6C2-0236-46C3-8DD9-A1F2D6BAAF9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18AE-4048-9FA7-51E8F2A0C5B6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1733A617-08D4-4DAA-AD22-2C93DC8FAAD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9-18AE-4048-9FA7-51E8F2A0C5B6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B2CE58F5-DEB3-4975-AD0D-11CEAD3C68E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B-18AE-4048-9FA7-51E8F2A0C5B6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E0BDA9B9-0FC3-439F-92F7-E9082F6FD4A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18AE-4048-9FA7-51E8F2A0C5B6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6BCA3281-5CF0-4B04-8A6D-F7902E6236A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F-18AE-4048-9FA7-51E8F2A0C5B6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fld id="{12F56038-66F0-4B6D-B1A5-5DFE412882B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1-18AE-4048-9FA7-51E8F2A0C5B6}"/>
                </c:ext>
              </c:extLst>
            </c:dLbl>
            <c:dLbl>
              <c:idx val="19"/>
              <c:layout>
                <c:manualLayout>
                  <c:x val="-5.991101983009605E-2"/>
                  <c:y val="2.7662270253410354E-2"/>
                </c:manualLayout>
              </c:layout>
              <c:tx>
                <c:rich>
                  <a:bodyPr/>
                  <a:lstStyle/>
                  <a:p>
                    <a:fld id="{05DC6521-FA97-4BCA-B512-465FD8161CE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3-18AE-4048-9FA7-51E8F2A0C5B6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fld id="{3100A870-C752-43E6-B1FE-3462A5FB45B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5-18AE-4048-9FA7-51E8F2A0C5B6}"/>
                </c:ext>
              </c:extLst>
            </c:dLbl>
            <c:dLbl>
              <c:idx val="21"/>
              <c:layout>
                <c:manualLayout>
                  <c:x val="-6.4047763867267196E-2"/>
                  <c:y val="0"/>
                </c:manualLayout>
              </c:layout>
              <c:tx>
                <c:rich>
                  <a:bodyPr/>
                  <a:lstStyle/>
                  <a:p>
                    <a:fld id="{BC4CAFF5-D077-4DB2-AC36-E96A21297FF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7-18AE-4048-9FA7-51E8F2A0C5B6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76A4BD4E-C77A-4AC3-978D-162FD457751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9-18AE-4048-9FA7-51E8F2A0C5B6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E6370502-DF14-4356-BDB1-A1CBAD0E5B1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B-18AE-4048-9FA7-51E8F2A0C5B6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fld id="{58A05750-1250-48EA-8EEB-04B0AD64340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D-18AE-4048-9FA7-51E8F2A0C5B6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fld id="{BF6842DD-E47B-4022-8008-E55B386D54A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F-18AE-4048-9FA7-51E8F2A0C5B6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fld id="{EF475D82-1853-48C9-9758-7DC60DE6184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1-18AE-4048-9FA7-51E8F2A0C5B6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fld id="{0326BBF1-E510-4425-AD16-0AC268BD047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3-18AE-4048-9FA7-51E8F2A0C5B6}"/>
                </c:ext>
              </c:extLst>
            </c:dLbl>
            <c:dLbl>
              <c:idx val="28"/>
              <c:layout>
                <c:manualLayout>
                  <c:x val="-6.1289934509153064E-2"/>
                  <c:y val="-2.2129816202728286E-2"/>
                </c:manualLayout>
              </c:layout>
              <c:tx>
                <c:rich>
                  <a:bodyPr/>
                  <a:lstStyle/>
                  <a:p>
                    <a:fld id="{394C246A-36B2-4DC2-AE87-E5D60E6D837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5-18AE-4048-9FA7-51E8F2A0C5B6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fld id="{B8C77727-C4B2-4887-BF59-378B78A6B96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7-18AE-4048-9FA7-51E8F2A0C5B6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fld id="{B14CD0D9-38D0-41E1-B5CC-E41FFB9C3D6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9-18AE-4048-9FA7-51E8F2A0C5B6}"/>
                </c:ext>
              </c:extLst>
            </c:dLbl>
            <c:dLbl>
              <c:idx val="31"/>
              <c:layout>
                <c:manualLayout>
                  <c:x val="-6.8184507904438391E-2"/>
                  <c:y val="-5.0713576283691527E-17"/>
                </c:manualLayout>
              </c:layout>
              <c:tx>
                <c:rich>
                  <a:bodyPr/>
                  <a:lstStyle/>
                  <a:p>
                    <a:fld id="{A33CAAF9-FECC-4338-8D32-055F4FF363A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B-18AE-4048-9FA7-51E8F2A0C5B6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fld id="{EBF56EBA-5998-498A-B1BF-426283BA151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D-18AE-4048-9FA7-51E8F2A0C5B6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fld id="{2CBD0A29-BA8F-48F9-9B04-96DC42BC77D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F-18AE-4048-9FA7-51E8F2A0C5B6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fld id="{8E6FC2E8-AD47-40D2-9DEA-86070028894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1-18AE-4048-9FA7-51E8F2A0C5B6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fld id="{9D58AA22-9330-4F9D-AD75-2370FCAD8D5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3-18AE-4048-9FA7-51E8F2A0C5B6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fld id="{4ECC904C-DC8D-4316-89F3-837B30A1B82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5-18AE-4048-9FA7-51E8F2A0C5B6}"/>
                </c:ext>
              </c:extLst>
            </c:dLbl>
            <c:dLbl>
              <c:idx val="37"/>
              <c:layout>
                <c:manualLayout>
                  <c:x val="-5.9911019830095995E-2"/>
                  <c:y val="1.3831135126705077E-2"/>
                </c:manualLayout>
              </c:layout>
              <c:tx>
                <c:rich>
                  <a:bodyPr/>
                  <a:lstStyle/>
                  <a:p>
                    <a:fld id="{D660E54B-4D69-4242-B4FB-5923C16CE68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7-18AE-4048-9FA7-51E8F2A0C5B6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fld id="{73DA8F68-AFB9-4BF8-B3EF-7C796CD9B3E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9-18AE-4048-9FA7-51E8F2A0C5B6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fld id="{4184623C-F3E1-40A4-8C20-606AE09226E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B-18AE-4048-9FA7-51E8F2A0C5B6}"/>
                </c:ext>
              </c:extLst>
            </c:dLbl>
            <c:dLbl>
              <c:idx val="40"/>
              <c:layout>
                <c:manualLayout>
                  <c:x val="-6.2668849188210127E-2"/>
                  <c:y val="-5.5324540506820714E-3"/>
                </c:manualLayout>
              </c:layout>
              <c:tx>
                <c:rich>
                  <a:bodyPr/>
                  <a:lstStyle/>
                  <a:p>
                    <a:fld id="{4D79AE1C-BE4E-4165-8204-A03EEFC87A6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D-18AE-4048-9FA7-51E8F2A0C5B6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726FE9BF-76D6-4592-A4EE-0BF399C4F77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F-18AE-4048-9FA7-51E8F2A0C5B6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fld id="{83808383-DE97-4AB5-9BF4-5AD90A64444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1-18AE-4048-9FA7-51E8F2A0C5B6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fld id="{76B2FBCA-662C-48BD-B81A-A32EF85CAEC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3-18AE-4048-9FA7-51E8F2A0C5B6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fld id="{4E3BFA13-2EE3-4EA3-9F04-8AD7F51E4F9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5-18AE-4048-9FA7-51E8F2A0C5B6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fld id="{11CA3025-0D55-4C04-826B-0B189C5E83B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2-18AE-4048-9FA7-51E8F2A0C5B6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fld id="{93B828FE-D9BB-4590-A738-CBEE65037FF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7-18AE-4048-9FA7-51E8F2A0C5B6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fld id="{4F98DC5B-ACB3-490E-8BE0-67A8CC20873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9-18AE-4048-9FA7-51E8F2A0C5B6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fld id="{1E0CC518-8FD2-49D0-A52B-7FAB6FA851B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B-18AE-4048-9FA7-51E8F2A0C5B6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fld id="{65B02D7A-4768-4384-A755-3A34086F2FE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D-18AE-4048-9FA7-51E8F2A0C5B6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fld id="{A2A34347-4DB4-4414-9DC6-E64CB675132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F-18AE-4048-9FA7-51E8F2A0C5B6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fld id="{A5E00F7A-A5B5-447E-AC25-66F8AD59966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1-18AE-4048-9FA7-51E8F2A0C5B6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fld id="{0DB622B3-F19E-49C1-8A49-F85C02579C9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3-18AE-4048-9FA7-51E8F2A0C5B6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fld id="{6247225B-815D-4104-87DB-B9A8DF6A4CB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5-18AE-4048-9FA7-51E8F2A0C5B6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fld id="{33B0A9DA-F777-463B-BE7E-C0F63B9E4E3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7-18AE-4048-9FA7-51E8F2A0C5B6}"/>
                </c:ext>
              </c:extLst>
            </c:dLbl>
            <c:dLbl>
              <c:idx val="55"/>
              <c:layout>
                <c:manualLayout>
                  <c:x val="-5.8532105151038953E-2"/>
                  <c:y val="-8.2986810760231067E-3"/>
                </c:manualLayout>
              </c:layout>
              <c:tx>
                <c:rich>
                  <a:bodyPr/>
                  <a:lstStyle/>
                  <a:p>
                    <a:fld id="{E30AB053-2450-40B2-A4DC-B87149A2847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9-18AE-4048-9FA7-51E8F2A0C5B6}"/>
                </c:ext>
              </c:extLst>
            </c:dLbl>
            <c:dLbl>
              <c:idx val="56"/>
              <c:layout>
                <c:manualLayout>
                  <c:x val="-6.1289934509153064E-2"/>
                  <c:y val="1.1064908101364143E-2"/>
                </c:manualLayout>
              </c:layout>
              <c:tx>
                <c:rich>
                  <a:bodyPr/>
                  <a:lstStyle/>
                  <a:p>
                    <a:fld id="{7ADAF20A-56E1-4CC4-B5E6-9C199B57AA1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B-18AE-4048-9FA7-51E8F2A0C5B6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fld id="{C5B52DF0-5135-42AB-AA53-FFB15B2216D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D-18AE-4048-9FA7-51E8F2A0C5B6}"/>
                </c:ext>
              </c:extLst>
            </c:dLbl>
            <c:dLbl>
              <c:idx val="58"/>
              <c:layout>
                <c:manualLayout>
                  <c:x val="-5.57742757929248E-2"/>
                  <c:y val="-1.6597362152046265E-2"/>
                </c:manualLayout>
              </c:layout>
              <c:tx>
                <c:rich>
                  <a:bodyPr/>
                  <a:lstStyle/>
                  <a:p>
                    <a:fld id="{2DD57072-69A6-4F06-A970-D0C30562F24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F-18AE-4048-9FA7-51E8F2A0C5B6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fld id="{4D23B90B-8182-4127-93AA-FB07C7B69F1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1-18AE-4048-9FA7-51E8F2A0C5B6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fld id="{DC5A29DE-E051-4F33-801B-C58861AA573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3-18AE-4048-9FA7-51E8F2A0C5B6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fld id="{DE3ECFF2-D894-404A-8BA4-6B935224D69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5-18AE-4048-9FA7-51E8F2A0C5B6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fld id="{C981FB15-15B9-442B-9607-4E100BA71C7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7-18AE-4048-9FA7-51E8F2A0C5B6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fld id="{1C0FC104-72FB-405F-8464-81A21668FD2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9-18AE-4048-9FA7-51E8F2A0C5B6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fld id="{365009A7-7608-4B2A-AE7E-452BDF9C38D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B-18AE-4048-9FA7-51E8F2A0C5B6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fld id="{56AB7611-9167-417D-A64D-2C54FA5C47E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D-18AE-4048-9FA7-51E8F2A0C5B6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fld id="{589DABCC-10E4-4F34-BE9A-F7E567DE5C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F-18AE-4048-9FA7-51E8F2A0C5B6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fld id="{A3C46D99-E550-4697-854F-2B1697A2FAD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1-18AE-4048-9FA7-51E8F2A0C5B6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fld id="{790C7F63-BAA9-4778-88C8-8F63AF28A80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3-18AE-4048-9FA7-51E8F2A0C5B6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fld id="{8B9D90D8-4E86-4403-97A0-241C423F336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5-18AE-4048-9FA7-51E8F2A0C5B6}"/>
                </c:ext>
              </c:extLst>
            </c:dLbl>
            <c:dLbl>
              <c:idx val="70"/>
              <c:layout>
                <c:manualLayout>
                  <c:x val="-5.57742757929248E-2"/>
                  <c:y val="1.6597362152046113E-2"/>
                </c:manualLayout>
              </c:layout>
              <c:tx>
                <c:rich>
                  <a:bodyPr/>
                  <a:lstStyle/>
                  <a:p>
                    <a:fld id="{E23E723D-A21B-4518-A5D0-1B057F9F5C0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7-18AE-4048-9FA7-51E8F2A0C5B6}"/>
                </c:ext>
              </c:extLst>
            </c:dLbl>
            <c:dLbl>
              <c:idx val="71"/>
              <c:layout>
                <c:manualLayout>
                  <c:x val="-5.7153190471981863E-2"/>
                  <c:y val="-1.1064908101364143E-2"/>
                </c:manualLayout>
              </c:layout>
              <c:tx>
                <c:rich>
                  <a:bodyPr/>
                  <a:lstStyle/>
                  <a:p>
                    <a:fld id="{C1600418-01F8-44D3-93C4-41FB6CE271A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9-18AE-4048-9FA7-51E8F2A0C5B6}"/>
                </c:ext>
              </c:extLst>
            </c:dLbl>
            <c:dLbl>
              <c:idx val="72"/>
              <c:layout>
                <c:manualLayout>
                  <c:x val="-6.5426678546324252E-2"/>
                  <c:y val="3.8727178354774495E-2"/>
                </c:manualLayout>
              </c:layout>
              <c:tx>
                <c:rich>
                  <a:bodyPr/>
                  <a:lstStyle/>
                  <a:p>
                    <a:fld id="{88211DEA-F9F2-47CA-B7D7-6F752B757C7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B-18AE-4048-9FA7-51E8F2A0C5B6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fld id="{4A75FE50-72B3-4DB8-B7E4-6AFA6D6A44C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3-18AE-4048-9FA7-51E8F2A0C5B6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fld id="{D410290F-0551-4157-AF13-ED00B2E6925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D-18AE-4048-9FA7-51E8F2A0C5B6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fld id="{7D6B412C-0EC5-45FA-940D-F2DCA6F9804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F-18AE-4048-9FA7-51E8F2A0C5B6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fld id="{45075BA4-2114-438C-BD6C-EDBC0066308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1-18AE-4048-9FA7-51E8F2A0C5B6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fld id="{32E29492-A556-4937-A47A-C3D58641A82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3-18AE-4048-9FA7-51E8F2A0C5B6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fld id="{307720A4-55E4-495F-B403-237800472DA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4-18AE-4048-9FA7-51E8F2A0C5B6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fld id="{0F0D8C57-FEF1-4AFD-A722-3F407CBA253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5-18AE-4048-9FA7-51E8F2A0C5B6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fld id="{315D1E59-B429-447C-97DA-D4896085850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7-18AE-4048-9FA7-51E8F2A0C5B6}"/>
                </c:ext>
              </c:extLst>
            </c:dLbl>
            <c:dLbl>
              <c:idx val="81"/>
              <c:layout>
                <c:manualLayout>
                  <c:x val="-6.5426678546324252E-2"/>
                  <c:y val="-2.7662270253410354E-2"/>
                </c:manualLayout>
              </c:layout>
              <c:tx>
                <c:rich>
                  <a:bodyPr/>
                  <a:lstStyle/>
                  <a:p>
                    <a:fld id="{CF688E2E-0517-4C2A-AF92-7185B0DEB31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9-18AE-4048-9FA7-51E8F2A0C5B6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F27F7731-4783-4942-A2BE-51F323EB2D5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B-18AE-4048-9FA7-51E8F2A0C5B6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fld id="{D82BB418-E649-47CD-9F13-6A4ED4D8AA7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D-18AE-4048-9FA7-51E8F2A0C5B6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8EAF49D7-77BA-4386-9440-6C9129ADE99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F-18AE-4048-9FA7-51E8F2A0C5B6}"/>
                </c:ext>
              </c:extLst>
            </c:dLbl>
            <c:dLbl>
              <c:idx val="85"/>
              <c:layout>
                <c:manualLayout>
                  <c:x val="-5.9911019830095995E-2"/>
                  <c:y val="1.3831135126705177E-2"/>
                </c:manualLayout>
              </c:layout>
              <c:tx>
                <c:rich>
                  <a:bodyPr/>
                  <a:lstStyle/>
                  <a:p>
                    <a:fld id="{69C41134-6BB2-4644-BD7B-A3176D73716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1-18AE-4048-9FA7-51E8F2A0C5B6}"/>
                </c:ext>
              </c:extLst>
            </c:dLbl>
            <c:dLbl>
              <c:idx val="86"/>
              <c:layout>
                <c:manualLayout>
                  <c:x val="-5.9911019830095995E-2"/>
                  <c:y val="8.2986810760231067E-3"/>
                </c:manualLayout>
              </c:layout>
              <c:tx>
                <c:rich>
                  <a:bodyPr/>
                  <a:lstStyle/>
                  <a:p>
                    <a:fld id="{2B03A8FB-09D8-4883-A921-9312F9E08BC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3-18AE-4048-9FA7-51E8F2A0C5B6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fld id="{26B41575-A1A8-4C61-83C0-681C8516F75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5-18AE-4048-9FA7-51E8F2A0C5B6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fld id="{F2811244-A076-4FAD-884A-61F63016916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7-18AE-4048-9FA7-51E8F2A0C5B6}"/>
                </c:ext>
              </c:extLst>
            </c:dLbl>
            <c:dLbl>
              <c:idx val="89"/>
              <c:layout>
                <c:manualLayout>
                  <c:x val="-9.4383886806522641E-2"/>
                  <c:y val="1.106490810136404E-2"/>
                </c:manualLayout>
              </c:layout>
              <c:tx>
                <c:rich>
                  <a:bodyPr/>
                  <a:lstStyle/>
                  <a:p>
                    <a:fld id="{841E2307-20A0-4CC5-B6CF-AC39B94EB04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9-18AE-4048-9FA7-51E8F2A0C5B6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18AE-4048-9FA7-51E8F2A0C5B6}"/>
                </c:ext>
              </c:extLst>
            </c:dLbl>
            <c:dLbl>
              <c:idx val="91"/>
              <c:layout>
                <c:manualLayout>
                  <c:x val="-6.6805593225381321E-2"/>
                  <c:y val="-2.7662270253410357E-3"/>
                </c:manualLayout>
              </c:layout>
              <c:tx>
                <c:rich>
                  <a:bodyPr/>
                  <a:lstStyle/>
                  <a:p>
                    <a:fld id="{F49F0E9C-0382-49A8-8387-A1D7B76EC04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D-18AE-4048-9FA7-51E8F2A0C5B6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fld id="{2AB870CF-54F6-4B1A-9BC6-C4B46C874CE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F-18AE-4048-9FA7-51E8F2A0C5B6}"/>
                </c:ext>
              </c:extLst>
            </c:dLbl>
            <c:dLbl>
              <c:idx val="93"/>
              <c:layout>
                <c:manualLayout>
                  <c:x val="-5.3016446434810668E-2"/>
                  <c:y val="2.7662270253410254E-2"/>
                </c:manualLayout>
              </c:layout>
              <c:tx>
                <c:rich>
                  <a:bodyPr/>
                  <a:lstStyle/>
                  <a:p>
                    <a:fld id="{3944604F-6D4B-4822-9F5C-B1D16835FED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1-18AE-4048-9FA7-51E8F2A0C5B6}"/>
                </c:ext>
              </c:extLst>
            </c:dLbl>
            <c:dLbl>
              <c:idx val="94"/>
              <c:layout>
                <c:manualLayout>
                  <c:x val="-2.9810723873747006E-2"/>
                  <c:y val="2.7662270253410354E-2"/>
                </c:manualLayout>
              </c:layout>
              <c:tx>
                <c:rich>
                  <a:bodyPr/>
                  <a:lstStyle/>
                  <a:p>
                    <a:fld id="{959DB93E-9A00-4F5F-BF40-524197F0D29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3-18AE-4048-9FA7-51E8F2A0C5B6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fld id="{8A1F65E8-4419-4BCD-A78A-E0B48414A0B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5-18AE-4048-9FA7-51E8F2A0C5B6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fld id="{1A62CA11-D886-4F2D-8A9B-ACAD7352F7F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7-18AE-4048-9FA7-51E8F2A0C5B6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fld id="{ECEF7046-5F16-4A7A-AD45-79C3788DB9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9-18AE-4048-9FA7-51E8F2A0C5B6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fld id="{B0413530-767F-4D83-9E65-824B349DB19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B-18AE-4048-9FA7-51E8F2A0C5B6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fld id="{CBBC7E23-D6D1-446C-9057-D8A3783A86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D-18AE-4048-9FA7-51E8F2A0C5B6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fld id="{4FF20078-FE6D-4461-8941-81427BE2109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F-18AE-4048-9FA7-51E8F2A0C5B6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fld id="{E71D2C13-6417-4BD5-A990-9A1DF1964D9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1-18AE-4048-9FA7-51E8F2A0C5B6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fld id="{3069B683-9C34-4E6F-8DCF-BBEBE131008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3-18AE-4048-9FA7-51E8F2A0C5B6}"/>
                </c:ext>
              </c:extLst>
            </c:dLbl>
            <c:dLbl>
              <c:idx val="103"/>
              <c:layout>
                <c:manualLayout>
                  <c:x val="-7.9360665666175501E-2"/>
                  <c:y val="3.3194724304092323E-2"/>
                </c:manualLayout>
              </c:layout>
              <c:tx>
                <c:rich>
                  <a:bodyPr/>
                  <a:lstStyle/>
                  <a:p>
                    <a:fld id="{E1151088-6DD4-40E5-B3F9-A086300532B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5-18AE-4048-9FA7-51E8F2A0C5B6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fld id="{8228E8DD-AA12-48AD-B6FD-B433D7406CF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7-18AE-4048-9FA7-51E8F2A0C5B6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fld id="{251F89FE-662A-460E-B505-FADEC243E8E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9-18AE-4048-9FA7-51E8F2A0C5B6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fld id="{736C3872-F160-4096-BF99-95A7E724E91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B-18AE-4048-9FA7-51E8F2A0C5B6}"/>
                </c:ext>
              </c:extLst>
            </c:dLbl>
            <c:dLbl>
              <c:idx val="107"/>
              <c:layout>
                <c:manualLayout>
                  <c:x val="-3.5235395936349299E-2"/>
                  <c:y val="-3.0428497278751389E-2"/>
                </c:manualLayout>
              </c:layout>
              <c:tx>
                <c:rich>
                  <a:bodyPr/>
                  <a:lstStyle/>
                  <a:p>
                    <a:fld id="{A5827204-9C1E-4A23-848F-8CE80ABB1B1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D-18AE-4048-9FA7-51E8F2A0C5B6}"/>
                </c:ext>
              </c:extLst>
            </c:dLbl>
            <c:dLbl>
              <c:idx val="108"/>
              <c:layout>
                <c:manualLayout>
                  <c:x val="-6.8329348233718903E-2"/>
                  <c:y val="-1.1064908101364243E-2"/>
                </c:manualLayout>
              </c:layout>
              <c:tx>
                <c:rich>
                  <a:bodyPr/>
                  <a:lstStyle/>
                  <a:p>
                    <a:fld id="{F02E7FDB-2F73-4629-A3F6-01DD93A85BE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F-18AE-4048-9FA7-51E8F2A0C5B6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fld id="{BE1574CD-6057-4B03-9AC4-5960939677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1-18AE-4048-9FA7-51E8F2A0C5B6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fld id="{DC390D24-FE23-4672-99D9-9A2811297EE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3-18AE-4048-9FA7-51E8F2A0C5B6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fld id="{05C337AA-D9F3-4EBA-811E-4825151525D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5-18AE-4048-9FA7-51E8F2A0C5B6}"/>
                </c:ext>
              </c:extLst>
            </c:dLbl>
            <c:dLbl>
              <c:idx val="112"/>
              <c:layout>
                <c:manualLayout>
                  <c:x val="-6.5571518875604737E-2"/>
                  <c:y val="1.6597362152046213E-2"/>
                </c:manualLayout>
              </c:layout>
              <c:tx>
                <c:rich>
                  <a:bodyPr/>
                  <a:lstStyle/>
                  <a:p>
                    <a:fld id="{D8CE159D-11C9-4EEB-8818-C0968439C58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7-18AE-4048-9FA7-51E8F2A0C5B6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fld id="{22DC501F-9421-46E2-ADB6-E9AE335B469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9-18AE-4048-9FA7-51E8F2A0C5B6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fld id="{8FE7393C-54EA-45E6-9873-6068C524131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B-18AE-4048-9FA7-51E8F2A0C5B6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fld id="{19B80695-174E-45D0-87F9-9D19F1EC6BE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D-18AE-4048-9FA7-51E8F2A0C5B6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fld id="{D441575C-F98D-4087-A7A9-DEFAE3E25E0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F-18AE-4048-9FA7-51E8F2A0C5B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0">
                <a:no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zh-CN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Sheet1!$A$2:$A$118</c:f>
              <c:numCache>
                <c:formatCode>General</c:formatCode>
                <c:ptCount val="117"/>
                <c:pt idx="0">
                  <c:v>0.73</c:v>
                </c:pt>
                <c:pt idx="1">
                  <c:v>0.17896085664999997</c:v>
                </c:pt>
                <c:pt idx="2">
                  <c:v>0.1725616109142856</c:v>
                </c:pt>
                <c:pt idx="3">
                  <c:v>0.17232739942857148</c:v>
                </c:pt>
                <c:pt idx="4">
                  <c:v>0.13161645828571431</c:v>
                </c:pt>
                <c:pt idx="5">
                  <c:v>0.15134968846153848</c:v>
                </c:pt>
                <c:pt idx="6">
                  <c:v>0.53611287200000002</c:v>
                </c:pt>
                <c:pt idx="7">
                  <c:v>0.24799991931428564</c:v>
                </c:pt>
                <c:pt idx="8">
                  <c:v>0.1308466848</c:v>
                </c:pt>
                <c:pt idx="9">
                  <c:v>0.2947788379285714</c:v>
                </c:pt>
                <c:pt idx="10">
                  <c:v>0.42146083564285719</c:v>
                </c:pt>
                <c:pt idx="11">
                  <c:v>0.94869322942857126</c:v>
                </c:pt>
                <c:pt idx="12">
                  <c:v>0.59038824000000001</c:v>
                </c:pt>
                <c:pt idx="13">
                  <c:v>7.7720298514285718E-2</c:v>
                </c:pt>
                <c:pt idx="14">
                  <c:v>0.16547291880000004</c:v>
                </c:pt>
                <c:pt idx="15">
                  <c:v>0.2751026044897959</c:v>
                </c:pt>
                <c:pt idx="16">
                  <c:v>0.41768340040816376</c:v>
                </c:pt>
                <c:pt idx="17">
                  <c:v>7.0547620999999991E-2</c:v>
                </c:pt>
                <c:pt idx="18">
                  <c:v>0.49518679157142875</c:v>
                </c:pt>
                <c:pt idx="19">
                  <c:v>0.41906424899999994</c:v>
                </c:pt>
                <c:pt idx="20">
                  <c:v>0.88620043503513002</c:v>
                </c:pt>
                <c:pt idx="21">
                  <c:v>9.5406209142857148E-2</c:v>
                </c:pt>
                <c:pt idx="22">
                  <c:v>0.34400728933333335</c:v>
                </c:pt>
                <c:pt idx="23">
                  <c:v>0.17132122171428568</c:v>
                </c:pt>
                <c:pt idx="24">
                  <c:v>0.28602369500000002</c:v>
                </c:pt>
                <c:pt idx="25">
                  <c:v>0.16259259200000001</c:v>
                </c:pt>
                <c:pt idx="26">
                  <c:v>0.23474205600000006</c:v>
                </c:pt>
                <c:pt idx="27">
                  <c:v>0.37391482685714295</c:v>
                </c:pt>
                <c:pt idx="28">
                  <c:v>8.4310007999999964E-2</c:v>
                </c:pt>
                <c:pt idx="29">
                  <c:v>0.13418499371428566</c:v>
                </c:pt>
                <c:pt idx="30">
                  <c:v>0.53336831485714287</c:v>
                </c:pt>
                <c:pt idx="31">
                  <c:v>7.9494762285714268E-2</c:v>
                </c:pt>
                <c:pt idx="32">
                  <c:v>0.5596665354285717</c:v>
                </c:pt>
                <c:pt idx="33">
                  <c:v>0.55612868114285718</c:v>
                </c:pt>
                <c:pt idx="34">
                  <c:v>5.724563119999998E-2</c:v>
                </c:pt>
                <c:pt idx="35">
                  <c:v>0.1033024546583851</c:v>
                </c:pt>
                <c:pt idx="36">
                  <c:v>0.75386739428571437</c:v>
                </c:pt>
                <c:pt idx="37">
                  <c:v>5.9245137428571445E-2</c:v>
                </c:pt>
                <c:pt idx="38">
                  <c:v>0.15816577499999995</c:v>
                </c:pt>
                <c:pt idx="39">
                  <c:v>0.78836931327731075</c:v>
                </c:pt>
                <c:pt idx="40">
                  <c:v>0.1762434971428572</c:v>
                </c:pt>
                <c:pt idx="41">
                  <c:v>0.30036293371428568</c:v>
                </c:pt>
                <c:pt idx="42">
                  <c:v>0.378696696</c:v>
                </c:pt>
                <c:pt idx="43">
                  <c:v>0.65882851771428552</c:v>
                </c:pt>
                <c:pt idx="44">
                  <c:v>0.21608422171428562</c:v>
                </c:pt>
                <c:pt idx="45">
                  <c:v>1</c:v>
                </c:pt>
                <c:pt idx="46">
                  <c:v>1</c:v>
                </c:pt>
                <c:pt idx="47">
                  <c:v>0.60215293599999975</c:v>
                </c:pt>
                <c:pt idx="48">
                  <c:v>0.42888980800000004</c:v>
                </c:pt>
                <c:pt idx="49">
                  <c:v>0.54969768799999996</c:v>
                </c:pt>
                <c:pt idx="50">
                  <c:v>0.53253910549450567</c:v>
                </c:pt>
                <c:pt idx="51">
                  <c:v>0.50954516999999999</c:v>
                </c:pt>
                <c:pt idx="52">
                  <c:v>0.7427546100000002</c:v>
                </c:pt>
                <c:pt idx="53">
                  <c:v>0.34100304857142855</c:v>
                </c:pt>
                <c:pt idx="54">
                  <c:v>0.37791076675324653</c:v>
                </c:pt>
                <c:pt idx="55">
                  <c:v>0.19789283314285716</c:v>
                </c:pt>
                <c:pt idx="56">
                  <c:v>8.0952711428571411E-2</c:v>
                </c:pt>
                <c:pt idx="57">
                  <c:v>0.38274734000000005</c:v>
                </c:pt>
                <c:pt idx="58">
                  <c:v>6.3589038857142843E-2</c:v>
                </c:pt>
                <c:pt idx="59">
                  <c:v>0.2830214472</c:v>
                </c:pt>
                <c:pt idx="60">
                  <c:v>0.13388273000000001</c:v>
                </c:pt>
                <c:pt idx="61">
                  <c:v>0.52444243714285721</c:v>
                </c:pt>
                <c:pt idx="62">
                  <c:v>0.11308244800000002</c:v>
                </c:pt>
                <c:pt idx="63">
                  <c:v>0.39808569599999993</c:v>
                </c:pt>
                <c:pt idx="64">
                  <c:v>0.86182127828571442</c:v>
                </c:pt>
                <c:pt idx="65">
                  <c:v>0.40636161599999998</c:v>
                </c:pt>
                <c:pt idx="66">
                  <c:v>0.87205232742857153</c:v>
                </c:pt>
                <c:pt idx="67">
                  <c:v>0.46834723542857148</c:v>
                </c:pt>
                <c:pt idx="68">
                  <c:v>0.23114031771428567</c:v>
                </c:pt>
                <c:pt idx="69">
                  <c:v>0.5967936497142855</c:v>
                </c:pt>
                <c:pt idx="70">
                  <c:v>0.22164168685714283</c:v>
                </c:pt>
                <c:pt idx="71">
                  <c:v>0.58901558142857136</c:v>
                </c:pt>
                <c:pt idx="72">
                  <c:v>0.25820687000000003</c:v>
                </c:pt>
                <c:pt idx="73">
                  <c:v>1</c:v>
                </c:pt>
                <c:pt idx="74">
                  <c:v>0.58884628071428602</c:v>
                </c:pt>
                <c:pt idx="75">
                  <c:v>0.60068012785714275</c:v>
                </c:pt>
                <c:pt idx="76">
                  <c:v>0.23074094785714286</c:v>
                </c:pt>
                <c:pt idx="77">
                  <c:v>0.90127687928571421</c:v>
                </c:pt>
                <c:pt idx="78">
                  <c:v>0.33656743499999997</c:v>
                </c:pt>
                <c:pt idx="79">
                  <c:v>0.61202229642857131</c:v>
                </c:pt>
                <c:pt idx="80">
                  <c:v>0.39532628142857151</c:v>
                </c:pt>
                <c:pt idx="81">
                  <c:v>0.15395293714285718</c:v>
                </c:pt>
                <c:pt idx="82">
                  <c:v>0.18420383714285707</c:v>
                </c:pt>
                <c:pt idx="83">
                  <c:v>0.22756238285714289</c:v>
                </c:pt>
                <c:pt idx="84">
                  <c:v>0.20174582857142859</c:v>
                </c:pt>
                <c:pt idx="85">
                  <c:v>0.19376332285714284</c:v>
                </c:pt>
                <c:pt idx="86">
                  <c:v>0.5882809200000001</c:v>
                </c:pt>
                <c:pt idx="87">
                  <c:v>0.93442883428571433</c:v>
                </c:pt>
                <c:pt idx="88">
                  <c:v>0.32395954666666676</c:v>
                </c:pt>
                <c:pt idx="89">
                  <c:v>0.33659614857142861</c:v>
                </c:pt>
                <c:pt idx="90">
                  <c:v>1</c:v>
                </c:pt>
                <c:pt idx="91">
                  <c:v>0.2717797171428572</c:v>
                </c:pt>
                <c:pt idx="92">
                  <c:v>0.34144486285714287</c:v>
                </c:pt>
                <c:pt idx="93">
                  <c:v>0.18630403600000003</c:v>
                </c:pt>
                <c:pt idx="94">
                  <c:v>1</c:v>
                </c:pt>
                <c:pt idx="95">
                  <c:v>0.46166419542857151</c:v>
                </c:pt>
                <c:pt idx="96">
                  <c:v>0.40719903085714293</c:v>
                </c:pt>
                <c:pt idx="97">
                  <c:v>0.14456075314285713</c:v>
                </c:pt>
                <c:pt idx="98">
                  <c:v>0.16582925142857149</c:v>
                </c:pt>
                <c:pt idx="99">
                  <c:v>8.8872860571428597E-2</c:v>
                </c:pt>
                <c:pt idx="100">
                  <c:v>0.30497131885714279</c:v>
                </c:pt>
                <c:pt idx="101">
                  <c:v>0.76701945599999999</c:v>
                </c:pt>
                <c:pt idx="102">
                  <c:v>0.18321095314285712</c:v>
                </c:pt>
                <c:pt idx="103">
                  <c:v>0.50331647657142864</c:v>
                </c:pt>
                <c:pt idx="104">
                  <c:v>1</c:v>
                </c:pt>
                <c:pt idx="105">
                  <c:v>0.33065207600000013</c:v>
                </c:pt>
                <c:pt idx="106">
                  <c:v>0.10934916</c:v>
                </c:pt>
                <c:pt idx="107">
                  <c:v>0.42457310742857141</c:v>
                </c:pt>
                <c:pt idx="108">
                  <c:v>0.23503376914285712</c:v>
                </c:pt>
                <c:pt idx="109">
                  <c:v>0.2908545805714286</c:v>
                </c:pt>
                <c:pt idx="110">
                  <c:v>0.74043934095238084</c:v>
                </c:pt>
                <c:pt idx="111">
                  <c:v>0.34640866999999981</c:v>
                </c:pt>
                <c:pt idx="112">
                  <c:v>6.3934850000000015E-2</c:v>
                </c:pt>
                <c:pt idx="113">
                  <c:v>0.65246904571428577</c:v>
                </c:pt>
                <c:pt idx="114">
                  <c:v>0.52936480285714305</c:v>
                </c:pt>
                <c:pt idx="115">
                  <c:v>0.55814183999999989</c:v>
                </c:pt>
                <c:pt idx="116">
                  <c:v>0.52541726857142868</c:v>
                </c:pt>
              </c:numCache>
            </c:numRef>
          </c:xVal>
          <c:yVal>
            <c:numRef>
              <c:f>Sheet1!$B$2:$B$118</c:f>
              <c:numCache>
                <c:formatCode>General</c:formatCode>
                <c:ptCount val="117"/>
                <c:pt idx="0">
                  <c:v>92</c:v>
                </c:pt>
                <c:pt idx="1">
                  <c:v>80</c:v>
                </c:pt>
                <c:pt idx="2">
                  <c:v>77</c:v>
                </c:pt>
                <c:pt idx="3">
                  <c:v>77</c:v>
                </c:pt>
                <c:pt idx="4">
                  <c:v>88</c:v>
                </c:pt>
                <c:pt idx="5">
                  <c:v>75</c:v>
                </c:pt>
                <c:pt idx="6">
                  <c:v>75</c:v>
                </c:pt>
                <c:pt idx="7">
                  <c:v>82</c:v>
                </c:pt>
                <c:pt idx="8">
                  <c:v>79</c:v>
                </c:pt>
                <c:pt idx="9">
                  <c:v>60</c:v>
                </c:pt>
                <c:pt idx="10">
                  <c:v>68</c:v>
                </c:pt>
                <c:pt idx="11">
                  <c:v>73</c:v>
                </c:pt>
                <c:pt idx="12">
                  <c:v>62</c:v>
                </c:pt>
                <c:pt idx="13">
                  <c:v>73</c:v>
                </c:pt>
                <c:pt idx="14">
                  <c:v>82</c:v>
                </c:pt>
                <c:pt idx="15">
                  <c:v>59</c:v>
                </c:pt>
                <c:pt idx="16">
                  <c:v>72</c:v>
                </c:pt>
                <c:pt idx="17">
                  <c:v>55</c:v>
                </c:pt>
                <c:pt idx="18">
                  <c:v>70</c:v>
                </c:pt>
                <c:pt idx="19">
                  <c:v>68</c:v>
                </c:pt>
                <c:pt idx="20">
                  <c:v>62</c:v>
                </c:pt>
                <c:pt idx="21">
                  <c:v>68</c:v>
                </c:pt>
                <c:pt idx="22">
                  <c:v>73</c:v>
                </c:pt>
                <c:pt idx="23">
                  <c:v>59</c:v>
                </c:pt>
                <c:pt idx="24">
                  <c:v>56</c:v>
                </c:pt>
                <c:pt idx="25">
                  <c:v>46</c:v>
                </c:pt>
                <c:pt idx="26">
                  <c:v>70</c:v>
                </c:pt>
                <c:pt idx="27">
                  <c:v>57</c:v>
                </c:pt>
                <c:pt idx="28">
                  <c:v>69</c:v>
                </c:pt>
                <c:pt idx="29">
                  <c:v>55</c:v>
                </c:pt>
                <c:pt idx="30">
                  <c:v>56</c:v>
                </c:pt>
                <c:pt idx="31">
                  <c:v>66</c:v>
                </c:pt>
                <c:pt idx="32">
                  <c:v>68</c:v>
                </c:pt>
                <c:pt idx="33">
                  <c:v>70</c:v>
                </c:pt>
                <c:pt idx="34">
                  <c:v>53</c:v>
                </c:pt>
                <c:pt idx="35">
                  <c:v>40</c:v>
                </c:pt>
                <c:pt idx="36">
                  <c:v>57</c:v>
                </c:pt>
                <c:pt idx="37">
                  <c:v>51</c:v>
                </c:pt>
                <c:pt idx="38">
                  <c:v>42</c:v>
                </c:pt>
                <c:pt idx="39">
                  <c:v>44</c:v>
                </c:pt>
                <c:pt idx="40">
                  <c:v>47</c:v>
                </c:pt>
                <c:pt idx="41">
                  <c:v>56</c:v>
                </c:pt>
                <c:pt idx="42">
                  <c:v>46</c:v>
                </c:pt>
                <c:pt idx="43">
                  <c:v>48</c:v>
                </c:pt>
                <c:pt idx="44">
                  <c:v>27</c:v>
                </c:pt>
                <c:pt idx="45">
                  <c:v>44</c:v>
                </c:pt>
                <c:pt idx="46">
                  <c:v>50</c:v>
                </c:pt>
                <c:pt idx="47">
                  <c:v>53</c:v>
                </c:pt>
                <c:pt idx="48">
                  <c:v>43</c:v>
                </c:pt>
                <c:pt idx="49">
                  <c:v>46</c:v>
                </c:pt>
                <c:pt idx="50">
                  <c:v>42</c:v>
                </c:pt>
                <c:pt idx="51">
                  <c:v>40</c:v>
                </c:pt>
                <c:pt idx="52">
                  <c:v>31</c:v>
                </c:pt>
                <c:pt idx="53">
                  <c:v>46</c:v>
                </c:pt>
                <c:pt idx="54">
                  <c:v>38</c:v>
                </c:pt>
                <c:pt idx="55">
                  <c:v>48</c:v>
                </c:pt>
                <c:pt idx="56">
                  <c:v>52</c:v>
                </c:pt>
                <c:pt idx="57">
                  <c:v>49</c:v>
                </c:pt>
                <c:pt idx="58">
                  <c:v>56</c:v>
                </c:pt>
                <c:pt idx="59">
                  <c:v>52</c:v>
                </c:pt>
                <c:pt idx="60">
                  <c:v>35</c:v>
                </c:pt>
                <c:pt idx="61">
                  <c:v>53</c:v>
                </c:pt>
                <c:pt idx="62">
                  <c:v>53</c:v>
                </c:pt>
                <c:pt idx="63">
                  <c:v>32</c:v>
                </c:pt>
                <c:pt idx="64">
                  <c:v>54</c:v>
                </c:pt>
                <c:pt idx="65">
                  <c:v>50</c:v>
                </c:pt>
                <c:pt idx="66">
                  <c:v>45</c:v>
                </c:pt>
                <c:pt idx="67">
                  <c:v>59</c:v>
                </c:pt>
                <c:pt idx="68">
                  <c:v>50</c:v>
                </c:pt>
                <c:pt idx="69">
                  <c:v>47</c:v>
                </c:pt>
                <c:pt idx="70">
                  <c:v>49</c:v>
                </c:pt>
                <c:pt idx="71">
                  <c:v>48</c:v>
                </c:pt>
                <c:pt idx="72">
                  <c:v>37</c:v>
                </c:pt>
                <c:pt idx="73">
                  <c:v>38</c:v>
                </c:pt>
                <c:pt idx="74">
                  <c:v>42</c:v>
                </c:pt>
                <c:pt idx="75">
                  <c:v>37</c:v>
                </c:pt>
                <c:pt idx="76">
                  <c:v>37</c:v>
                </c:pt>
                <c:pt idx="77">
                  <c:v>53</c:v>
                </c:pt>
                <c:pt idx="78">
                  <c:v>33</c:v>
                </c:pt>
                <c:pt idx="79">
                  <c:v>26</c:v>
                </c:pt>
                <c:pt idx="80">
                  <c:v>48</c:v>
                </c:pt>
                <c:pt idx="81">
                  <c:v>47</c:v>
                </c:pt>
                <c:pt idx="82">
                  <c:v>44</c:v>
                </c:pt>
                <c:pt idx="83">
                  <c:v>43</c:v>
                </c:pt>
                <c:pt idx="84">
                  <c:v>37</c:v>
                </c:pt>
                <c:pt idx="85">
                  <c:v>36</c:v>
                </c:pt>
                <c:pt idx="86">
                  <c:v>46</c:v>
                </c:pt>
                <c:pt idx="87">
                  <c:v>38</c:v>
                </c:pt>
                <c:pt idx="88">
                  <c:v>53</c:v>
                </c:pt>
                <c:pt idx="89">
                  <c:v>33</c:v>
                </c:pt>
                <c:pt idx="90">
                  <c:v>44</c:v>
                </c:pt>
                <c:pt idx="91">
                  <c:v>37</c:v>
                </c:pt>
                <c:pt idx="92">
                  <c:v>30</c:v>
                </c:pt>
                <c:pt idx="93">
                  <c:v>34</c:v>
                </c:pt>
                <c:pt idx="94">
                  <c:v>37</c:v>
                </c:pt>
                <c:pt idx="95">
                  <c:v>33</c:v>
                </c:pt>
                <c:pt idx="96">
                  <c:v>37</c:v>
                </c:pt>
                <c:pt idx="97">
                  <c:v>32</c:v>
                </c:pt>
                <c:pt idx="98">
                  <c:v>38</c:v>
                </c:pt>
                <c:pt idx="99">
                  <c:v>37</c:v>
                </c:pt>
                <c:pt idx="100">
                  <c:v>36</c:v>
                </c:pt>
                <c:pt idx="101">
                  <c:v>36</c:v>
                </c:pt>
                <c:pt idx="102">
                  <c:v>53</c:v>
                </c:pt>
                <c:pt idx="103">
                  <c:v>40</c:v>
                </c:pt>
                <c:pt idx="104">
                  <c:v>40</c:v>
                </c:pt>
                <c:pt idx="105">
                  <c:v>49</c:v>
                </c:pt>
                <c:pt idx="106">
                  <c:v>44</c:v>
                </c:pt>
                <c:pt idx="107">
                  <c:v>43</c:v>
                </c:pt>
                <c:pt idx="108">
                  <c:v>39</c:v>
                </c:pt>
                <c:pt idx="109">
                  <c:v>41</c:v>
                </c:pt>
                <c:pt idx="110">
                  <c:v>38</c:v>
                </c:pt>
                <c:pt idx="111">
                  <c:v>28</c:v>
                </c:pt>
                <c:pt idx="112">
                  <c:v>48</c:v>
                </c:pt>
                <c:pt idx="113">
                  <c:v>30</c:v>
                </c:pt>
                <c:pt idx="114">
                  <c:v>35</c:v>
                </c:pt>
                <c:pt idx="115">
                  <c:v>34</c:v>
                </c:pt>
                <c:pt idx="116">
                  <c:v>27</c:v>
                </c:pt>
              </c:numCache>
            </c:numRef>
          </c:yVal>
          <c:bubbleSize>
            <c:numRef>
              <c:f>Sheet1!$C$2:$C$118</c:f>
              <c:numCache>
                <c:formatCode>General</c:formatCode>
                <c:ptCount val="11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Sheet1!$D$2:$D$118</c15:f>
                <c15:dlblRangeCache>
                  <c:ptCount val="117"/>
                  <c:pt idx="0">
                    <c:v>客户1</c:v>
                  </c:pt>
                  <c:pt idx="1">
                    <c:v>客户2</c:v>
                  </c:pt>
                  <c:pt idx="2">
                    <c:v>客户3</c:v>
                  </c:pt>
                  <c:pt idx="3">
                    <c:v>客户4</c:v>
                  </c:pt>
                  <c:pt idx="4">
                    <c:v>客户5</c:v>
                  </c:pt>
                  <c:pt idx="5">
                    <c:v>客户6</c:v>
                  </c:pt>
                  <c:pt idx="6">
                    <c:v>客户7</c:v>
                  </c:pt>
                  <c:pt idx="7">
                    <c:v>客户8</c:v>
                  </c:pt>
                  <c:pt idx="8">
                    <c:v>客户9</c:v>
                  </c:pt>
                  <c:pt idx="9">
                    <c:v>客户10</c:v>
                  </c:pt>
                  <c:pt idx="10">
                    <c:v>客户11</c:v>
                  </c:pt>
                  <c:pt idx="11">
                    <c:v>客户12</c:v>
                  </c:pt>
                  <c:pt idx="12">
                    <c:v>客户13</c:v>
                  </c:pt>
                  <c:pt idx="13">
                    <c:v>客户14</c:v>
                  </c:pt>
                  <c:pt idx="14">
                    <c:v>客户15</c:v>
                  </c:pt>
                  <c:pt idx="15">
                    <c:v>客户16</c:v>
                  </c:pt>
                  <c:pt idx="16">
                    <c:v>客户17</c:v>
                  </c:pt>
                  <c:pt idx="17">
                    <c:v>客户18</c:v>
                  </c:pt>
                  <c:pt idx="18">
                    <c:v>客户19</c:v>
                  </c:pt>
                  <c:pt idx="19">
                    <c:v>客户20</c:v>
                  </c:pt>
                  <c:pt idx="20">
                    <c:v>客户21</c:v>
                  </c:pt>
                  <c:pt idx="21">
                    <c:v>客户22</c:v>
                  </c:pt>
                  <c:pt idx="22">
                    <c:v>客户23</c:v>
                  </c:pt>
                  <c:pt idx="23">
                    <c:v>客户24</c:v>
                  </c:pt>
                  <c:pt idx="24">
                    <c:v>客户25</c:v>
                  </c:pt>
                  <c:pt idx="25">
                    <c:v>客户26</c:v>
                  </c:pt>
                  <c:pt idx="26">
                    <c:v>客户27</c:v>
                  </c:pt>
                  <c:pt idx="27">
                    <c:v>客户28</c:v>
                  </c:pt>
                  <c:pt idx="28">
                    <c:v>客户29</c:v>
                  </c:pt>
                  <c:pt idx="29">
                    <c:v>客户30</c:v>
                  </c:pt>
                  <c:pt idx="30">
                    <c:v>客户31</c:v>
                  </c:pt>
                  <c:pt idx="31">
                    <c:v>客户32</c:v>
                  </c:pt>
                  <c:pt idx="32">
                    <c:v>客户33</c:v>
                  </c:pt>
                  <c:pt idx="33">
                    <c:v>客户34</c:v>
                  </c:pt>
                  <c:pt idx="34">
                    <c:v>客户35</c:v>
                  </c:pt>
                  <c:pt idx="35">
                    <c:v>客户36</c:v>
                  </c:pt>
                  <c:pt idx="36">
                    <c:v>客户37</c:v>
                  </c:pt>
                  <c:pt idx="37">
                    <c:v>客户38</c:v>
                  </c:pt>
                  <c:pt idx="38">
                    <c:v>客户39</c:v>
                  </c:pt>
                  <c:pt idx="39">
                    <c:v>客户40</c:v>
                  </c:pt>
                  <c:pt idx="40">
                    <c:v>客户41</c:v>
                  </c:pt>
                  <c:pt idx="41">
                    <c:v>客户42</c:v>
                  </c:pt>
                  <c:pt idx="42">
                    <c:v>客户43</c:v>
                  </c:pt>
                  <c:pt idx="43">
                    <c:v>客户44</c:v>
                  </c:pt>
                  <c:pt idx="44">
                    <c:v>客户45</c:v>
                  </c:pt>
                  <c:pt idx="45">
                    <c:v>客户46</c:v>
                  </c:pt>
                  <c:pt idx="46">
                    <c:v>客户47</c:v>
                  </c:pt>
                  <c:pt idx="47">
                    <c:v>客户48</c:v>
                  </c:pt>
                  <c:pt idx="48">
                    <c:v>客户49</c:v>
                  </c:pt>
                  <c:pt idx="49">
                    <c:v>客户50</c:v>
                  </c:pt>
                  <c:pt idx="50">
                    <c:v>客户51</c:v>
                  </c:pt>
                  <c:pt idx="51">
                    <c:v>客户52</c:v>
                  </c:pt>
                  <c:pt idx="52">
                    <c:v>客户53</c:v>
                  </c:pt>
                  <c:pt idx="53">
                    <c:v>客户54</c:v>
                  </c:pt>
                  <c:pt idx="54">
                    <c:v>客户55</c:v>
                  </c:pt>
                  <c:pt idx="55">
                    <c:v>客户56</c:v>
                  </c:pt>
                  <c:pt idx="56">
                    <c:v>客户57</c:v>
                  </c:pt>
                  <c:pt idx="57">
                    <c:v>客户58</c:v>
                  </c:pt>
                  <c:pt idx="58">
                    <c:v>客户59</c:v>
                  </c:pt>
                  <c:pt idx="59">
                    <c:v>客户60</c:v>
                  </c:pt>
                  <c:pt idx="60">
                    <c:v>客户61</c:v>
                  </c:pt>
                  <c:pt idx="61">
                    <c:v>客户62</c:v>
                  </c:pt>
                  <c:pt idx="62">
                    <c:v>客户63</c:v>
                  </c:pt>
                  <c:pt idx="63">
                    <c:v>客户64</c:v>
                  </c:pt>
                  <c:pt idx="64">
                    <c:v>客户65</c:v>
                  </c:pt>
                  <c:pt idx="65">
                    <c:v>客户66</c:v>
                  </c:pt>
                  <c:pt idx="66">
                    <c:v>客户67</c:v>
                  </c:pt>
                  <c:pt idx="67">
                    <c:v>客户68</c:v>
                  </c:pt>
                  <c:pt idx="68">
                    <c:v>客户69</c:v>
                  </c:pt>
                  <c:pt idx="69">
                    <c:v>客户70</c:v>
                  </c:pt>
                  <c:pt idx="70">
                    <c:v>客户71</c:v>
                  </c:pt>
                  <c:pt idx="71">
                    <c:v>客户72</c:v>
                  </c:pt>
                  <c:pt idx="72">
                    <c:v>客户73</c:v>
                  </c:pt>
                  <c:pt idx="73">
                    <c:v>客户74</c:v>
                  </c:pt>
                  <c:pt idx="74">
                    <c:v>客户75</c:v>
                  </c:pt>
                  <c:pt idx="75">
                    <c:v>客户76</c:v>
                  </c:pt>
                  <c:pt idx="76">
                    <c:v>客户77</c:v>
                  </c:pt>
                  <c:pt idx="77">
                    <c:v>客户78</c:v>
                  </c:pt>
                  <c:pt idx="78">
                    <c:v>客户79</c:v>
                  </c:pt>
                  <c:pt idx="79">
                    <c:v>客户80</c:v>
                  </c:pt>
                  <c:pt idx="80">
                    <c:v>客户81</c:v>
                  </c:pt>
                  <c:pt idx="81">
                    <c:v>客户82</c:v>
                  </c:pt>
                  <c:pt idx="82">
                    <c:v>客户83</c:v>
                  </c:pt>
                  <c:pt idx="83">
                    <c:v>客户84</c:v>
                  </c:pt>
                  <c:pt idx="84">
                    <c:v>客户85</c:v>
                  </c:pt>
                  <c:pt idx="85">
                    <c:v>客户86</c:v>
                  </c:pt>
                  <c:pt idx="86">
                    <c:v>客户87</c:v>
                  </c:pt>
                  <c:pt idx="87">
                    <c:v>客户88</c:v>
                  </c:pt>
                  <c:pt idx="88">
                    <c:v>客户89</c:v>
                  </c:pt>
                  <c:pt idx="89">
                    <c:v>客户90</c:v>
                  </c:pt>
                  <c:pt idx="90">
                    <c:v>客户91</c:v>
                  </c:pt>
                  <c:pt idx="91">
                    <c:v>客户92</c:v>
                  </c:pt>
                  <c:pt idx="92">
                    <c:v>客户93</c:v>
                  </c:pt>
                  <c:pt idx="93">
                    <c:v>客户94</c:v>
                  </c:pt>
                  <c:pt idx="94">
                    <c:v>客户95</c:v>
                  </c:pt>
                  <c:pt idx="95">
                    <c:v>客户96</c:v>
                  </c:pt>
                  <c:pt idx="96">
                    <c:v>客户97</c:v>
                  </c:pt>
                  <c:pt idx="97">
                    <c:v>客户98</c:v>
                  </c:pt>
                  <c:pt idx="98">
                    <c:v>客户99</c:v>
                  </c:pt>
                  <c:pt idx="99">
                    <c:v>客户100</c:v>
                  </c:pt>
                  <c:pt idx="100">
                    <c:v>客户101</c:v>
                  </c:pt>
                  <c:pt idx="101">
                    <c:v>客户102</c:v>
                  </c:pt>
                  <c:pt idx="102">
                    <c:v>客户103</c:v>
                  </c:pt>
                  <c:pt idx="103">
                    <c:v>客户104</c:v>
                  </c:pt>
                  <c:pt idx="104">
                    <c:v>客户105</c:v>
                  </c:pt>
                  <c:pt idx="105">
                    <c:v>客户106</c:v>
                  </c:pt>
                  <c:pt idx="106">
                    <c:v>客户107</c:v>
                  </c:pt>
                  <c:pt idx="107">
                    <c:v>客户108</c:v>
                  </c:pt>
                  <c:pt idx="108">
                    <c:v>客户109</c:v>
                  </c:pt>
                  <c:pt idx="109">
                    <c:v>客户110</c:v>
                  </c:pt>
                  <c:pt idx="110">
                    <c:v>客户111</c:v>
                  </c:pt>
                  <c:pt idx="111">
                    <c:v>客户112</c:v>
                  </c:pt>
                  <c:pt idx="112">
                    <c:v>客户113</c:v>
                  </c:pt>
                  <c:pt idx="113">
                    <c:v>客户114</c:v>
                  </c:pt>
                  <c:pt idx="114">
                    <c:v>客户115</c:v>
                  </c:pt>
                  <c:pt idx="115">
                    <c:v>客户116</c:v>
                  </c:pt>
                  <c:pt idx="116">
                    <c:v>客户117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E5-18AE-4048-9FA7-51E8F2A0C5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7"/>
        <c:showNegBubbles val="0"/>
        <c:axId val="82838144"/>
        <c:axId val="54790832"/>
      </c:bubbleChart>
      <c:valAx>
        <c:axId val="82838144"/>
        <c:scaling>
          <c:orientation val="minMax"/>
          <c:max val="1"/>
        </c:scaling>
        <c:delete val="1"/>
        <c:axPos val="b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23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4790832"/>
        <c:crosses val="autoZero"/>
        <c:crossBetween val="midCat"/>
        <c:majorUnit val="5.000000000000001E-2"/>
      </c:valAx>
      <c:valAx>
        <c:axId val="54790832"/>
        <c:scaling>
          <c:orientation val="minMax"/>
          <c:max val="100"/>
          <c:min val="0"/>
        </c:scaling>
        <c:delete val="1"/>
        <c:axPos val="l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23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2838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+mn-ea"/>
          <a:ea typeface="+mn-ea"/>
        </a:defRPr>
      </a:pPr>
      <a:endParaRPr lang="zh-CN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0915008368978982E-2"/>
          <c:w val="0.99999999999999978"/>
          <c:h val="0.810472384891581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每小时停机损失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内容一</c:v>
                </c:pt>
                <c:pt idx="1">
                  <c:v>内容二</c:v>
                </c:pt>
                <c:pt idx="2">
                  <c:v>内容三</c:v>
                </c:pt>
                <c:pt idx="3">
                  <c:v>内容四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E7-47A0-ABB2-D2F3BF123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axId val="2050819264"/>
        <c:axId val="2050826880"/>
      </c:barChart>
      <c:catAx>
        <c:axId val="205081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50826880"/>
        <c:crosses val="autoZero"/>
        <c:auto val="1"/>
        <c:lblAlgn val="ctr"/>
        <c:lblOffset val="100"/>
        <c:noMultiLvlLbl val="0"/>
      </c:catAx>
      <c:valAx>
        <c:axId val="205082688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0819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6724584184258527E-2"/>
          <c:y val="5.5574349757028865E-2"/>
          <c:w val="0.87276223967149735"/>
          <c:h val="0.78699088848198329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Sheet1!$B$28</c:f>
              <c:strCache>
                <c:ptCount val="1"/>
                <c:pt idx="0">
                  <c:v>项目2</c:v>
                </c:pt>
              </c:strCache>
            </c:strRef>
          </c:tx>
          <c:spPr>
            <a:solidFill>
              <a:srgbClr val="C7000B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zh-CN"/>
                      <a:t>000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FA-4AD1-A718-BE4609846C72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l">
                      <a:defRPr sz="900" b="0" i="0" u="none" strike="noStrike" kern="1200" baseline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zh-CN"/>
                      <a:t>000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l">
                    <a:defRPr sz="9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FA-4AD1-A718-BE4609846C72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zh-CN"/>
                      <a:t>000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FA-4AD1-A718-BE4609846C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Sheet1!$C$26:$E$26</c:f>
              <c:strCache>
                <c:ptCount val="3"/>
                <c:pt idx="0">
                  <c:v>2021年</c:v>
                </c:pt>
                <c:pt idx="1">
                  <c:v>2022年</c:v>
                </c:pt>
                <c:pt idx="2">
                  <c:v>2023年</c:v>
                </c:pt>
              </c:strCache>
            </c:strRef>
          </c:cat>
          <c:val>
            <c:numRef>
              <c:f>Sheet1!$C$28:$E$28</c:f>
              <c:numCache>
                <c:formatCode>_ * #,##0.0_ ;_ * \-#,##0.0_ ;_ * "-"??_ ;_ @_ </c:formatCode>
                <c:ptCount val="3"/>
                <c:pt idx="0">
                  <c:v>14.165800000000001</c:v>
                </c:pt>
                <c:pt idx="1">
                  <c:v>21</c:v>
                </c:pt>
                <c:pt idx="2">
                  <c:v>27.870899999999999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FFA-4AD1-A718-BE4609846C72}"/>
            </c:ext>
          </c:extLst>
        </c:ser>
        <c:ser>
          <c:idx val="2"/>
          <c:order val="1"/>
          <c:tx>
            <c:strRef>
              <c:f>Sheet1!$B$29</c:f>
              <c:strCache>
                <c:ptCount val="1"/>
                <c:pt idx="0">
                  <c:v>项目3</c:v>
                </c:pt>
              </c:strCache>
            </c:strRef>
          </c:tx>
          <c:spPr>
            <a:solidFill>
              <a:srgbClr val="D53C4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0D7-4858-9146-8CE2BE2389B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0D7-4858-9146-8CE2BE2389B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0D7-4858-9146-8CE2BE2389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Sheet1!$C$26:$E$26</c:f>
              <c:strCache>
                <c:ptCount val="3"/>
                <c:pt idx="0">
                  <c:v>2021年</c:v>
                </c:pt>
                <c:pt idx="1">
                  <c:v>2022年</c:v>
                </c:pt>
                <c:pt idx="2">
                  <c:v>2023年</c:v>
                </c:pt>
              </c:strCache>
            </c:strRef>
          </c:cat>
          <c:val>
            <c:numRef>
              <c:f>Sheet1!$C$29:$E$29</c:f>
              <c:numCache>
                <c:formatCode>_ * #,##0.0_ ;_ * \-#,##0.0_ ;_ * "-"??_ ;_ @_ </c:formatCode>
                <c:ptCount val="3"/>
                <c:pt idx="0">
                  <c:v>17</c:v>
                </c:pt>
                <c:pt idx="1">
                  <c:v>22</c:v>
                </c:pt>
                <c:pt idx="2">
                  <c:v>29.7715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FA-4AD1-A718-BE4609846C72}"/>
            </c:ext>
          </c:extLst>
        </c:ser>
        <c:ser>
          <c:idx val="0"/>
          <c:order val="2"/>
          <c:tx>
            <c:strRef>
              <c:f>Sheet1!$B$27</c:f>
              <c:strCache>
                <c:ptCount val="1"/>
                <c:pt idx="0">
                  <c:v>项目1</c:v>
                </c:pt>
              </c:strCache>
            </c:strRef>
          </c:tx>
          <c:spPr>
            <a:solidFill>
              <a:srgbClr val="E3787D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0D7-4858-9146-8CE2BE2389B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0D7-4858-9146-8CE2BE2389B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0D7-4858-9146-8CE2BE2389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Sheet1!$C$26:$E$26</c:f>
              <c:strCache>
                <c:ptCount val="3"/>
                <c:pt idx="0">
                  <c:v>2021年</c:v>
                </c:pt>
                <c:pt idx="1">
                  <c:v>2022年</c:v>
                </c:pt>
                <c:pt idx="2">
                  <c:v>2023年</c:v>
                </c:pt>
              </c:strCache>
            </c:strRef>
          </c:cat>
          <c:val>
            <c:numRef>
              <c:f>Sheet1!$C$27:$E$27</c:f>
              <c:numCache>
                <c:formatCode>_ * #,##0.0_ ;_ * \-#,##0.0_ ;_ * "-"??_ ;_ @_ </c:formatCode>
                <c:ptCount val="3"/>
                <c:pt idx="0">
                  <c:v>3.5912000000000002</c:v>
                </c:pt>
                <c:pt idx="1">
                  <c:v>6.4077000000000002</c:v>
                </c:pt>
                <c:pt idx="2">
                  <c:v>8.9613999999999994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FFA-4AD1-A718-BE4609846C72}"/>
            </c:ext>
          </c:extLst>
        </c:ser>
        <c:ser>
          <c:idx val="3"/>
          <c:order val="3"/>
          <c:tx>
            <c:strRef>
              <c:f>Sheet1!$B$30</c:f>
              <c:strCache>
                <c:ptCount val="1"/>
                <c:pt idx="0">
                  <c:v>项目4</c:v>
                </c:pt>
              </c:strCache>
            </c:strRef>
          </c:tx>
          <c:spPr>
            <a:solidFill>
              <a:srgbClr val="F8D8D9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0D7-4858-9146-8CE2BE2389B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0D7-4858-9146-8CE2BE2389B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0D7-4858-9146-8CE2BE2389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Sheet1!$C$26:$E$26</c:f>
              <c:strCache>
                <c:ptCount val="3"/>
                <c:pt idx="0">
                  <c:v>2021年</c:v>
                </c:pt>
                <c:pt idx="1">
                  <c:v>2022年</c:v>
                </c:pt>
                <c:pt idx="2">
                  <c:v>2023年</c:v>
                </c:pt>
              </c:strCache>
            </c:strRef>
          </c:cat>
          <c:val>
            <c:numRef>
              <c:f>Sheet1!$C$30:$E$30</c:f>
              <c:numCache>
                <c:formatCode>_ * #,##0.0_ ;_ * \-#,##0.0_ ;_ * "-"??_ ;_ @_ </c:formatCode>
                <c:ptCount val="3"/>
                <c:pt idx="0">
                  <c:v>2.9675479250285828</c:v>
                </c:pt>
                <c:pt idx="1">
                  <c:v>5.9416120306153495</c:v>
                </c:pt>
                <c:pt idx="2">
                  <c:v>10.63928518552062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FFA-4AD1-A718-BE4609846C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1257013279"/>
        <c:axId val="863110672"/>
      </c:barChart>
      <c:catAx>
        <c:axId val="1257013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63110672"/>
        <c:crosses val="autoZero"/>
        <c:auto val="1"/>
        <c:lblAlgn val="ctr"/>
        <c:lblOffset val="100"/>
        <c:noMultiLvlLbl val="0"/>
      </c:catAx>
      <c:valAx>
        <c:axId val="863110672"/>
        <c:scaling>
          <c:orientation val="minMax"/>
        </c:scaling>
        <c:delete val="0"/>
        <c:axPos val="l"/>
        <c:numFmt formatCode="_ * #,##0.0_ ;_ * \-#,##0.0_ ;_ * &quot;-&quot;??_ ;_ @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57013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16724873020852"/>
          <c:y val="0.13154396860449302"/>
          <c:w val="0.62549411132726807"/>
          <c:h val="0.75473153331204312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8059530242689271E-3"/>
                  <c:y val="-8.0341378973217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AB-4C6A-B7C0-E1B4D0BC5D64}"/>
                </c:ext>
              </c:extLst>
            </c:dLbl>
            <c:dLbl>
              <c:idx val="1"/>
              <c:layout>
                <c:manualLayout>
                  <c:x val="6.2477389315496061E-2"/>
                  <c:y val="-9.4948902422893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AB-4C6A-B7C0-E1B4D0BC5D64}"/>
                </c:ext>
              </c:extLst>
            </c:dLbl>
            <c:dLbl>
              <c:idx val="2"/>
              <c:layout>
                <c:manualLayout>
                  <c:x val="8.6507154436840691E-2"/>
                  <c:y val="-2.1911285174513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AB-4C6A-B7C0-E1B4D0BC5D64}"/>
                </c:ext>
              </c:extLst>
            </c:dLbl>
            <c:dLbl>
              <c:idx val="3"/>
              <c:layout>
                <c:manualLayout>
                  <c:x val="0.1201488256067231"/>
                  <c:y val="0.109556425872569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AB-4C6A-B7C0-E1B4D0BC5D64}"/>
                </c:ext>
              </c:extLst>
            </c:dLbl>
            <c:dLbl>
              <c:idx val="4"/>
              <c:layout>
                <c:manualLayout>
                  <c:x val="2.4029765121344637E-2"/>
                  <c:y val="0.160682757946435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AB-4C6A-B7C0-E1B4D0BC5D64}"/>
                </c:ext>
              </c:extLst>
            </c:dLbl>
            <c:dLbl>
              <c:idx val="5"/>
              <c:layout>
                <c:manualLayout>
                  <c:x val="-5.7671436291227132E-2"/>
                  <c:y val="0.211809090020301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AB-4C6A-B7C0-E1B4D0BC5D64}"/>
                </c:ext>
              </c:extLst>
            </c:dLbl>
            <c:dLbl>
              <c:idx val="6"/>
              <c:layout>
                <c:manualLayout>
                  <c:x val="-9.6119060485378549E-2"/>
                  <c:y val="8.76451406980555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AB-4C6A-B7C0-E1B4D0BC5D64}"/>
                </c:ext>
              </c:extLst>
            </c:dLbl>
            <c:dLbl>
              <c:idx val="7"/>
              <c:layout>
                <c:manualLayout>
                  <c:x val="-0.12014882560672323"/>
                  <c:y val="-2.92150468993518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AB-4C6A-B7C0-E1B4D0BC5D64}"/>
                </c:ext>
              </c:extLst>
            </c:dLbl>
            <c:dLbl>
              <c:idx val="8"/>
              <c:layout>
                <c:manualLayout>
                  <c:x val="-8.1701201412571811E-2"/>
                  <c:y val="-0.1752902813961111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AB-4C6A-B7C0-E1B4D0BC5D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3175" cap="flat" cmpd="sng" algn="ctr">
                      <a:solidFill>
                        <a:schemeClr val="bg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名称</c:v>
                </c:pt>
                <c:pt idx="1">
                  <c:v>名称</c:v>
                </c:pt>
                <c:pt idx="2">
                  <c:v>名称</c:v>
                </c:pt>
                <c:pt idx="3">
                  <c:v>名称</c:v>
                </c:pt>
                <c:pt idx="4">
                  <c:v>名称</c:v>
                </c:pt>
                <c:pt idx="5">
                  <c:v>名称</c:v>
                </c:pt>
                <c:pt idx="6">
                  <c:v>名称</c:v>
                </c:pt>
                <c:pt idx="7">
                  <c:v>名称</c:v>
                </c:pt>
                <c:pt idx="8">
                  <c:v>名称</c:v>
                </c:pt>
              </c:strCache>
            </c:strRef>
          </c:cat>
          <c:val>
            <c:numRef>
              <c:f>Sheet1!$B$2:$B$10</c:f>
              <c:numCache>
                <c:formatCode>0.00_ </c:formatCode>
                <c:ptCount val="9"/>
                <c:pt idx="0">
                  <c:v>0.43</c:v>
                </c:pt>
                <c:pt idx="1">
                  <c:v>0.19</c:v>
                </c:pt>
                <c:pt idx="2">
                  <c:v>0.24</c:v>
                </c:pt>
                <c:pt idx="3">
                  <c:v>0.04</c:v>
                </c:pt>
                <c:pt idx="4">
                  <c:v>0.18</c:v>
                </c:pt>
                <c:pt idx="5">
                  <c:v>0.03</c:v>
                </c:pt>
                <c:pt idx="6">
                  <c:v>0.22</c:v>
                </c:pt>
                <c:pt idx="7">
                  <c:v>0.2</c:v>
                </c:pt>
                <c:pt idx="8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FAB-4C6A-B7C0-E1B4D0BC5D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5875807"/>
        <c:axId val="1898912016"/>
      </c:radarChart>
      <c:catAx>
        <c:axId val="136587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1898912016"/>
        <c:crosses val="autoZero"/>
        <c:auto val="1"/>
        <c:lblAlgn val="ctr"/>
        <c:lblOffset val="100"/>
        <c:noMultiLvlLbl val="0"/>
      </c:catAx>
      <c:valAx>
        <c:axId val="1898912016"/>
        <c:scaling>
          <c:orientation val="minMax"/>
          <c:max val="1"/>
        </c:scaling>
        <c:delete val="1"/>
        <c:axPos val="l"/>
        <c:majorGridlines>
          <c:spPr>
            <a:ln w="317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crossAx val="1365875807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6350">
      <a:noFill/>
    </a:ln>
    <a:effectLst/>
  </c:spPr>
  <c:txPr>
    <a:bodyPr/>
    <a:lstStyle/>
    <a:p>
      <a:pPr>
        <a:defRPr sz="800">
          <a:latin typeface="+mj-ea"/>
          <a:ea typeface="+mj-ea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63178662910454E-2"/>
          <c:y val="2.6412393162393161E-2"/>
          <c:w val="0.96936821337089552"/>
          <c:h val="0.910689684910255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46B-4557-9603-D4DBBA719DD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46B-4557-9603-D4DBBA719DD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928-4B4F-ADCA-2CB4678020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22年</c:v>
                </c:pt>
                <c:pt idx="1">
                  <c:v>23年</c:v>
                </c:pt>
              </c:strCache>
            </c:strRef>
          </c:cat>
          <c:val>
            <c:numRef>
              <c:f>Sheet1!$B$2:$C$2</c:f>
              <c:numCache>
                <c:formatCode>#,##0</c:formatCode>
                <c:ptCount val="2"/>
                <c:pt idx="0" formatCode="General">
                  <c:v>55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6B-4557-9603-D4DBBA719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9"/>
        <c:overlap val="-27"/>
        <c:axId val="1184878400"/>
        <c:axId val="1184876224"/>
      </c:barChart>
      <c:catAx>
        <c:axId val="1184878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184876224"/>
        <c:crosses val="autoZero"/>
        <c:auto val="1"/>
        <c:lblAlgn val="ctr"/>
        <c:lblOffset val="100"/>
        <c:noMultiLvlLbl val="0"/>
      </c:catAx>
      <c:valAx>
        <c:axId val="1184876224"/>
        <c:scaling>
          <c:orientation val="minMax"/>
          <c:min val="47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84878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 sz="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  <c:userShapes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777651202741311E-3"/>
          <c:y val="5.3088839183167619E-2"/>
          <c:w val="0.98318004150510718"/>
          <c:h val="0.8361191309419655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A4A-4A5E-95CF-CA895AA3F55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1.1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A4A-4A5E-95CF-CA895AA3F5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1.2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A4A-4A5E-95CF-CA895AA3F55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1.3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A4A-4A5E-95CF-CA895AA3F55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/>
                      <a:t>1.4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A4A-4A5E-95CF-CA895AA3F55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1.5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A4A-4A5E-95CF-CA895AA3F5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Sheet4!$B$1:$M$1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Sheet4!$B$2:$M$2</c:f>
              <c:numCache>
                <c:formatCode>0.00</c:formatCode>
                <c:ptCount val="12"/>
                <c:pt idx="0">
                  <c:v>0.56630070878000005</c:v>
                </c:pt>
                <c:pt idx="1">
                  <c:v>0.61151069805000002</c:v>
                </c:pt>
                <c:pt idx="2">
                  <c:v>0.67713211016999997</c:v>
                </c:pt>
                <c:pt idx="3">
                  <c:v>0.68751114347999998</c:v>
                </c:pt>
                <c:pt idx="4">
                  <c:v>0.70318256092999998</c:v>
                </c:pt>
                <c:pt idx="5">
                  <c:v>0.82165086381573771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BE-49A1-B5A4-6F245ED0BE09}"/>
            </c:ext>
          </c:extLst>
        </c:ser>
        <c:ser>
          <c:idx val="1"/>
          <c:order val="1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1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A4A-4A5E-95CF-CA895AA3F55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2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A4A-4A5E-95CF-CA895AA3F55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zh-CN" dirty="0"/>
                      <a:t>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A4A-4A5E-95CF-CA895AA3F55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zh-CN"/>
                      <a:t>2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A4A-4A5E-95CF-CA895AA3F55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zh-CN"/>
                      <a:t>2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FA4A-4A5E-95CF-CA895AA3F55D}"/>
                </c:ext>
              </c:extLst>
            </c:dLbl>
            <c:dLbl>
              <c:idx val="11"/>
              <c:layout>
                <c:manualLayout>
                  <c:x val="-2.3148042668951095E-3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dirty="0"/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A85-449C-BE17-7E040C7897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Sheet4!$B$1:$M$1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Sheet4!$B$3:$M$3</c:f>
              <c:numCache>
                <c:formatCode>General</c:formatCode>
                <c:ptCount val="12"/>
                <c:pt idx="6" formatCode="0.00">
                  <c:v>0.7702248813238064</c:v>
                </c:pt>
                <c:pt idx="7" formatCode="0.00">
                  <c:v>0.8417381048504331</c:v>
                </c:pt>
                <c:pt idx="8" formatCode="0.00">
                  <c:v>1.1514039502362083</c:v>
                </c:pt>
                <c:pt idx="9" formatCode="0.00">
                  <c:v>0.91846401005423162</c:v>
                </c:pt>
                <c:pt idx="10" formatCode="0.00">
                  <c:v>0.9295683580796914</c:v>
                </c:pt>
                <c:pt idx="11" formatCode="0.00">
                  <c:v>1.4035030685330629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BE-49A1-B5A4-6F245ED0B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48"/>
        <c:axId val="804456560"/>
        <c:axId val="1004397248"/>
      </c:barChart>
      <c:catAx>
        <c:axId val="80445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004397248"/>
        <c:crosses val="autoZero"/>
        <c:auto val="1"/>
        <c:lblAlgn val="ctr"/>
        <c:lblOffset val="100"/>
        <c:noMultiLvlLbl val="0"/>
      </c:catAx>
      <c:valAx>
        <c:axId val="1004397248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crossAx val="80445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"/>
          <c:y val="1.8995726495726496E-2"/>
          <c:w val="1"/>
          <c:h val="0.9178029914529914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A40-4B1C-87F1-DC0C1EE8CE1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A40-4B1C-87F1-DC0C1EE8CE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20000"/>
                        <a:lumOff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年度预算</c:v>
                </c:pt>
                <c:pt idx="1">
                  <c:v>挑战目标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90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6E-4620-9F29-130FC7DA3A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泛政企</c:v>
                </c:pt>
              </c:strCache>
            </c:strRef>
          </c:tx>
          <c:spPr>
            <a:solidFill>
              <a:srgbClr val="FF624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A40-4B1C-87F1-DC0C1EE8CE1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A40-4B1C-87F1-DC0C1EE8CE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20000"/>
                        <a:lumOff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年度预算</c:v>
                </c:pt>
                <c:pt idx="1">
                  <c:v>挑战目标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92</c:v>
                </c:pt>
                <c:pt idx="1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6E-4620-9F29-130FC7DA3A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泛互联网</c:v>
                </c:pt>
              </c:strCache>
            </c:strRef>
          </c:tx>
          <c:spPr>
            <a:solidFill>
              <a:srgbClr val="ED6D00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A40-4B1C-87F1-DC0C1EE8CE1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A40-4B1C-87F1-DC0C1EE8CE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年度预算</c:v>
                </c:pt>
                <c:pt idx="1">
                  <c:v>挑战目标</c:v>
                </c:pt>
              </c:strCache>
            </c:strRef>
          </c:cat>
          <c:val>
            <c:numRef>
              <c:f>Sheet1!$D$2:$D$3</c:f>
              <c:numCache>
                <c:formatCode>0.0</c:formatCode>
                <c:ptCount val="2"/>
                <c:pt idx="0">
                  <c:v>115</c:v>
                </c:pt>
                <c:pt idx="1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6E-4620-9F29-130FC7DA3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100"/>
        <c:serLines>
          <c:spPr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round/>
            </a:ln>
            <a:effectLst/>
          </c:spPr>
        </c:serLines>
        <c:axId val="1785078591"/>
        <c:axId val="1683553167"/>
      </c:barChart>
      <c:catAx>
        <c:axId val="178507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683553167"/>
        <c:crosses val="autoZero"/>
        <c:auto val="1"/>
        <c:lblAlgn val="ctr"/>
        <c:lblOffset val="100"/>
        <c:noMultiLvlLbl val="0"/>
      </c:catAx>
      <c:valAx>
        <c:axId val="1683553167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785078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"/>
          <c:y val="2.5484340424635332E-2"/>
          <c:w val="1"/>
          <c:h val="0.8251307702842557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国内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dirty="0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8DA-4A1B-9706-61E551228C2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8DA-4A1B-9706-61E551228C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20000"/>
                        <a:lumOff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年度预算</c:v>
                </c:pt>
                <c:pt idx="1">
                  <c:v>挑战目标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100</c:v>
                </c:pt>
                <c:pt idx="1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10-4778-83AB-2AA459F579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海外</c:v>
                </c:pt>
              </c:strCache>
            </c:strRef>
          </c:tx>
          <c:spPr>
            <a:solidFill>
              <a:srgbClr val="E3787D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dirty="0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8DA-4A1B-9706-61E551228C2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  <a:endParaRPr lang="en-US" altLang="zh-CN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8DA-4A1B-9706-61E551228C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20000"/>
                        <a:lumOff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年度预算</c:v>
                </c:pt>
                <c:pt idx="1">
                  <c:v>挑战目标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50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10-4778-83AB-2AA459F579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serLines>
          <c:spPr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round/>
            </a:ln>
            <a:effectLst/>
          </c:spPr>
        </c:serLines>
        <c:axId val="1785078591"/>
        <c:axId val="1683553167"/>
      </c:barChart>
      <c:catAx>
        <c:axId val="178507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683553167"/>
        <c:crosses val="autoZero"/>
        <c:auto val="1"/>
        <c:lblAlgn val="ctr"/>
        <c:lblOffset val="100"/>
        <c:noMultiLvlLbl val="0"/>
      </c:catAx>
      <c:valAx>
        <c:axId val="1683553167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785078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2.6624737945492662E-2"/>
          <c:w val="1"/>
          <c:h val="0.8183532494758909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昇腾云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214-498D-BFEB-59FAF45D9FA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214-498D-BFEB-59FAF45D9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20000"/>
                        <a:lumOff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年度预算</c:v>
                </c:pt>
                <c:pt idx="1">
                  <c:v>挑战目标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210</c:v>
                </c:pt>
                <c:pt idx="1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40-470F-8727-C227383ED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serLines>
          <c:spPr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round/>
            </a:ln>
            <a:effectLst/>
          </c:spPr>
        </c:serLines>
        <c:axId val="1785078591"/>
        <c:axId val="1683553167"/>
      </c:barChart>
      <c:catAx>
        <c:axId val="178507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683553167"/>
        <c:crosses val="autoZero"/>
        <c:auto val="1"/>
        <c:lblAlgn val="ctr"/>
        <c:lblOffset val="100"/>
        <c:noMultiLvlLbl val="0"/>
      </c:catAx>
      <c:valAx>
        <c:axId val="1683553167"/>
        <c:scaling>
          <c:orientation val="minMax"/>
          <c:max val="225"/>
        </c:scaling>
        <c:delete val="0"/>
        <c:axPos val="l"/>
        <c:numFmt formatCode="0.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5078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562091925483345E-2"/>
          <c:y val="2.5967673091745774E-2"/>
          <c:w val="0.94033405879914067"/>
          <c:h val="0.9531488670257538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6D4-441F-8CB3-027B5E35FB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6D4-441F-8CB3-027B5E35FB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实际</c:v>
                </c:pt>
                <c:pt idx="1">
                  <c:v>挑战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7D-4794-9903-40FE5F640B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8C8C8C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6D4-441F-8CB3-027B5E35FB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6D4-441F-8CB3-027B5E35FB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实际</c:v>
                </c:pt>
                <c:pt idx="1">
                  <c:v>挑战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7D-4794-9903-40FE5F640B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B4B4B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D4-441F-8CB3-027B5E35FB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6D4-441F-8CB3-027B5E35FB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实际</c:v>
                </c:pt>
                <c:pt idx="1">
                  <c:v>挑战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7D-4794-9903-40FE5F640BF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rgbClr val="C9C9C9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6D4-441F-8CB3-027B5E35FB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6D4-441F-8CB3-027B5E35FB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实际</c:v>
                </c:pt>
                <c:pt idx="1">
                  <c:v>挑战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7D-4794-9903-40FE5F640BF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系列 5</c:v>
                </c:pt>
              </c:strCache>
            </c:strRef>
          </c:tx>
          <c:spPr>
            <a:solidFill>
              <a:srgbClr val="DDDDDD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6D4-441F-8CB3-027B5E35FB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6D4-441F-8CB3-027B5E35FB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实际</c:v>
                </c:pt>
                <c:pt idx="1">
                  <c:v>挑战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7D-4794-9903-40FE5F640BF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系列 6</c:v>
                </c:pt>
              </c:strCache>
            </c:strRef>
          </c:tx>
          <c:spPr>
            <a:solidFill>
              <a:srgbClr val="F2F2F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6D4-441F-8CB3-027B5E35FB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6D4-441F-8CB3-027B5E35FB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实际</c:v>
                </c:pt>
                <c:pt idx="1">
                  <c:v>挑战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7D-4794-9903-40FE5F640BF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0"/>
        <c:overlap val="100"/>
        <c:axId val="387551312"/>
        <c:axId val="820931008"/>
      </c:barChart>
      <c:catAx>
        <c:axId val="38755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0931008"/>
        <c:crosses val="autoZero"/>
        <c:auto val="1"/>
        <c:lblAlgn val="ctr"/>
        <c:lblOffset val="100"/>
        <c:noMultiLvlLbl val="0"/>
      </c:catAx>
      <c:valAx>
        <c:axId val="820931008"/>
        <c:scaling>
          <c:orientation val="minMax"/>
          <c:max val="33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87551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825241545893722E-2"/>
          <c:y val="0.11906710640056406"/>
          <c:w val="0.96139094202898567"/>
          <c:h val="0.672743142238128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已突破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2"/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地区1</c:v>
                </c:pt>
                <c:pt idx="1">
                  <c:v>地区2</c:v>
                </c:pt>
                <c:pt idx="2">
                  <c:v>地区3</c:v>
                </c:pt>
                <c:pt idx="3">
                  <c:v>地区4</c:v>
                </c:pt>
                <c:pt idx="4">
                  <c:v>地区5</c:v>
                </c:pt>
                <c:pt idx="5">
                  <c:v>地区6</c:v>
                </c:pt>
                <c:pt idx="6">
                  <c:v>地区7</c:v>
                </c:pt>
                <c:pt idx="7">
                  <c:v>地区8</c:v>
                </c:pt>
                <c:pt idx="8">
                  <c:v>地区9</c:v>
                </c:pt>
                <c:pt idx="9">
                  <c:v>地区10</c:v>
                </c:pt>
                <c:pt idx="10">
                  <c:v>地区11</c:v>
                </c:pt>
                <c:pt idx="11">
                  <c:v>地区12</c:v>
                </c:pt>
                <c:pt idx="12">
                  <c:v>地区13</c:v>
                </c:pt>
                <c:pt idx="13">
                  <c:v>地区14</c:v>
                </c:pt>
                <c:pt idx="14">
                  <c:v>地区15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110</c:v>
                </c:pt>
                <c:pt idx="1">
                  <c:v>96</c:v>
                </c:pt>
                <c:pt idx="2">
                  <c:v>65</c:v>
                </c:pt>
                <c:pt idx="3">
                  <c:v>95</c:v>
                </c:pt>
                <c:pt idx="4">
                  <c:v>44</c:v>
                </c:pt>
                <c:pt idx="5">
                  <c:v>55</c:v>
                </c:pt>
                <c:pt idx="6">
                  <c:v>46</c:v>
                </c:pt>
                <c:pt idx="7">
                  <c:v>38</c:v>
                </c:pt>
                <c:pt idx="8">
                  <c:v>26</c:v>
                </c:pt>
                <c:pt idx="9">
                  <c:v>27</c:v>
                </c:pt>
                <c:pt idx="10">
                  <c:v>17</c:v>
                </c:pt>
                <c:pt idx="11">
                  <c:v>20</c:v>
                </c:pt>
                <c:pt idx="12">
                  <c:v>10</c:v>
                </c:pt>
                <c:pt idx="13">
                  <c:v>21</c:v>
                </c:pt>
                <c:pt idx="1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F5-4F3B-80EC-7B8391055D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未突破</c:v>
                </c:pt>
              </c:strCache>
            </c:strRef>
          </c:tx>
          <c:spPr>
            <a:solidFill>
              <a:schemeClr val="bg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5218334570172519E-3"/>
                  <c:y val="9.1770211244909833E-2"/>
                </c:manualLayout>
              </c:layout>
              <c:tx>
                <c:rich>
                  <a:bodyPr/>
                  <a:lstStyle/>
                  <a:p>
                    <a:fld id="{98E9D687-F305-4FE2-BE7A-EE186B47260F}" type="VALUE">
                      <a:rPr lang="en-US" altLang="zh-CN" b="0"/>
                      <a:pPr/>
                      <a:t>[VALUE]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F2B-4F8C-B2CB-3E2EBDF6A8A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A172E33-0583-42B9-82A5-1EAE74CB5508}" type="VALUE">
                      <a:rPr lang="en-US" altLang="zh-CN" b="0"/>
                      <a:pPr/>
                      <a:t>[VALUE]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F2B-4F8C-B2CB-3E2EBDF6A8A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D5ADF2E-0179-4792-8404-9D6657367B95}" type="VALUE">
                      <a:rPr lang="en-US" altLang="zh-CN" b="0"/>
                      <a:pPr/>
                      <a:t>[VALUE]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F2B-4F8C-B2CB-3E2EBDF6A8A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9138FE94-5CF4-4EA4-95ED-AE0F279ED57C}" type="VALUE">
                      <a:rPr lang="en-US" altLang="zh-CN" b="0"/>
                      <a:pPr/>
                      <a:t>[VALUE]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0F2B-4F8C-B2CB-3E2EBDF6A8A3}"/>
                </c:ext>
              </c:extLst>
            </c:dLbl>
            <c:dLbl>
              <c:idx val="8"/>
              <c:layout>
                <c:manualLayout>
                  <c:x val="-1.1159983097049459E-16"/>
                  <c:y val="-5.079613949339863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5D-475E-B4AB-1F93BAA32607}"/>
                </c:ext>
              </c:extLst>
            </c:dLbl>
            <c:dLbl>
              <c:idx val="9"/>
              <c:layout>
                <c:manualLayout>
                  <c:x val="0"/>
                  <c:y val="-5.805273084959828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F5D-475E-B4AB-1F93BAA32607}"/>
                </c:ext>
              </c:extLst>
            </c:dLbl>
            <c:dLbl>
              <c:idx val="10"/>
              <c:layout>
                <c:manualLayout>
                  <c:x val="-5.9914703032175273E-8"/>
                  <c:y val="-5.805273084959828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  <a:ea typeface="+mj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405798568925332E-2"/>
                      <c:h val="6.33500425396241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F5D-475E-B4AB-1F93BAA32607}"/>
                </c:ext>
              </c:extLst>
            </c:dLbl>
            <c:dLbl>
              <c:idx val="11"/>
              <c:layout>
                <c:manualLayout>
                  <c:x val="-1.5218334570172519E-3"/>
                  <c:y val="-5.0796139493398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F5D-475E-B4AB-1F93BAA32607}"/>
                </c:ext>
              </c:extLst>
            </c:dLbl>
            <c:dLbl>
              <c:idx val="12"/>
              <c:layout>
                <c:manualLayout>
                  <c:x val="0"/>
                  <c:y val="-5.0796139493398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F5D-475E-B4AB-1F93BAA32607}"/>
                </c:ext>
              </c:extLst>
            </c:dLbl>
            <c:dLbl>
              <c:idx val="13"/>
              <c:layout>
                <c:manualLayout>
                  <c:x val="-1.5218334570171403E-3"/>
                  <c:y val="-5.805273084959828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F5D-475E-B4AB-1F93BAA326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地区1</c:v>
                </c:pt>
                <c:pt idx="1">
                  <c:v>地区2</c:v>
                </c:pt>
                <c:pt idx="2">
                  <c:v>地区3</c:v>
                </c:pt>
                <c:pt idx="3">
                  <c:v>地区4</c:v>
                </c:pt>
                <c:pt idx="4">
                  <c:v>地区5</c:v>
                </c:pt>
                <c:pt idx="5">
                  <c:v>地区6</c:v>
                </c:pt>
                <c:pt idx="6">
                  <c:v>地区7</c:v>
                </c:pt>
                <c:pt idx="7">
                  <c:v>地区8</c:v>
                </c:pt>
                <c:pt idx="8">
                  <c:v>地区9</c:v>
                </c:pt>
                <c:pt idx="9">
                  <c:v>地区10</c:v>
                </c:pt>
                <c:pt idx="10">
                  <c:v>地区11</c:v>
                </c:pt>
                <c:pt idx="11">
                  <c:v>地区12</c:v>
                </c:pt>
                <c:pt idx="12">
                  <c:v>地区13</c:v>
                </c:pt>
                <c:pt idx="13">
                  <c:v>地区14</c:v>
                </c:pt>
                <c:pt idx="14">
                  <c:v>地区15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100</c:v>
                </c:pt>
                <c:pt idx="1">
                  <c:v>78</c:v>
                </c:pt>
                <c:pt idx="2">
                  <c:v>62</c:v>
                </c:pt>
                <c:pt idx="3">
                  <c:v>75</c:v>
                </c:pt>
                <c:pt idx="4">
                  <c:v>54</c:v>
                </c:pt>
                <c:pt idx="5">
                  <c:v>35</c:v>
                </c:pt>
                <c:pt idx="6">
                  <c:v>28</c:v>
                </c:pt>
                <c:pt idx="7">
                  <c:v>16</c:v>
                </c:pt>
                <c:pt idx="8">
                  <c:v>22</c:v>
                </c:pt>
                <c:pt idx="9">
                  <c:v>30</c:v>
                </c:pt>
                <c:pt idx="10">
                  <c:v>25</c:v>
                </c:pt>
                <c:pt idx="11">
                  <c:v>13</c:v>
                </c:pt>
                <c:pt idx="12">
                  <c:v>16</c:v>
                </c:pt>
                <c:pt idx="13">
                  <c:v>26</c:v>
                </c:pt>
                <c:pt idx="1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F5-4F3B-80EC-7B8391055D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1284132272"/>
        <c:axId val="162889612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突破率</c:v>
                </c:pt>
              </c:strCache>
            </c:strRef>
          </c:tx>
          <c:spPr>
            <a:ln w="6350" cap="rnd">
              <a:solidFill>
                <a:schemeClr val="bg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square"/>
            <c:size val="3"/>
            <c:spPr>
              <a:solidFill>
                <a:schemeClr val="bg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地区1</c:v>
                </c:pt>
                <c:pt idx="1">
                  <c:v>地区2</c:v>
                </c:pt>
                <c:pt idx="2">
                  <c:v>地区3</c:v>
                </c:pt>
                <c:pt idx="3">
                  <c:v>地区4</c:v>
                </c:pt>
                <c:pt idx="4">
                  <c:v>地区5</c:v>
                </c:pt>
                <c:pt idx="5">
                  <c:v>地区6</c:v>
                </c:pt>
                <c:pt idx="6">
                  <c:v>地区7</c:v>
                </c:pt>
                <c:pt idx="7">
                  <c:v>地区8</c:v>
                </c:pt>
                <c:pt idx="8">
                  <c:v>地区9</c:v>
                </c:pt>
                <c:pt idx="9">
                  <c:v>地区10</c:v>
                </c:pt>
                <c:pt idx="10">
                  <c:v>地区11</c:v>
                </c:pt>
                <c:pt idx="11">
                  <c:v>地区12</c:v>
                </c:pt>
                <c:pt idx="12">
                  <c:v>地区13</c:v>
                </c:pt>
                <c:pt idx="13">
                  <c:v>地区14</c:v>
                </c:pt>
                <c:pt idx="14">
                  <c:v>地区15</c:v>
                </c:pt>
              </c:strCache>
            </c:strRef>
          </c:cat>
          <c:val>
            <c:numRef>
              <c:f>Sheet1!$D$2:$D$16</c:f>
              <c:numCache>
                <c:formatCode>0.0%</c:formatCode>
                <c:ptCount val="15"/>
                <c:pt idx="0">
                  <c:v>0.6</c:v>
                </c:pt>
                <c:pt idx="1">
                  <c:v>0.48</c:v>
                </c:pt>
                <c:pt idx="2">
                  <c:v>0.52</c:v>
                </c:pt>
                <c:pt idx="3">
                  <c:v>0.55882352941176472</c:v>
                </c:pt>
                <c:pt idx="4">
                  <c:v>0.44897959183673469</c:v>
                </c:pt>
                <c:pt idx="5">
                  <c:v>0.4</c:v>
                </c:pt>
                <c:pt idx="6">
                  <c:v>0.42</c:v>
                </c:pt>
                <c:pt idx="7">
                  <c:v>0.37</c:v>
                </c:pt>
                <c:pt idx="8">
                  <c:v>0.5</c:v>
                </c:pt>
                <c:pt idx="9">
                  <c:v>0.41</c:v>
                </c:pt>
                <c:pt idx="10">
                  <c:v>0.38</c:v>
                </c:pt>
                <c:pt idx="11">
                  <c:v>0.3</c:v>
                </c:pt>
                <c:pt idx="12">
                  <c:v>0.47</c:v>
                </c:pt>
                <c:pt idx="13">
                  <c:v>0.4</c:v>
                </c:pt>
                <c:pt idx="14">
                  <c:v>0.62765957446808507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F5-4F3B-80EC-7B8391055D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2420368"/>
        <c:axId val="105134591"/>
      </c:lineChart>
      <c:catAx>
        <c:axId val="128413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1628896128"/>
        <c:crosses val="autoZero"/>
        <c:auto val="1"/>
        <c:lblAlgn val="ctr"/>
        <c:lblOffset val="100"/>
        <c:noMultiLvlLbl val="0"/>
      </c:catAx>
      <c:valAx>
        <c:axId val="16288961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1284132272"/>
        <c:crosses val="autoZero"/>
        <c:crossBetween val="between"/>
      </c:valAx>
      <c:valAx>
        <c:axId val="105134591"/>
        <c:scaling>
          <c:orientation val="minMax"/>
          <c:min val="-0.4"/>
        </c:scaling>
        <c:delete val="0"/>
        <c:axPos val="r"/>
        <c:numFmt formatCode="0.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1202420368"/>
        <c:crosses val="max"/>
        <c:crossBetween val="between"/>
      </c:valAx>
      <c:catAx>
        <c:axId val="12024203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1345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729468599033816"/>
          <c:y val="0.91714451544344766"/>
          <c:w val="0.2484782608695652"/>
          <c:h val="6.55421642400185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bg1"/>
              </a:solidFill>
              <a:latin typeface="+mj-ea"/>
              <a:ea typeface="+mj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+mj-ea"/>
          <a:ea typeface="+mj-ea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24458383245672"/>
          <c:y val="9.1971884561316469E-2"/>
          <c:w val="0.6818312470515957"/>
          <c:h val="0.822288596708839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梳理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0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B5-4F19-9D09-C72B71A8C73A}"/>
              </c:ext>
            </c:extLst>
          </c:dPt>
          <c:dPt>
            <c:idx val="1"/>
            <c:bubble3D val="0"/>
            <c:spPr>
              <a:solidFill>
                <a:schemeClr val="bg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B5-4F19-9D09-C72B71A8C73A}"/>
              </c:ext>
            </c:extLst>
          </c:dPt>
          <c:dLbls>
            <c:dLbl>
              <c:idx val="0"/>
              <c:layout>
                <c:manualLayout>
                  <c:x val="0.1309447412415338"/>
                  <c:y val="-0.1519253576790365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800" b="1" i="0" u="none" strike="noStrike" kern="120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fld id="{94B72FAC-5CC2-4174-8F98-2CF41B4E20AD}" type="CATEGORYNAME">
                      <a:rPr lang="en-US" altLang="zh-CN" sz="800" b="1" smtClean="0">
                        <a:solidFill>
                          <a:srgbClr val="C00000"/>
                        </a:solidFill>
                      </a:rPr>
                      <a:pPr>
                        <a:defRPr sz="800" b="1" i="0" u="none" strike="noStrike" kern="120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defRPr>
                      </a:pPr>
                      <a:t>[CATEGORY NAME]</a:t>
                    </a:fld>
                    <a:r>
                      <a:rPr lang="en-US" altLang="zh-CN" sz="800" b="1" dirty="0">
                        <a:solidFill>
                          <a:srgbClr val="C00000"/>
                        </a:solidFill>
                      </a:rPr>
                      <a:t>,</a:t>
                    </a:r>
                  </a:p>
                  <a:p>
                    <a:pPr>
                      <a:defRPr sz="800" b="1" i="0" u="none" strike="noStrike" kern="120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sz="800" b="1" dirty="0">
                        <a:solidFill>
                          <a:srgbClr val="C00000"/>
                        </a:solidFill>
                      </a:rPr>
                      <a:t>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2363204894709213"/>
                      <c:h val="0.5485164337080020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EB5-4F19-9D09-C72B71A8C73A}"/>
                </c:ext>
              </c:extLst>
            </c:dLbl>
            <c:dLbl>
              <c:idx val="1"/>
              <c:layout>
                <c:manualLayout>
                  <c:x val="-0.16273547583914683"/>
                  <c:y val="7.5091995084040686E-2"/>
                </c:manualLayout>
              </c:layout>
              <c:tx>
                <c:rich>
                  <a:bodyPr/>
                  <a:lstStyle/>
                  <a:p>
                    <a:fld id="{87BAC5B8-E1D7-48F0-AA33-FF5B9D7B827C}" type="CATEGORYNAME">
                      <a:rPr lang="en-US" altLang="zh-CN" smtClean="0"/>
                      <a:pPr/>
                      <a:t>[CATEGORY NAME]</a:t>
                    </a:fld>
                    <a:r>
                      <a:rPr lang="en-US" altLang="zh-CN" dirty="0"/>
                      <a:t>,</a:t>
                    </a:r>
                  </a:p>
                  <a:p>
                    <a:r>
                      <a:rPr lang="en-US" altLang="zh-CN" dirty="0"/>
                      <a:t> 00%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B5-4F19-9D09-C72B71A8C7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项目1</c:v>
                </c:pt>
                <c:pt idx="1">
                  <c:v>项目2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B5-4F19-9D09-C72B71A8C7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24458383245672"/>
          <c:y val="9.1971884561316469E-2"/>
          <c:w val="0.6818312470515957"/>
          <c:h val="0.822288596708839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梳理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0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84-419C-A0C0-D4FAC6EDABEE}"/>
              </c:ext>
            </c:extLst>
          </c:dPt>
          <c:dPt>
            <c:idx val="1"/>
            <c:bubble3D val="0"/>
            <c:spPr>
              <a:solidFill>
                <a:schemeClr val="bg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884-419C-A0C0-D4FAC6EDABEE}"/>
              </c:ext>
            </c:extLst>
          </c:dPt>
          <c:dLbls>
            <c:dLbl>
              <c:idx val="0"/>
              <c:layout>
                <c:manualLayout>
                  <c:x val="0.1275435005117706"/>
                  <c:y val="-3.8594042803243387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800" b="1" i="0" u="none" strike="noStrike" kern="120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fld id="{94B72FAC-5CC2-4174-8F98-2CF41B4E20AD}" type="CATEGORYNAME">
                      <a:rPr lang="en-US" altLang="zh-CN" sz="800" b="1" smtClean="0">
                        <a:solidFill>
                          <a:srgbClr val="C00000"/>
                        </a:solidFill>
                      </a:rPr>
                      <a:pPr>
                        <a:defRPr sz="800" b="1" i="0" u="none" strike="noStrike" kern="120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defRPr>
                      </a:pPr>
                      <a:t>[CATEGORY NAME]</a:t>
                    </a:fld>
                    <a:endParaRPr lang="zh-CN" altLang="en-US" sz="800" b="1" dirty="0">
                      <a:solidFill>
                        <a:srgbClr val="C00000"/>
                      </a:solidFill>
                    </a:endParaRPr>
                  </a:p>
                  <a:p>
                    <a:pPr>
                      <a:defRPr sz="800" b="1" i="0" u="none" strike="noStrike" kern="120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800" b="1" dirty="0">
                        <a:solidFill>
                          <a:srgbClr val="C00000"/>
                        </a:solidFill>
                      </a:rPr>
                      <a:t> </a:t>
                    </a:r>
                    <a:r>
                      <a:rPr lang="en-US" altLang="zh-CN" sz="800" b="1" dirty="0">
                        <a:solidFill>
                          <a:srgbClr val="C00000"/>
                        </a:solidFill>
                      </a:rPr>
                      <a:t>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2165191816850857"/>
                      <c:h val="0.5488666778935901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884-419C-A0C0-D4FAC6EDABEE}"/>
                </c:ext>
              </c:extLst>
            </c:dLbl>
            <c:dLbl>
              <c:idx val="1"/>
              <c:layout>
                <c:manualLayout>
                  <c:x val="-0.12486739307878678"/>
                  <c:y val="6.3715777291277698E-2"/>
                </c:manualLayout>
              </c:layout>
              <c:tx>
                <c:rich>
                  <a:bodyPr/>
                  <a:lstStyle/>
                  <a:p>
                    <a:fld id="{87BAC5B8-E1D7-48F0-AA33-FF5B9D7B827C}" type="CATEGORYNAME">
                      <a:rPr lang="en-US" altLang="zh-CN"/>
                      <a:pPr/>
                      <a:t>[CATEGORY NAME]</a:t>
                    </a:fld>
                    <a:r>
                      <a:rPr lang="en-US" altLang="zh-CN" dirty="0"/>
                      <a:t>,</a:t>
                    </a:r>
                  </a:p>
                  <a:p>
                    <a:r>
                      <a:rPr lang="en-US" altLang="zh-CN" dirty="0"/>
                      <a:t>00%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884-419C-A0C0-D4FAC6EDAB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项目1</c:v>
                </c:pt>
                <c:pt idx="1">
                  <c:v>项目2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84-419C-A0C0-D4FAC6EDA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0.01921</cdr:y>
    </cdr:from>
    <cdr:to>
      <cdr:x>0.75777</cdr:x>
      <cdr:y>0.0447</cdr:y>
    </cdr:to>
    <cdr:sp macro="" textlink="">
      <cdr:nvSpPr>
        <cdr:cNvPr id="2" name="文本框 46">
          <a:extLst xmlns:a="http://schemas.openxmlformats.org/drawingml/2006/main">
            <a:ext uri="{FF2B5EF4-FFF2-40B4-BE49-F238E27FC236}">
              <a16:creationId xmlns:a16="http://schemas.microsoft.com/office/drawing/2014/main" id="{8A0BFE70-B145-4790-B873-6A9E83C0099A}"/>
            </a:ext>
          </a:extLst>
        </cdr:cNvPr>
        <cdr:cNvSpPr txBox="1"/>
      </cdr:nvSpPr>
      <cdr:spPr>
        <a:xfrm xmlns:a="http://schemas.openxmlformats.org/drawingml/2006/main">
          <a:off x="0" y="95191"/>
          <a:ext cx="1418545" cy="12633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0" tIns="0" rIns="0" bIns="0" rtlCol="0">
          <a:spAutoFit/>
        </a:bodyPr>
        <a:lstStyle xmlns:a="http://schemas.openxmlformats.org/drawingml/2006/main">
          <a:defPPr>
            <a:defRPr lang="en-US"/>
          </a:defPPr>
          <a:lvl1pPr marL="0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40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78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718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957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196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435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675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913" algn="l" defTabSz="914478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kumimoji="1" lang="zh-CN" altLang="en-US" sz="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rPr>
            <a:t>单位：万元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确认一下是不是最新的</a:t>
            </a:r>
            <a:endParaRPr lang="en-US" altLang="zh-CN" dirty="0"/>
          </a:p>
          <a:p>
            <a:r>
              <a:rPr lang="zh-CN" altLang="en-US" dirty="0"/>
              <a:t>新建设的标一下时间，青岛的标</a:t>
            </a:r>
            <a:r>
              <a:rPr lang="en-US" altLang="zh-CN" dirty="0"/>
              <a:t>NEW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72FC1-5FAA-45C0-A7C4-87096CA9FE0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724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856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左边只讲</a:t>
            </a:r>
            <a:r>
              <a:rPr lang="en-US" altLang="zh-CN" dirty="0"/>
              <a:t>1-4</a:t>
            </a:r>
            <a:r>
              <a:rPr lang="zh-CN" altLang="en-US" dirty="0"/>
              <a:t>月进展，关键信息只标</a:t>
            </a:r>
            <a:r>
              <a:rPr lang="en-US" altLang="zh-CN" dirty="0"/>
              <a:t>1-4</a:t>
            </a:r>
            <a:r>
              <a:rPr lang="zh-CN" altLang="en-US" dirty="0"/>
              <a:t>月完成</a:t>
            </a:r>
            <a:r>
              <a:rPr lang="en-US" altLang="zh-CN" dirty="0"/>
              <a:t>24.5%</a:t>
            </a:r>
            <a:r>
              <a:rPr lang="zh-CN" altLang="en-US" dirty="0"/>
              <a:t>，</a:t>
            </a:r>
            <a:r>
              <a:rPr lang="en-US" altLang="zh-CN" dirty="0"/>
              <a:t>H1</a:t>
            </a:r>
            <a:r>
              <a:rPr lang="zh-CN" altLang="en-US" dirty="0"/>
              <a:t>预测完成</a:t>
            </a:r>
            <a:r>
              <a:rPr lang="en-US" altLang="zh-CN" dirty="0"/>
              <a:t>41.3%</a:t>
            </a:r>
            <a:r>
              <a:rPr lang="zh-CN" altLang="en-US" dirty="0"/>
              <a:t>，挑战完成</a:t>
            </a:r>
            <a:r>
              <a:rPr lang="en-US" altLang="zh-CN" dirty="0"/>
              <a:t>43%</a:t>
            </a:r>
            <a:r>
              <a:rPr lang="zh-CN" altLang="en-US" dirty="0"/>
              <a:t>；不注云市场；公网</a:t>
            </a:r>
            <a:r>
              <a:rPr lang="en-US" altLang="zh-CN" dirty="0"/>
              <a:t>Region</a:t>
            </a:r>
            <a:r>
              <a:rPr lang="zh-CN" altLang="en-US" dirty="0"/>
              <a:t>增长标出来，专业服务同比增长标出来，基地云完成率，引出销毛率还行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2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621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D18582-C71D-4BBA-8104-BDC56F8077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16213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7022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16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多媒体国芯化，星闪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72FC1-5FAA-45C0-A7C4-87096CA9FE0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22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每个领域的 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大模型：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3593F-E4A9-4D1C-837B-FCD843521D3D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" y="0"/>
            <a:ext cx="1219471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8" y="163622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199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1" y="2415093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399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2578" y="6078337"/>
            <a:ext cx="1749556" cy="38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96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04175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245895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3269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67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tx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361956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 sz="2400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83901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1" y="261000"/>
            <a:ext cx="1116000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2241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884" userDrawn="1">
          <p15:clr>
            <a:srgbClr val="FBAE40"/>
          </p15:clr>
        </p15:guide>
        <p15:guide id="3" orient="horz" pos="391" userDrawn="1">
          <p15:clr>
            <a:srgbClr val="FBAE40"/>
          </p15:clr>
        </p15:guide>
        <p15:guide id="4" pos="326" userDrawn="1">
          <p15:clr>
            <a:srgbClr val="FBAE40"/>
          </p15:clr>
        </p15:guide>
        <p15:guide id="5" pos="735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A6277F9-7A42-4AD4-AE38-A691017C04DC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CB2F6A4F-241D-4C8C-8887-00B69350EFF3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BAB18F26-C1C6-4416-A802-F2A9BC6D39BB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0E0C43-04CB-4144-834C-F4558BB569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5"/>
            <a:ext cx="1875600" cy="411717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6EAB0FA-3262-4525-9773-FE428173A342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670B70-E3F5-4A1E-B2C9-CFA9282ADA0C}"/>
              </a:ext>
            </a:extLst>
          </p:cNvPr>
          <p:cNvSpPr/>
          <p:nvPr userDrawn="1"/>
        </p:nvSpPr>
        <p:spPr>
          <a:xfrm>
            <a:off x="0" y="6092825"/>
            <a:ext cx="12196763" cy="7651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99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标准宽度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47447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381" y="261000"/>
            <a:ext cx="10728000" cy="36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11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36600" y="365125"/>
            <a:ext cx="10731500" cy="10878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单击此处添加标题</a:t>
            </a:r>
            <a:endParaRPr lang="en-US" altLang="zh-CN" dirty="0"/>
          </a:p>
        </p:txBody>
      </p:sp>
      <p:grpSp>
        <p:nvGrpSpPr>
          <p:cNvPr id="67" name="Group 46"/>
          <p:cNvGrpSpPr>
            <a:grpSpLocks noChangeAspect="1"/>
          </p:cNvGrpSpPr>
          <p:nvPr/>
        </p:nvGrpSpPr>
        <p:grpSpPr>
          <a:xfrm>
            <a:off x="12295786" y="2625389"/>
            <a:ext cx="1963324" cy="4233515"/>
            <a:chOff x="5343883" y="-48857"/>
            <a:chExt cx="3263588" cy="7037279"/>
          </a:xfrm>
        </p:grpSpPr>
        <p:sp>
          <p:nvSpPr>
            <p:cNvPr id="68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69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1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2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3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4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6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8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79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0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1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2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3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4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6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7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8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99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0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2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03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4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736599" y="1498600"/>
            <a:ext cx="10731500" cy="4699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/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/>
            </a:lvl3pPr>
          </a:lstStyle>
          <a:p>
            <a:pPr lvl="0"/>
            <a:r>
              <a:rPr lang="zh-CN" altLang="en-US"/>
              <a:t>单击此处添加文本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</a:pPr>
            <a:r>
              <a:rPr lang="zh-CN" altLang="en-US"/>
              <a:t>单击此处添加文本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</a:pPr>
            <a:r>
              <a:rPr lang="zh-CN" altLang="en-US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350260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6">
            <a:extLst>
              <a:ext uri="{FF2B5EF4-FFF2-40B4-BE49-F238E27FC236}">
                <a16:creationId xmlns:a16="http://schemas.microsoft.com/office/drawing/2014/main" id="{39FD43C6-5484-48FA-A81D-AA98A8DD4E4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8438" y="6331962"/>
            <a:ext cx="1270800" cy="275024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89D6F5F4-117B-4B8B-8604-43D376262D23}"/>
              </a:ext>
            </a:extLst>
          </p:cNvPr>
          <p:cNvSpPr txBox="1"/>
          <p:nvPr userDrawn="1"/>
        </p:nvSpPr>
        <p:spPr>
          <a:xfrm>
            <a:off x="851184" y="6430785"/>
            <a:ext cx="1338834" cy="108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zh-CN" altLang="en-US" sz="900" b="0" i="0" spc="10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华为公有云卓越运营</a:t>
            </a:r>
            <a:endParaRPr lang="en-US" sz="900" b="0" i="0" kern="1200" spc="100" baseline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Picture 2" descr="D:\软件\Welink 文件\ReceiveFiles\ScreenShot\D143F0B3-A8BE-404E-8BC7-54C178E4DB85.png">
            <a:extLst>
              <a:ext uri="{FF2B5EF4-FFF2-40B4-BE49-F238E27FC236}">
                <a16:creationId xmlns:a16="http://schemas.microsoft.com/office/drawing/2014/main" id="{2047DDCC-EFE9-4B89-B1C5-CCE6DF02D4A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88"/>
          <a:stretch/>
        </p:blipFill>
        <p:spPr bwMode="auto">
          <a:xfrm>
            <a:off x="517525" y="6385114"/>
            <a:ext cx="297146" cy="20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84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31" r:id="rId1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22.xml"/><Relationship Id="rId18" Type="http://schemas.openxmlformats.org/officeDocument/2006/relationships/slide" Target="slide31.xml"/><Relationship Id="rId3" Type="http://schemas.openxmlformats.org/officeDocument/2006/relationships/slide" Target="slide6.xml"/><Relationship Id="rId7" Type="http://schemas.openxmlformats.org/officeDocument/2006/relationships/slide" Target="slide11.xml"/><Relationship Id="rId12" Type="http://schemas.openxmlformats.org/officeDocument/2006/relationships/slide" Target="slide21.xml"/><Relationship Id="rId17" Type="http://schemas.openxmlformats.org/officeDocument/2006/relationships/slide" Target="slide30.xml"/><Relationship Id="rId2" Type="http://schemas.openxmlformats.org/officeDocument/2006/relationships/slide" Target="slide5.xml"/><Relationship Id="rId16" Type="http://schemas.openxmlformats.org/officeDocument/2006/relationships/slide" Target="slide28.xml"/><Relationship Id="rId20" Type="http://schemas.openxmlformats.org/officeDocument/2006/relationships/slide" Target="slide39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11" Type="http://schemas.openxmlformats.org/officeDocument/2006/relationships/slide" Target="slide20.xml"/><Relationship Id="rId5" Type="http://schemas.openxmlformats.org/officeDocument/2006/relationships/slide" Target="slide9.xml"/><Relationship Id="rId15" Type="http://schemas.openxmlformats.org/officeDocument/2006/relationships/slide" Target="slide25.xml"/><Relationship Id="rId10" Type="http://schemas.openxmlformats.org/officeDocument/2006/relationships/slide" Target="slide19.xml"/><Relationship Id="rId19" Type="http://schemas.openxmlformats.org/officeDocument/2006/relationships/slide" Target="slide36.xml"/><Relationship Id="rId4" Type="http://schemas.openxmlformats.org/officeDocument/2006/relationships/slide" Target="slide7.xml"/><Relationship Id="rId9" Type="http://schemas.openxmlformats.org/officeDocument/2006/relationships/slide" Target="slide18.xml"/><Relationship Id="rId14" Type="http://schemas.openxmlformats.org/officeDocument/2006/relationships/slide" Target="slide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9.xml"/><Relationship Id="rId4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slide" Target="slide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slide" Target="slid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9.xml"/><Relationship Id="rId5" Type="http://schemas.openxmlformats.org/officeDocument/2006/relationships/slide" Target="slide1.xml"/><Relationship Id="rId4" Type="http://schemas.openxmlformats.org/officeDocument/2006/relationships/chart" Target="../charts/char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9.xml"/><Relationship Id="rId5" Type="http://schemas.openxmlformats.org/officeDocument/2006/relationships/slide" Target="slide1.xml"/><Relationship Id="rId4" Type="http://schemas.openxmlformats.org/officeDocument/2006/relationships/chart" Target="../charts/char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slide" Target="slide1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slide" Target="slide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8380" y="1870342"/>
            <a:ext cx="1862620" cy="2203402"/>
          </a:xfrm>
        </p:spPr>
        <p:txBody>
          <a:bodyPr lIns="0" tIns="0" rIns="0" bIns="0"/>
          <a:lstStyle/>
          <a:p>
            <a:pPr marL="14287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altLang="zh-CN" sz="1600" dirty="0"/>
              <a:t>PPT</a:t>
            </a:r>
            <a:r>
              <a:rPr lang="zh-CN" altLang="en-US" sz="1600" dirty="0"/>
              <a:t>写作基础</a:t>
            </a:r>
          </a:p>
          <a:p>
            <a:pPr marL="185737" indent="-171450">
              <a:lnSpc>
                <a:spcPct val="125000"/>
              </a:lnSpc>
              <a:spcBef>
                <a:spcPts val="1299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C0000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写在前面：我司</a:t>
            </a:r>
            <a:r>
              <a:rPr lang="en-US" altLang="zh-CN" sz="1050" b="0" dirty="0">
                <a:solidFill>
                  <a:srgbClr val="C0000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</a:t>
            </a:r>
            <a:r>
              <a:rPr lang="zh-CN" altLang="en-US" sz="1050" b="0" dirty="0">
                <a:solidFill>
                  <a:srgbClr val="C0000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潜规则</a:t>
            </a:r>
            <a:endParaRPr lang="en-US" altLang="zh-CN" sz="1050" b="0" dirty="0">
              <a:solidFill>
                <a:srgbClr val="C00000"/>
              </a:solidFill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85737" indent="-171450">
              <a:lnSpc>
                <a:spcPct val="125000"/>
              </a:lnSpc>
              <a:spcBef>
                <a:spcPts val="1299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C0000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如何搭好</a:t>
            </a:r>
            <a:r>
              <a:rPr lang="en-US" altLang="zh-CN" sz="1050" b="0" dirty="0">
                <a:solidFill>
                  <a:srgbClr val="C0000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</a:t>
            </a:r>
            <a:r>
              <a:rPr lang="zh-CN" altLang="en-US" sz="1050" b="0" dirty="0">
                <a:solidFill>
                  <a:srgbClr val="C0000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骨架 </a:t>
            </a:r>
            <a:r>
              <a:rPr lang="en-US" altLang="zh-CN" sz="1050" b="0" dirty="0">
                <a:solidFill>
                  <a:srgbClr val="C0000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– </a:t>
            </a:r>
            <a:r>
              <a:rPr lang="zh-CN" altLang="en-US" sz="1050" b="0" dirty="0">
                <a:solidFill>
                  <a:srgbClr val="C0000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逻辑</a:t>
            </a:r>
            <a:endParaRPr lang="zh-CN" altLang="en-US" sz="1050" b="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spcBef>
                <a:spcPts val="1299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C0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如何组织</a:t>
            </a:r>
            <a:r>
              <a:rPr lang="en-US" altLang="zh-CN" sz="1050" b="0" dirty="0">
                <a:solidFill>
                  <a:srgbClr val="C0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</a:t>
            </a:r>
            <a:r>
              <a:rPr lang="zh-CN" altLang="en-US" sz="1050" b="0" dirty="0">
                <a:solidFill>
                  <a:srgbClr val="C0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内在 </a:t>
            </a:r>
            <a:r>
              <a:rPr lang="en-US" altLang="zh-CN" sz="1050" b="0" dirty="0">
                <a:solidFill>
                  <a:srgbClr val="C0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– </a:t>
            </a:r>
            <a:r>
              <a:rPr lang="zh-CN" altLang="en-US" sz="1050" b="0" dirty="0">
                <a:solidFill>
                  <a:srgbClr val="C0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内容</a:t>
            </a:r>
            <a:endParaRPr lang="zh-CN" altLang="en-US" sz="1050" b="0" dirty="0">
              <a:solidFill>
                <a:srgbClr val="C00000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 txBox="1">
            <a:spLocks/>
          </p:cNvSpPr>
          <p:nvPr/>
        </p:nvSpPr>
        <p:spPr>
          <a:xfrm>
            <a:off x="4578943" y="1870342"/>
            <a:ext cx="1512000" cy="4212958"/>
          </a:xfrm>
          <a:prstGeom prst="rect">
            <a:avLst/>
          </a:prstGeom>
        </p:spPr>
        <p:txBody>
          <a:bodyPr lIns="0" tIns="0" rIns="0" bIns="0"/>
          <a:lstStyle>
            <a:lvl1pPr marL="412750" indent="-398463" algn="l" defTabSz="1187798" rtl="0" eaLnBrk="1" latinLnBrk="0" hangingPunct="1">
              <a:lnSpc>
                <a:spcPct val="70000"/>
              </a:lnSpc>
              <a:spcBef>
                <a:spcPts val="1299"/>
              </a:spcBef>
              <a:buFont typeface="+mj-lt"/>
              <a:buAutoNum type="arabicPeriod"/>
              <a:tabLst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12750" indent="-398463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AutoNum type="arabicPeriod"/>
              <a:tabLst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None/>
              <a:tabLst/>
              <a:defRPr sz="2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4287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None/>
              <a:tabLst/>
              <a:defRPr sz="2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4287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None/>
              <a:tabLst/>
              <a:defRPr sz="2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" inden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b="1" dirty="0"/>
              <a:t>排版规范与布局</a:t>
            </a:r>
            <a:endParaRPr lang="en-US" altLang="zh-CN" sz="1050" b="1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文本与段落样式</a:t>
            </a:r>
            <a:endParaRPr lang="en-US" altLang="zh-CN" sz="1050" dirty="0">
              <a:solidFill>
                <a:srgbClr val="C00000"/>
              </a:solidFill>
              <a:hlinkClick r:id="rId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常用组件样式汇总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建议配色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标题卡片风格</a:t>
            </a:r>
            <a:endParaRPr lang="en-US" altLang="zh-CN" sz="1050" dirty="0">
              <a:solidFill>
                <a:srgbClr val="C00000"/>
              </a:solidFill>
              <a:hlinkClick r:id="rId8" action="ppaction://hlinksldjump"/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9" action="ppaction://hlinksldjump"/>
              </a:rPr>
              <a:t>建议布局参考线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二分栏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偏分栏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三分栏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四分栏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C00000"/>
                </a:solidFill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四分栏竖排</a:t>
            </a:r>
            <a:endParaRPr lang="en-US" altLang="zh-CN" sz="1050" dirty="0">
              <a:solidFill>
                <a:srgbClr val="C00000"/>
              </a:solidFill>
            </a:endParaRPr>
          </a:p>
          <a:p>
            <a:pPr marL="14287" indent="0">
              <a:lnSpc>
                <a:spcPct val="125000"/>
              </a:lnSpc>
              <a:buClr>
                <a:schemeClr val="tx1"/>
              </a:buClr>
              <a:buNone/>
            </a:pPr>
            <a:endParaRPr lang="en-US" altLang="zh-CN" sz="105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 txBox="1">
            <a:spLocks/>
          </p:cNvSpPr>
          <p:nvPr/>
        </p:nvSpPr>
        <p:spPr>
          <a:xfrm>
            <a:off x="8099506" y="1870342"/>
            <a:ext cx="2093118" cy="3108058"/>
          </a:xfrm>
          <a:prstGeom prst="rect">
            <a:avLst/>
          </a:prstGeom>
        </p:spPr>
        <p:txBody>
          <a:bodyPr lIns="0" tIns="0" rIns="0" bIns="0"/>
          <a:lstStyle>
            <a:lvl1pPr marL="412750" indent="-398463" algn="l" defTabSz="1187798" rtl="0" eaLnBrk="1" latinLnBrk="0" hangingPunct="1">
              <a:lnSpc>
                <a:spcPct val="70000"/>
              </a:lnSpc>
              <a:spcBef>
                <a:spcPts val="1299"/>
              </a:spcBef>
              <a:buFont typeface="+mj-lt"/>
              <a:buAutoNum type="arabicPeriod"/>
              <a:tabLst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12750" indent="-398463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AutoNum type="arabicPeriod"/>
              <a:tabLst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None/>
              <a:tabLst/>
              <a:defRPr sz="2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4287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None/>
              <a:tabLst/>
              <a:defRPr sz="2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4287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+mj-lt"/>
              <a:buNone/>
              <a:tabLst/>
              <a:defRPr sz="2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" indent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b="1" dirty="0"/>
              <a:t>常见页面类型参考</a:t>
            </a:r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hlinkClick r:id="rId15" action="ppaction://hlinksldjump"/>
              </a:rPr>
              <a:t>图文页</a:t>
            </a:r>
            <a:endParaRPr lang="en-US" altLang="zh-CN" sz="1050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hlinkClick r:id="rId16" action="ppaction://hlinksldjump"/>
              </a:rPr>
              <a:t>数据展示</a:t>
            </a:r>
            <a:endParaRPr lang="en-US" altLang="zh-CN" sz="1050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hlinkClick r:id="rId17" action="ppaction://hlinksldjump"/>
              </a:rPr>
              <a:t>表格</a:t>
            </a:r>
            <a:endParaRPr lang="en-US" altLang="zh-CN" sz="1050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hlinkClick r:id="rId18" action="ppaction://hlinksldjump"/>
              </a:rPr>
              <a:t>柱状图</a:t>
            </a:r>
            <a:endParaRPr lang="en-US" altLang="zh-CN" sz="1050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hlinkClick r:id="rId19" action="ppaction://hlinksldjump"/>
              </a:rPr>
              <a:t>流程图</a:t>
            </a:r>
            <a:endParaRPr lang="en-US" altLang="zh-CN" sz="1050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hlinkClick r:id="rId20" action="ppaction://hlinksldjump"/>
              </a:rPr>
              <a:t>架构图</a:t>
            </a:r>
            <a:endParaRPr lang="en-US" altLang="zh-CN" sz="1050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1050" dirty="0">
                <a:hlinkClick r:id="" action="ppaction://noaction"/>
              </a:rPr>
              <a:t>总纲页</a:t>
            </a:r>
            <a:r>
              <a:rPr lang="en-US" altLang="zh-CN" sz="1050" dirty="0">
                <a:hlinkClick r:id="" action="ppaction://noaction"/>
              </a:rPr>
              <a:t>&amp;</a:t>
            </a:r>
            <a:r>
              <a:rPr lang="zh-CN" altLang="en-US" sz="1050" dirty="0">
                <a:hlinkClick r:id="" action="ppaction://noaction"/>
              </a:rPr>
              <a:t>特殊版式</a:t>
            </a:r>
            <a:endParaRPr lang="en-US" altLang="zh-CN" sz="1050" dirty="0"/>
          </a:p>
          <a:p>
            <a:pPr marL="185737" indent="-171450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205898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18381" y="261000"/>
            <a:ext cx="11160000" cy="360000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目录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样式一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F9CF61-ED31-49E6-922A-F6C398EC8B5A}"/>
              </a:ext>
            </a:extLst>
          </p:cNvPr>
          <p:cNvSpPr/>
          <p:nvPr/>
        </p:nvSpPr>
        <p:spPr>
          <a:xfrm>
            <a:off x="1418381" y="2184530"/>
            <a:ext cx="2467191" cy="864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6191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6" tIns="45692" rIns="91386" bIns="456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943">
              <a:defRPr/>
            </a:pPr>
            <a:endParaRPr lang="zh-CN" altLang="en-US" sz="1400" b="1" kern="0">
              <a:solidFill>
                <a:srgbClr val="666666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F9407B-BA9A-4F79-B049-069E0CC32246}"/>
              </a:ext>
            </a:extLst>
          </p:cNvPr>
          <p:cNvSpPr/>
          <p:nvPr/>
        </p:nvSpPr>
        <p:spPr>
          <a:xfrm>
            <a:off x="4864785" y="2184532"/>
            <a:ext cx="2467191" cy="86400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6" tIns="45692" rIns="91386" bIns="456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943">
              <a:defRPr/>
            </a:pPr>
            <a:endParaRPr lang="zh-CN" altLang="en-US" sz="1400" b="1" kern="0" dirty="0">
              <a:solidFill>
                <a:schemeClr val="bg1">
                  <a:lumMod val="7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5B0AA3-0652-4A41-ACD9-4453A53FFF22}"/>
              </a:ext>
            </a:extLst>
          </p:cNvPr>
          <p:cNvSpPr/>
          <p:nvPr/>
        </p:nvSpPr>
        <p:spPr>
          <a:xfrm>
            <a:off x="8311190" y="2184530"/>
            <a:ext cx="2467191" cy="86400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6" tIns="45692" rIns="91386" bIns="456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943">
              <a:defRPr/>
            </a:pPr>
            <a:endParaRPr lang="zh-CN" altLang="en-US" sz="1400" b="1" kern="0" dirty="0">
              <a:solidFill>
                <a:schemeClr val="bg1">
                  <a:lumMod val="7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37FEA0-5738-409A-ABE9-FD4414AEFBF2}"/>
              </a:ext>
            </a:extLst>
          </p:cNvPr>
          <p:cNvSpPr txBox="1"/>
          <p:nvPr/>
        </p:nvSpPr>
        <p:spPr>
          <a:xfrm>
            <a:off x="1547591" y="2282779"/>
            <a:ext cx="44242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21"/>
            <a:r>
              <a:rPr lang="en-US" altLang="zh-CN" sz="2800" b="1" dirty="0">
                <a:solidFill>
                  <a:srgbClr val="FFFFFF"/>
                </a:solidFill>
                <a:latin typeface="+mn-ea"/>
                <a:cs typeface="Arial" panose="020B0604020202020204" pitchFamily="34" charset="0"/>
                <a:sym typeface="+mn-lt"/>
              </a:rPr>
              <a:t>01</a:t>
            </a:r>
            <a:endParaRPr lang="zh-CN" altLang="en-US" sz="2800" b="1" dirty="0">
              <a:solidFill>
                <a:srgbClr val="FFFFFF"/>
              </a:solidFill>
              <a:latin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76C0B8-41E3-4C54-A4E1-855484E14C06}"/>
              </a:ext>
            </a:extLst>
          </p:cNvPr>
          <p:cNvSpPr txBox="1"/>
          <p:nvPr/>
        </p:nvSpPr>
        <p:spPr>
          <a:xfrm>
            <a:off x="2142044" y="2402542"/>
            <a:ext cx="1570031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021">
              <a:lnSpc>
                <a:spcPct val="125000"/>
              </a:lnSpc>
            </a:pPr>
            <a:r>
              <a:rPr lang="en-US" altLang="zh-CN" sz="14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PPT</a:t>
            </a:r>
            <a:r>
              <a:rPr lang="zh-CN" altLang="en-US" sz="14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写作基础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E85122-C620-43E5-A01B-2711910D8855}"/>
              </a:ext>
            </a:extLst>
          </p:cNvPr>
          <p:cNvSpPr txBox="1"/>
          <p:nvPr/>
        </p:nvSpPr>
        <p:spPr>
          <a:xfrm>
            <a:off x="1438162" y="3269818"/>
            <a:ext cx="2317664" cy="11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1200" dirty="0">
                <a:latin typeface="+mn-ea"/>
                <a:cs typeface="+mn-ea"/>
                <a:sym typeface="+mn-lt"/>
              </a:rPr>
              <a:t>写在前面：我司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PPT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潜规则</a:t>
            </a:r>
            <a:endParaRPr lang="en-US" altLang="zh-CN" sz="1200" dirty="0">
              <a:latin typeface="+mn-ea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1200" dirty="0">
                <a:latin typeface="+mn-ea"/>
                <a:cs typeface="+mn-ea"/>
                <a:sym typeface="+mn-lt"/>
              </a:rPr>
              <a:t>如何搭好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PPT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骨架 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– 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逻辑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1200" dirty="0">
                <a:latin typeface="+mn-ea"/>
                <a:cs typeface="+mn-ea"/>
                <a:sym typeface="+mn-lt"/>
              </a:rPr>
              <a:t>如何组织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PPT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内在 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– 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58B7F4-04DF-49D2-9FD6-0F2179A0368E}"/>
              </a:ext>
            </a:extLst>
          </p:cNvPr>
          <p:cNvSpPr txBox="1"/>
          <p:nvPr/>
        </p:nvSpPr>
        <p:spPr>
          <a:xfrm>
            <a:off x="4853446" y="3269818"/>
            <a:ext cx="2317664" cy="1556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文本与段落样式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常用组件样式汇总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建议配色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标题卡片风格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建议布局参考线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二分栏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偏分栏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三分栏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四分栏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四分栏竖排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A72812B-95D0-48F5-A750-FB666058C0DD}"/>
              </a:ext>
            </a:extLst>
          </p:cNvPr>
          <p:cNvGrpSpPr/>
          <p:nvPr/>
        </p:nvGrpSpPr>
        <p:grpSpPr>
          <a:xfrm>
            <a:off x="4375178" y="2184530"/>
            <a:ext cx="3446404" cy="3771770"/>
            <a:chOff x="4375178" y="2184530"/>
            <a:chExt cx="3446404" cy="2173498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3C82A28-9B97-4332-B9A0-F92542C11442}"/>
                </a:ext>
              </a:extLst>
            </p:cNvPr>
            <p:cNvCxnSpPr>
              <a:cxnSpLocks/>
            </p:cNvCxnSpPr>
            <p:nvPr/>
          </p:nvCxnSpPr>
          <p:spPr>
            <a:xfrm>
              <a:off x="4375178" y="2198028"/>
              <a:ext cx="0" cy="2160000"/>
            </a:xfrm>
            <a:prstGeom prst="line">
              <a:avLst/>
            </a:prstGeom>
            <a:noFill/>
            <a:ln w="6350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C2ED588-510D-4B25-B31C-87559997D08E}"/>
                </a:ext>
              </a:extLst>
            </p:cNvPr>
            <p:cNvCxnSpPr>
              <a:cxnSpLocks/>
            </p:cNvCxnSpPr>
            <p:nvPr/>
          </p:nvCxnSpPr>
          <p:spPr>
            <a:xfrm>
              <a:off x="7821582" y="2184530"/>
              <a:ext cx="0" cy="2160000"/>
            </a:xfrm>
            <a:prstGeom prst="line">
              <a:avLst/>
            </a:prstGeom>
            <a:noFill/>
            <a:ln w="6350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D950A1AC-A46D-4001-948D-A08CF4EEB317}"/>
              </a:ext>
            </a:extLst>
          </p:cNvPr>
          <p:cNvSpPr txBox="1"/>
          <p:nvPr/>
        </p:nvSpPr>
        <p:spPr>
          <a:xfrm>
            <a:off x="5007630" y="2282779"/>
            <a:ext cx="44242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21"/>
            <a:r>
              <a:rPr lang="en-US" altLang="zh-CN" sz="28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Arial" panose="020B0604020202020204" pitchFamily="34" charset="0"/>
                <a:sym typeface="+mn-lt"/>
              </a:rPr>
              <a:t>02</a:t>
            </a:r>
            <a:endParaRPr lang="zh-CN" altLang="en-US" sz="2800" b="1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432D50-D507-4887-9DA7-A20EE1B85F42}"/>
              </a:ext>
            </a:extLst>
          </p:cNvPr>
          <p:cNvSpPr txBox="1"/>
          <p:nvPr/>
        </p:nvSpPr>
        <p:spPr>
          <a:xfrm>
            <a:off x="5601080" y="2402542"/>
            <a:ext cx="1570031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021">
              <a:lnSpc>
                <a:spcPct val="125000"/>
              </a:lnSpc>
            </a:pPr>
            <a:r>
              <a:rPr lang="zh-CN" altLang="en-US" sz="1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排版规范与布局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78F29CB-2E6E-4DF2-9918-E042C4C098B6}"/>
              </a:ext>
            </a:extLst>
          </p:cNvPr>
          <p:cNvSpPr txBox="1"/>
          <p:nvPr/>
        </p:nvSpPr>
        <p:spPr>
          <a:xfrm>
            <a:off x="8442406" y="2282779"/>
            <a:ext cx="44242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21"/>
            <a:r>
              <a:rPr lang="en-US" altLang="zh-CN" sz="28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Arial" panose="020B0604020202020204" pitchFamily="34" charset="0"/>
                <a:sym typeface="+mn-lt"/>
              </a:rPr>
              <a:t>03</a:t>
            </a:r>
            <a:endParaRPr lang="zh-CN" altLang="en-US" sz="2800" b="1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445CC2-B848-4CE9-BE06-F76E53E6732E}"/>
              </a:ext>
            </a:extLst>
          </p:cNvPr>
          <p:cNvSpPr txBox="1"/>
          <p:nvPr/>
        </p:nvSpPr>
        <p:spPr>
          <a:xfrm>
            <a:off x="9034853" y="2402542"/>
            <a:ext cx="1570031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021">
              <a:lnSpc>
                <a:spcPct val="125000"/>
              </a:lnSpc>
            </a:pPr>
            <a:r>
              <a:rPr lang="zh-CN" altLang="en-US" sz="1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常见页面类型参考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23D7BF-2B53-46B1-A176-61113F174E87}"/>
              </a:ext>
            </a:extLst>
          </p:cNvPr>
          <p:cNvSpPr txBox="1"/>
          <p:nvPr/>
        </p:nvSpPr>
        <p:spPr>
          <a:xfrm>
            <a:off x="8330971" y="3269818"/>
            <a:ext cx="2317664" cy="11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图文页</a:t>
            </a:r>
            <a:endParaRPr lang="en-US" altLang="zh-CN" sz="12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数据展示</a:t>
            </a:r>
            <a:endParaRPr lang="en-US" altLang="zh-CN" sz="12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图表页</a:t>
            </a:r>
            <a:endParaRPr lang="en-US" altLang="zh-CN" sz="12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流程图</a:t>
            </a:r>
            <a:endParaRPr lang="en-US" altLang="zh-CN" sz="12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lt"/>
              </a:rPr>
              <a:t>架构图</a:t>
            </a:r>
            <a:endParaRPr lang="en-US" altLang="zh-CN" sz="12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+mn-ea"/>
              <a:sym typeface="+mn-lt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FD66ABA-279F-459A-A753-31E76C9A78D9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34" name="矩形 33">
              <a:hlinkClick r:id="rId2" action="ppaction://hlinksldjump"/>
              <a:extLst>
                <a:ext uri="{FF2B5EF4-FFF2-40B4-BE49-F238E27FC236}">
                  <a16:creationId xmlns:a16="http://schemas.microsoft.com/office/drawing/2014/main" id="{614A77C0-E628-45B3-A4E9-8B5AED3D77B3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35" name="直接连接符 34">
              <a:hlinkClick r:id="rId2" action="ppaction://hlinksldjump"/>
              <a:extLst>
                <a:ext uri="{FF2B5EF4-FFF2-40B4-BE49-F238E27FC236}">
                  <a16:creationId xmlns:a16="http://schemas.microsoft.com/office/drawing/2014/main" id="{E2ECE9B4-407B-42E8-9EB7-B611B37D1D38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875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18381" y="262300"/>
            <a:ext cx="11160000" cy="360000"/>
          </a:xfrm>
        </p:spPr>
        <p:txBody>
          <a:bodyPr lIns="0" tIns="0" rIns="0" bIns="0" anchor="t">
            <a:no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目录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样式二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303365-ECEF-214B-8A9C-782E7A5C2383}"/>
              </a:ext>
            </a:extLst>
          </p:cNvPr>
          <p:cNvSpPr/>
          <p:nvPr/>
        </p:nvSpPr>
        <p:spPr>
          <a:xfrm>
            <a:off x="-1" y="1269000"/>
            <a:ext cx="11484000" cy="3888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53" tIns="34277" rIns="68553" bIns="34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kumimoji="1" lang="zh-CN" altLang="en-US" sz="1349" kern="0" dirty="0">
              <a:solidFill>
                <a:srgbClr val="666666"/>
              </a:solidFill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E261C5D-EBFC-4906-AC55-97A6576979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56" r="38106" b="25453"/>
          <a:stretch/>
        </p:blipFill>
        <p:spPr>
          <a:xfrm>
            <a:off x="5930924" y="1266824"/>
            <a:ext cx="5553075" cy="38901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26539" y="2881839"/>
            <a:ext cx="5343680" cy="660144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wrap="none" lIns="360000" tIns="144000" rIns="360000" bIns="144000" rtlCol="0" anchor="ctr">
            <a:noAutofit/>
          </a:bodyPr>
          <a:lstStyle/>
          <a:p>
            <a:pPr algn="ctr"/>
            <a:r>
              <a:rPr lang="zh-CN" altLang="en-US" sz="2400" b="1" spc="300" dirty="0">
                <a:solidFill>
                  <a:schemeClr val="tx2"/>
                </a:solidFill>
                <a:latin typeface="+mn-ea"/>
              </a:rPr>
              <a:t>一、</a:t>
            </a:r>
            <a:r>
              <a:rPr lang="en-US" altLang="zh-CN" sz="2400" b="1" spc="300" dirty="0">
                <a:solidFill>
                  <a:schemeClr val="tx2"/>
                </a:solidFill>
                <a:latin typeface="+mn-ea"/>
              </a:rPr>
              <a:t>PPT</a:t>
            </a:r>
            <a:r>
              <a:rPr lang="zh-CN" altLang="en-US" sz="2400" b="1" spc="300" dirty="0">
                <a:solidFill>
                  <a:schemeClr val="tx2"/>
                </a:solidFill>
                <a:latin typeface="+mn-ea"/>
              </a:rPr>
              <a:t>写作基础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6B928A-4C04-FD4A-B2F0-854355C6A9D1}"/>
              </a:ext>
            </a:extLst>
          </p:cNvPr>
          <p:cNvSpPr txBox="1"/>
          <p:nvPr/>
        </p:nvSpPr>
        <p:spPr>
          <a:xfrm>
            <a:off x="620809" y="1604448"/>
            <a:ext cx="307777" cy="589905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defTabSz="685800"/>
            <a:r>
              <a:rPr kumimoji="1" lang="zh-CN" altLang="en-US" sz="2000" b="1" kern="800" spc="300" dirty="0">
                <a:solidFill>
                  <a:srgbClr val="C00000"/>
                </a:solidFill>
                <a:latin typeface="+mn-ea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EC701F-55F2-3B47-BF84-982E0B6BCE00}"/>
              </a:ext>
            </a:extLst>
          </p:cNvPr>
          <p:cNvSpPr txBox="1"/>
          <p:nvPr/>
        </p:nvSpPr>
        <p:spPr>
          <a:xfrm>
            <a:off x="266381" y="1594923"/>
            <a:ext cx="307777" cy="1376531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defTabSz="685800"/>
            <a:r>
              <a:rPr kumimoji="1" lang="en-US" altLang="zh-CN" sz="2000" dirty="0">
                <a:solidFill>
                  <a:schemeClr val="bg1">
                    <a:lumMod val="40000"/>
                    <a:lumOff val="60000"/>
                  </a:schemeClr>
                </a:solidFill>
                <a:latin typeface="+mn-ea"/>
              </a:rPr>
              <a:t>CONTENTS</a:t>
            </a:r>
            <a:endParaRPr kumimoji="1" lang="zh-CN" altLang="en-US" sz="2000" dirty="0">
              <a:solidFill>
                <a:schemeClr val="bg1">
                  <a:lumMod val="40000"/>
                  <a:lumOff val="60000"/>
                </a:schemeClr>
              </a:solidFill>
              <a:latin typeface="+mn-ea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56EBEB1-A461-41DE-9A2B-85CE06F899C9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3" name="矩形 22">
              <a:hlinkClick r:id="rId3" action="ppaction://hlinksldjump"/>
              <a:extLst>
                <a:ext uri="{FF2B5EF4-FFF2-40B4-BE49-F238E27FC236}">
                  <a16:creationId xmlns:a16="http://schemas.microsoft.com/office/drawing/2014/main" id="{CD0FA262-D12C-4101-A39B-76961666324B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24" name="直接连接符 23">
              <a:hlinkClick r:id="rId3" action="ppaction://hlinksldjump"/>
              <a:extLst>
                <a:ext uri="{FF2B5EF4-FFF2-40B4-BE49-F238E27FC236}">
                  <a16:creationId xmlns:a16="http://schemas.microsoft.com/office/drawing/2014/main" id="{A1B877B8-1205-45E0-B7B7-E657E2146DD0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4585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18381" y="262300"/>
            <a:ext cx="11160000" cy="360000"/>
          </a:xfrm>
        </p:spPr>
        <p:txBody>
          <a:bodyPr lIns="0" tIns="0" rIns="0" bIns="0" anchor="t">
            <a:no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目录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样式三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303365-ECEF-214B-8A9C-782E7A5C2383}"/>
              </a:ext>
            </a:extLst>
          </p:cNvPr>
          <p:cNvSpPr/>
          <p:nvPr/>
        </p:nvSpPr>
        <p:spPr>
          <a:xfrm>
            <a:off x="50775" y="1281799"/>
            <a:ext cx="11484000" cy="429440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53" tIns="34277" rIns="68553" bIns="34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kumimoji="1" lang="zh-CN" altLang="en-US" sz="1349" kern="0" dirty="0">
              <a:solidFill>
                <a:srgbClr val="666666"/>
              </a:solidFill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4" name="矩形 13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5" name="直接连接符 14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A114AC2-C292-4F51-8F37-96BB5A2D94D4}"/>
              </a:ext>
            </a:extLst>
          </p:cNvPr>
          <p:cNvGrpSpPr/>
          <p:nvPr/>
        </p:nvGrpSpPr>
        <p:grpSpPr>
          <a:xfrm>
            <a:off x="3072551" y="2124432"/>
            <a:ext cx="6051660" cy="2571473"/>
            <a:chOff x="2951347" y="2124432"/>
            <a:chExt cx="6051660" cy="257147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1DDE631-F4A9-48E2-9A6B-CADE831383B8}"/>
                </a:ext>
              </a:extLst>
            </p:cNvPr>
            <p:cNvSpPr/>
            <p:nvPr/>
          </p:nvSpPr>
          <p:spPr>
            <a:xfrm>
              <a:off x="2951347" y="2124432"/>
              <a:ext cx="648072" cy="64807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kern="0" dirty="0">
                  <a:solidFill>
                    <a:srgbClr val="C00000"/>
                  </a:solidFill>
                  <a:latin typeface="+mn-ea"/>
                </a:rPr>
                <a:t>01</a:t>
              </a:r>
              <a:endParaRPr lang="zh-CN" altLang="en-US" sz="2800" kern="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7D55FFD-B700-4A55-8F27-B98E4EDDB16A}"/>
                </a:ext>
              </a:extLst>
            </p:cNvPr>
            <p:cNvSpPr/>
            <p:nvPr/>
          </p:nvSpPr>
          <p:spPr>
            <a:xfrm>
              <a:off x="3725927" y="2124432"/>
              <a:ext cx="5277080" cy="64807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92075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kern="0" dirty="0"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rPr>
                <a:t>PPT</a:t>
              </a:r>
              <a:r>
                <a:rPr lang="zh-CN" altLang="en-US" sz="2000" b="1" kern="0" dirty="0"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rPr>
                <a:t>写作基础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BD7EBF3-6B55-4BD5-B79E-8BC4516FA0E0}"/>
                </a:ext>
              </a:extLst>
            </p:cNvPr>
            <p:cNvSpPr/>
            <p:nvPr/>
          </p:nvSpPr>
          <p:spPr>
            <a:xfrm>
              <a:off x="2951347" y="3081348"/>
              <a:ext cx="648072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kern="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</a:rPr>
                <a:t>02</a:t>
              </a:r>
              <a:endParaRPr lang="zh-CN" altLang="en-US" sz="2800" kern="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21ADF3B-3C88-48E8-BFA8-F4A0125DA8EA}"/>
                </a:ext>
              </a:extLst>
            </p:cNvPr>
            <p:cNvSpPr/>
            <p:nvPr/>
          </p:nvSpPr>
          <p:spPr>
            <a:xfrm>
              <a:off x="3725927" y="3081348"/>
              <a:ext cx="5277080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189"/>
              <a:r>
                <a:rPr lang="zh-CN" altLang="en-US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排版规范与布局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9729E68-A2D3-4EB6-AC44-5571CED7CAED}"/>
                </a:ext>
              </a:extLst>
            </p:cNvPr>
            <p:cNvSpPr/>
            <p:nvPr/>
          </p:nvSpPr>
          <p:spPr>
            <a:xfrm>
              <a:off x="2951347" y="4047833"/>
              <a:ext cx="648072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ea"/>
                  <a:cs typeface="Arial Unicode MS" panose="020B0604020202020204" pitchFamily="34" charset="-122"/>
                </a:rPr>
                <a:t>03</a:t>
              </a:r>
              <a:endPara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cs typeface="Arial Unicode MS" panose="020B0604020202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6549850-B95D-475B-8E24-86E397FE0BE6}"/>
                </a:ext>
              </a:extLst>
            </p:cNvPr>
            <p:cNvSpPr/>
            <p:nvPr/>
          </p:nvSpPr>
          <p:spPr>
            <a:xfrm>
              <a:off x="3725927" y="4047833"/>
              <a:ext cx="5277080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189">
                <a:defRPr/>
              </a:pPr>
              <a:r>
                <a:rPr lang="zh-CN" altLang="en-US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常见页面类型参考</a:t>
              </a:r>
              <a:endParaRPr lang="en-GB" altLang="zh-CN" sz="2000" b="1" kern="0" dirty="0">
                <a:solidFill>
                  <a:schemeClr val="bg1">
                    <a:lumMod val="40000"/>
                    <a:lumOff val="60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593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1"/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+mn-ea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/>
              <a:t>写在前面：</a:t>
            </a:r>
            <a:r>
              <a:rPr lang="zh-CN" altLang="en-US" sz="2000" dirty="0"/>
              <a:t>我司</a:t>
            </a:r>
            <a:r>
              <a:rPr lang="en-US" altLang="zh-CN" sz="2000" dirty="0"/>
              <a:t>PPT</a:t>
            </a:r>
            <a:r>
              <a:rPr lang="zh-CN" altLang="en-US" sz="2000" dirty="0"/>
              <a:t>潜规则</a:t>
            </a:r>
            <a:endParaRPr lang="en-US" altLang="zh-CN" dirty="0"/>
          </a:p>
        </p:txBody>
      </p:sp>
      <p:sp>
        <p:nvSpPr>
          <p:cNvPr id="3" name="圆角矩形 2"/>
          <p:cNvSpPr/>
          <p:nvPr/>
        </p:nvSpPr>
        <p:spPr>
          <a:xfrm>
            <a:off x="988785" y="1988984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068733" y="1988984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608707" y="1988984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88785" y="3809995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528759" y="3809995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608707" y="3809995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1215803" y="2419197"/>
            <a:ext cx="1935458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sym typeface="Helvetica Neue"/>
              </a:rPr>
              <a:t>观点在标题上</a:t>
            </a:r>
            <a:endParaRPr kumimoji="0" lang="en-US" altLang="zh-CN" sz="1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sym typeface="Helvetica Neue"/>
            </a:endParaRPr>
          </a:p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简短语句表达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528759" y="1988984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3755776" y="2580779"/>
            <a:ext cx="1935458" cy="425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sym typeface="Helvetica Neue"/>
              </a:rPr>
              <a:t>每页传递观点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三点以内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295750" y="2419197"/>
            <a:ext cx="1935458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sym typeface="Helvetica Neue"/>
              </a:rPr>
              <a:t>中文字体</a:t>
            </a:r>
            <a:r>
              <a:rPr lang="zh-CN" altLang="en-US" sz="1400" b="1" kern="0" dirty="0">
                <a:solidFill>
                  <a:srgbClr val="C00000"/>
                </a:solidFill>
                <a:latin typeface="+mn-ea"/>
                <a:sym typeface="Helvetica Neue"/>
              </a:rPr>
              <a:t>微软雅黑</a:t>
            </a:r>
            <a:endParaRPr lang="en-US" altLang="zh-CN" sz="1400" b="1" kern="0" dirty="0">
              <a:solidFill>
                <a:srgbClr val="C00000"/>
              </a:solidFill>
              <a:latin typeface="+mn-ea"/>
              <a:sym typeface="Helvetica Neue"/>
            </a:endParaRPr>
          </a:p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sym typeface="Helvetica Neue"/>
              </a:rPr>
              <a:t>英文字体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  <a:sym typeface="Helvetica Neue"/>
              </a:rPr>
              <a:t>Arial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8835724" y="2580779"/>
            <a:ext cx="1935458" cy="425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字号</a:t>
            </a:r>
            <a:r>
              <a:rPr lang="zh-CN" altLang="en-US" sz="1400" b="1" kern="0" dirty="0">
                <a:solidFill>
                  <a:srgbClr val="C00000"/>
                </a:solidFill>
                <a:latin typeface="+mn-ea"/>
                <a:sym typeface="Helvetica Neue"/>
              </a:rPr>
              <a:t>三种以内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1215803" y="4401790"/>
            <a:ext cx="1935458" cy="425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决不允许出现动画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3755776" y="4401790"/>
            <a:ext cx="1935458" cy="425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sym typeface="Helvetica Neue"/>
              </a:rPr>
              <a:t>符合公司视觉规范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8835724" y="4401790"/>
            <a:ext cx="1935458" cy="425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sym typeface="Helvetica Neue"/>
              </a:rPr>
              <a:t>慎用感叹号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068733" y="3809995"/>
            <a:ext cx="2389493" cy="1609348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295750" y="4401790"/>
            <a:ext cx="1935458" cy="425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sym typeface="Helvetica Neue"/>
              </a:rPr>
              <a:t>关键内容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标红加粗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668EAF0-1C0B-4D41-AB38-4EE2BC4AC07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2" name="矩形 21">
              <a:hlinkClick r:id="rId3" action="ppaction://hlinksldjump"/>
              <a:extLst>
                <a:ext uri="{FF2B5EF4-FFF2-40B4-BE49-F238E27FC236}">
                  <a16:creationId xmlns:a16="http://schemas.microsoft.com/office/drawing/2014/main" id="{10F993F7-B91F-4AAF-8EB9-E9D0EABBF0BE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23" name="直接连接符 22">
              <a:hlinkClick r:id="rId3" action="ppaction://hlinksldjump"/>
              <a:extLst>
                <a:ext uri="{FF2B5EF4-FFF2-40B4-BE49-F238E27FC236}">
                  <a16:creationId xmlns:a16="http://schemas.microsoft.com/office/drawing/2014/main" id="{2F59113C-B24C-4CB6-81AE-293B9A4F4101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906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1"/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+mn-ea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/>
              <a:t>如何搭好</a:t>
            </a:r>
            <a:r>
              <a:rPr lang="en-US" altLang="zh-CN" dirty="0"/>
              <a:t>PPT</a:t>
            </a:r>
            <a:r>
              <a:rPr lang="zh-CN" altLang="en-US" dirty="0"/>
              <a:t>骨架 </a:t>
            </a:r>
            <a:r>
              <a:rPr lang="en-US" altLang="zh-CN" sz="2000" dirty="0"/>
              <a:t>– </a:t>
            </a:r>
            <a:r>
              <a:rPr lang="zh-CN" altLang="en-US" sz="2000" dirty="0"/>
              <a:t>逻辑</a:t>
            </a:r>
            <a:endParaRPr lang="en-US" altLang="zh-CN" dirty="0"/>
          </a:p>
        </p:txBody>
      </p:sp>
      <p:grpSp>
        <p:nvGrpSpPr>
          <p:cNvPr id="35" name="组合 34"/>
          <p:cNvGrpSpPr/>
          <p:nvPr/>
        </p:nvGrpSpPr>
        <p:grpSpPr>
          <a:xfrm>
            <a:off x="855139" y="2270760"/>
            <a:ext cx="3460992" cy="3050041"/>
            <a:chOff x="1124149" y="1555713"/>
            <a:chExt cx="3031433" cy="2777542"/>
          </a:xfrm>
          <a:solidFill>
            <a:schemeClr val="tx2"/>
          </a:solidFill>
        </p:grpSpPr>
        <p:sp>
          <p:nvSpPr>
            <p:cNvPr id="14" name="íšľide">
              <a:extLst>
                <a:ext uri="{FF2B5EF4-FFF2-40B4-BE49-F238E27FC236}">
                  <a16:creationId xmlns:a16="http://schemas.microsoft.com/office/drawing/2014/main" id="{4973146A-BADB-4F9B-A1DB-B447A3EC4775}"/>
                </a:ext>
              </a:extLst>
            </p:cNvPr>
            <p:cNvSpPr/>
            <p:nvPr/>
          </p:nvSpPr>
          <p:spPr>
            <a:xfrm>
              <a:off x="2175156" y="1555713"/>
              <a:ext cx="929418" cy="871102"/>
            </a:xfrm>
            <a:custGeom>
              <a:avLst/>
              <a:gdLst>
                <a:gd name="connsiteX0" fmla="*/ 543195 w 1086391"/>
                <a:gd name="connsiteY0" fmla="*/ 0 h 936544"/>
                <a:gd name="connsiteX1" fmla="*/ 1086391 w 1086391"/>
                <a:gd name="connsiteY1" fmla="*/ 936544 h 936544"/>
                <a:gd name="connsiteX2" fmla="*/ 0 w 1086391"/>
                <a:gd name="connsiteY2" fmla="*/ 936544 h 936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6391" h="936544">
                  <a:moveTo>
                    <a:pt x="543195" y="0"/>
                  </a:moveTo>
                  <a:lnTo>
                    <a:pt x="1086391" y="936544"/>
                  </a:lnTo>
                  <a:lnTo>
                    <a:pt x="0" y="936544"/>
                  </a:lnTo>
                  <a:close/>
                </a:path>
              </a:pathLst>
            </a:custGeom>
            <a:solidFill>
              <a:schemeClr val="bg1">
                <a:lumMod val="40000"/>
                <a:lumOff val="60000"/>
              </a:schemeClr>
            </a:solidFill>
            <a:ln w="6350" cap="rnd">
              <a:solidFill>
                <a:schemeClr val="bg1">
                  <a:lumMod val="20000"/>
                  <a:lumOff val="80000"/>
                </a:schemeClr>
              </a:solidFill>
              <a:prstDash val="solid"/>
              <a:round/>
              <a:headEnd/>
              <a:tailEnd/>
            </a:ln>
            <a:effectLst>
              <a:outerShdw blurRad="355600" sx="101000" sy="101000" algn="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3200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latin typeface="+mn-ea"/>
                </a:rPr>
                <a:t>确认目标</a:t>
              </a:r>
            </a:p>
          </p:txBody>
        </p:sp>
        <p:sp>
          <p:nvSpPr>
            <p:cNvPr id="15" name="í$liḑê">
              <a:extLst>
                <a:ext uri="{FF2B5EF4-FFF2-40B4-BE49-F238E27FC236}">
                  <a16:creationId xmlns:a16="http://schemas.microsoft.com/office/drawing/2014/main" id="{A8D31178-4E86-40D2-B541-B028B51C5F07}"/>
                </a:ext>
              </a:extLst>
            </p:cNvPr>
            <p:cNvSpPr/>
            <p:nvPr/>
          </p:nvSpPr>
          <p:spPr>
            <a:xfrm>
              <a:off x="1672046" y="2508933"/>
              <a:ext cx="1937457" cy="871102"/>
            </a:xfrm>
            <a:custGeom>
              <a:avLst/>
              <a:gdLst>
                <a:gd name="connsiteX0" fmla="*/ 543196 w 2172782"/>
                <a:gd name="connsiteY0" fmla="*/ 0 h 936544"/>
                <a:gd name="connsiteX1" fmla="*/ 1629587 w 2172782"/>
                <a:gd name="connsiteY1" fmla="*/ 0 h 936544"/>
                <a:gd name="connsiteX2" fmla="*/ 2172782 w 2172782"/>
                <a:gd name="connsiteY2" fmla="*/ 936544 h 936544"/>
                <a:gd name="connsiteX3" fmla="*/ 0 w 2172782"/>
                <a:gd name="connsiteY3" fmla="*/ 936544 h 936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2782" h="936544">
                  <a:moveTo>
                    <a:pt x="543196" y="0"/>
                  </a:moveTo>
                  <a:lnTo>
                    <a:pt x="1629587" y="0"/>
                  </a:lnTo>
                  <a:lnTo>
                    <a:pt x="2172782" y="936544"/>
                  </a:lnTo>
                  <a:lnTo>
                    <a:pt x="0" y="936544"/>
                  </a:lnTo>
                  <a:close/>
                </a:path>
              </a:pathLst>
            </a:custGeom>
            <a:solidFill>
              <a:schemeClr val="bg1">
                <a:lumMod val="20000"/>
                <a:lumOff val="80000"/>
              </a:schemeClr>
            </a:solidFill>
            <a:ln w="6350" cap="rnd">
              <a:solidFill>
                <a:schemeClr val="bg1">
                  <a:lumMod val="20000"/>
                  <a:lumOff val="80000"/>
                </a:schemeClr>
              </a:solidFill>
              <a:prstDash val="solid"/>
              <a:round/>
              <a:headEnd/>
              <a:tailEnd/>
            </a:ln>
            <a:effectLst>
              <a:outerShdw blurRad="355600" sx="102000" sy="102000" algn="ctr" rotWithShape="0">
                <a:schemeClr val="tx1"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latin typeface="+mn-ea"/>
                </a:rPr>
                <a:t>各角度分解</a:t>
              </a:r>
            </a:p>
          </p:txBody>
        </p:sp>
        <p:sp>
          <p:nvSpPr>
            <p:cNvPr id="16" name="îṧľiḓé">
              <a:extLst>
                <a:ext uri="{FF2B5EF4-FFF2-40B4-BE49-F238E27FC236}">
                  <a16:creationId xmlns:a16="http://schemas.microsoft.com/office/drawing/2014/main" id="{10119672-47C8-4429-8E00-E79AE68B45EC}"/>
                </a:ext>
              </a:extLst>
            </p:cNvPr>
            <p:cNvSpPr/>
            <p:nvPr/>
          </p:nvSpPr>
          <p:spPr>
            <a:xfrm>
              <a:off x="1124149" y="3462153"/>
              <a:ext cx="3031433" cy="871102"/>
            </a:xfrm>
            <a:custGeom>
              <a:avLst/>
              <a:gdLst>
                <a:gd name="connsiteX0" fmla="*/ 543195 w 3259173"/>
                <a:gd name="connsiteY0" fmla="*/ 0 h 936544"/>
                <a:gd name="connsiteX1" fmla="*/ 2715977 w 3259173"/>
                <a:gd name="connsiteY1" fmla="*/ 0 h 936544"/>
                <a:gd name="connsiteX2" fmla="*/ 3259173 w 3259173"/>
                <a:gd name="connsiteY2" fmla="*/ 936544 h 936544"/>
                <a:gd name="connsiteX3" fmla="*/ 0 w 3259173"/>
                <a:gd name="connsiteY3" fmla="*/ 936544 h 936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9173" h="936544">
                  <a:moveTo>
                    <a:pt x="543195" y="0"/>
                  </a:moveTo>
                  <a:lnTo>
                    <a:pt x="2715977" y="0"/>
                  </a:lnTo>
                  <a:lnTo>
                    <a:pt x="3259173" y="936544"/>
                  </a:lnTo>
                  <a:lnTo>
                    <a:pt x="0" y="936544"/>
                  </a:lnTo>
                  <a:close/>
                </a:path>
              </a:pathLst>
            </a:custGeom>
            <a:solidFill>
              <a:schemeClr val="tx2">
                <a:lumMod val="95000"/>
              </a:schemeClr>
            </a:solidFill>
            <a:ln w="6350" cap="rnd">
              <a:solidFill>
                <a:schemeClr val="bg1">
                  <a:lumMod val="20000"/>
                  <a:lumOff val="80000"/>
                </a:schemeClr>
              </a:solidFill>
              <a:prstDash val="solid"/>
              <a:round/>
              <a:headEnd/>
              <a:tailEnd/>
            </a:ln>
            <a:effectLst>
              <a:outerShdw blurRad="355600" sx="102000" sy="102000" algn="ctr" rotWithShape="0">
                <a:schemeClr val="tx1"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latin typeface="+mn-ea"/>
                </a:rPr>
                <a:t>如何执行、落地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1070159" y="1487914"/>
            <a:ext cx="3085423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+mn-ea"/>
                <a:sym typeface="Helvetica Neue"/>
              </a:rPr>
              <a:t>如何构建逻辑</a:t>
            </a:r>
            <a:r>
              <a:rPr lang="en-US" altLang="zh-CN" sz="1400" b="1" kern="0" dirty="0">
                <a:solidFill>
                  <a:srgbClr val="C00000"/>
                </a:solidFill>
                <a:latin typeface="+mn-ea"/>
                <a:sym typeface="Helvetica Neue"/>
              </a:rPr>
              <a:t>——</a:t>
            </a:r>
            <a:r>
              <a:rPr lang="zh-CN" altLang="en-US" sz="1400" b="1" kern="0" dirty="0">
                <a:latin typeface="+mn-ea"/>
                <a:sym typeface="Helvetica Neue"/>
              </a:rPr>
              <a:t>遵循金字塔原理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797767" y="1487914"/>
            <a:ext cx="3085423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+mn-ea"/>
                <a:sym typeface="Helvetica Neue"/>
              </a:rPr>
              <a:t>逻辑套路</a:t>
            </a:r>
            <a:r>
              <a:rPr lang="en-US" altLang="zh-CN" sz="1400" b="1" kern="0" dirty="0">
                <a:solidFill>
                  <a:srgbClr val="C00000"/>
                </a:solidFill>
                <a:latin typeface="+mn-ea"/>
                <a:sym typeface="Helvetica Neue"/>
              </a:rPr>
              <a:t>——</a:t>
            </a:r>
            <a:r>
              <a:rPr lang="zh-CN" altLang="en-US" sz="1400" b="1" kern="0" dirty="0">
                <a:latin typeface="+mn-ea"/>
                <a:sym typeface="Helvetica Neue"/>
              </a:rPr>
              <a:t>结构化呈现</a:t>
            </a:r>
            <a:r>
              <a:rPr lang="en-US" altLang="zh-CN" sz="1400" b="1" kern="0" dirty="0">
                <a:latin typeface="+mn-ea"/>
                <a:sym typeface="Helvetica Neue"/>
              </a:rPr>
              <a:t>Tips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sym typeface="Helvetica Neue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3B03CCC-8135-4A62-9196-BA60D14BDA25}"/>
              </a:ext>
            </a:extLst>
          </p:cNvPr>
          <p:cNvCxnSpPr>
            <a:cxnSpLocks/>
          </p:cNvCxnSpPr>
          <p:nvPr/>
        </p:nvCxnSpPr>
        <p:spPr>
          <a:xfrm flipV="1">
            <a:off x="4743672" y="2266122"/>
            <a:ext cx="0" cy="3090679"/>
          </a:xfrm>
          <a:prstGeom prst="line">
            <a:avLst/>
          </a:prstGeom>
          <a:noFill/>
          <a:ln w="6350" cap="flat" cmpd="sng" algn="ctr">
            <a:solidFill>
              <a:srgbClr val="1D1D1A">
                <a:lumMod val="25000"/>
                <a:lumOff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圆角矩形 37"/>
          <p:cNvSpPr/>
          <p:nvPr/>
        </p:nvSpPr>
        <p:spPr>
          <a:xfrm>
            <a:off x="5159862" y="2274239"/>
            <a:ext cx="939633" cy="300475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rgbClr val="C00000">
                <a:alpha val="34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lvl="0" algn="ctr" defTabSz="2438338" hangingPunct="0">
              <a:defRPr/>
            </a:pPr>
            <a:r>
              <a:rPr lang="zh-CN" altLang="en-US" sz="1100" kern="0" dirty="0">
                <a:solidFill>
                  <a:srgbClr val="C00000"/>
                </a:solidFill>
                <a:latin typeface="+mn-ea"/>
                <a:sym typeface="Helvetica Neue"/>
              </a:rPr>
              <a:t>问题解决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3B03CCC-8135-4A62-9196-BA60D14BDA25}"/>
              </a:ext>
            </a:extLst>
          </p:cNvPr>
          <p:cNvCxnSpPr>
            <a:cxnSpLocks/>
          </p:cNvCxnSpPr>
          <p:nvPr/>
        </p:nvCxnSpPr>
        <p:spPr>
          <a:xfrm flipH="1">
            <a:off x="6085555" y="2574714"/>
            <a:ext cx="4896000" cy="0"/>
          </a:xfrm>
          <a:prstGeom prst="line">
            <a:avLst/>
          </a:prstGeom>
          <a:noFill/>
          <a:ln w="6350" cap="flat" cmpd="sng" algn="ctr">
            <a:solidFill>
              <a:srgbClr val="C7000B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302480" y="2266122"/>
            <a:ext cx="577290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痛点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047631" y="2266122"/>
            <a:ext cx="577290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Helvetica Neue"/>
              </a:rPr>
              <a:t>根因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782625" y="2266122"/>
            <a:ext cx="735493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改进方案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8694533" y="2266122"/>
            <a:ext cx="734044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Helvetica Neue"/>
              </a:rPr>
              <a:t>落地计划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9430975" y="2266122"/>
            <a:ext cx="801596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Helvetica Neue"/>
              </a:rPr>
              <a:t>决策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Helvetica Neue"/>
              </a:rPr>
              <a:t>/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Helvetica Neue"/>
              </a:rPr>
              <a:t>求助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80" name="椭圆 79"/>
          <p:cNvSpPr>
            <a:spLocks noChangeAspect="1"/>
          </p:cNvSpPr>
          <p:nvPr/>
        </p:nvSpPr>
        <p:spPr>
          <a:xfrm>
            <a:off x="6415803" y="253799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1" name="椭圆 80"/>
          <p:cNvSpPr>
            <a:spLocks noChangeAspect="1"/>
          </p:cNvSpPr>
          <p:nvPr/>
        </p:nvSpPr>
        <p:spPr>
          <a:xfrm>
            <a:off x="7211510" y="253799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2" name="椭圆 81"/>
          <p:cNvSpPr>
            <a:spLocks noChangeAspect="1"/>
          </p:cNvSpPr>
          <p:nvPr/>
        </p:nvSpPr>
        <p:spPr>
          <a:xfrm>
            <a:off x="8103257" y="253799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3" name="椭圆 82"/>
          <p:cNvSpPr>
            <a:spLocks noChangeAspect="1"/>
          </p:cNvSpPr>
          <p:nvPr/>
        </p:nvSpPr>
        <p:spPr>
          <a:xfrm>
            <a:off x="8984901" y="253799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4" name="椭圆 83"/>
          <p:cNvSpPr>
            <a:spLocks noChangeAspect="1"/>
          </p:cNvSpPr>
          <p:nvPr/>
        </p:nvSpPr>
        <p:spPr>
          <a:xfrm>
            <a:off x="9780449" y="253799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5145923" y="2960761"/>
            <a:ext cx="939633" cy="300475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rgbClr val="C00000">
                <a:alpha val="34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lvl="0" algn="ctr" defTabSz="2438338" hangingPunct="0">
              <a:defRPr/>
            </a:pPr>
            <a:r>
              <a:rPr lang="zh-CN" altLang="en-US" sz="1100" kern="0">
                <a:solidFill>
                  <a:srgbClr val="C00000"/>
                </a:solidFill>
                <a:latin typeface="+mn-ea"/>
                <a:sym typeface="Helvetica Neue"/>
              </a:rPr>
              <a:t>问题分析</a:t>
            </a:r>
            <a:endParaRPr lang="zh-CN" altLang="en-US" sz="1100" kern="0" dirty="0">
              <a:solidFill>
                <a:srgbClr val="C00000"/>
              </a:solidFill>
              <a:latin typeface="+mn-ea"/>
              <a:sym typeface="Helvetica Neue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3B03CCC-8135-4A62-9196-BA60D14BDA25}"/>
              </a:ext>
            </a:extLst>
          </p:cNvPr>
          <p:cNvCxnSpPr>
            <a:cxnSpLocks/>
          </p:cNvCxnSpPr>
          <p:nvPr/>
        </p:nvCxnSpPr>
        <p:spPr>
          <a:xfrm flipH="1">
            <a:off x="6085555" y="3258754"/>
            <a:ext cx="4896000" cy="0"/>
          </a:xfrm>
          <a:prstGeom prst="line">
            <a:avLst/>
          </a:prstGeom>
          <a:noFill/>
          <a:ln w="6350" cap="flat" cmpd="sng" algn="ctr">
            <a:solidFill>
              <a:srgbClr val="C7000B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302480" y="2958723"/>
            <a:ext cx="577290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概况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047631" y="2958723"/>
            <a:ext cx="577290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Helvetica Neue"/>
              </a:rPr>
              <a:t>分析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782625" y="2958723"/>
            <a:ext cx="850251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下一步计划</a:t>
            </a:r>
          </a:p>
        </p:txBody>
      </p:sp>
      <p:sp>
        <p:nvSpPr>
          <p:cNvPr id="95" name="椭圆 94"/>
          <p:cNvSpPr>
            <a:spLocks noChangeAspect="1"/>
          </p:cNvSpPr>
          <p:nvPr/>
        </p:nvSpPr>
        <p:spPr>
          <a:xfrm>
            <a:off x="6415803" y="322950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96" name="椭圆 95"/>
          <p:cNvSpPr>
            <a:spLocks noChangeAspect="1"/>
          </p:cNvSpPr>
          <p:nvPr/>
        </p:nvSpPr>
        <p:spPr>
          <a:xfrm>
            <a:off x="7211510" y="322950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97" name="椭圆 96"/>
          <p:cNvSpPr>
            <a:spLocks noChangeAspect="1"/>
          </p:cNvSpPr>
          <p:nvPr/>
        </p:nvSpPr>
        <p:spPr>
          <a:xfrm>
            <a:off x="8103257" y="322950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5145923" y="4333805"/>
            <a:ext cx="939633" cy="300475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rgbClr val="C00000">
                <a:alpha val="34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lvl="0" algn="ctr" defTabSz="2438338" hangingPunct="0">
              <a:defRPr/>
            </a:pPr>
            <a:r>
              <a:rPr lang="zh-CN" altLang="en-US" sz="1100" kern="0">
                <a:solidFill>
                  <a:srgbClr val="C00000"/>
                </a:solidFill>
                <a:latin typeface="+mn-ea"/>
                <a:sym typeface="Helvetica Neue"/>
              </a:rPr>
              <a:t>方案</a:t>
            </a:r>
            <a:endParaRPr lang="zh-CN" altLang="en-US" sz="1100" kern="0" dirty="0">
              <a:solidFill>
                <a:srgbClr val="C00000"/>
              </a:solidFill>
              <a:latin typeface="+mn-ea"/>
              <a:sym typeface="Helvetica Neue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3B03CCC-8135-4A62-9196-BA60D14BDA25}"/>
              </a:ext>
            </a:extLst>
          </p:cNvPr>
          <p:cNvCxnSpPr>
            <a:cxnSpLocks/>
          </p:cNvCxnSpPr>
          <p:nvPr/>
        </p:nvCxnSpPr>
        <p:spPr>
          <a:xfrm flipH="1">
            <a:off x="6091029" y="4634280"/>
            <a:ext cx="4896000" cy="0"/>
          </a:xfrm>
          <a:prstGeom prst="line">
            <a:avLst/>
          </a:prstGeom>
          <a:noFill/>
          <a:ln w="6350" cap="flat" cmpd="sng" algn="ctr">
            <a:solidFill>
              <a:srgbClr val="C7000B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302480" y="4333903"/>
            <a:ext cx="734045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现状问题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047631" y="4333903"/>
            <a:ext cx="734045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方案框架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782625" y="4333903"/>
            <a:ext cx="734045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方案展开</a:t>
            </a: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>
            <a:off x="6415803" y="4599322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>
            <a:off x="7211510" y="4599322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>
            <a:off x="8103257" y="4599322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145922" y="5020326"/>
            <a:ext cx="939633" cy="300475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rgbClr val="C00000">
                <a:alpha val="34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lvl="0" algn="ctr" defTabSz="2438338" hangingPunct="0">
              <a:defRPr/>
            </a:pPr>
            <a:r>
              <a:rPr lang="zh-CN" altLang="en-US" sz="1100" kern="0">
                <a:solidFill>
                  <a:srgbClr val="C00000"/>
                </a:solidFill>
                <a:latin typeface="+mn-ea"/>
                <a:sym typeface="Helvetica Neue"/>
              </a:rPr>
              <a:t>个人总结</a:t>
            </a:r>
            <a:endParaRPr lang="zh-CN" altLang="en-US" sz="1100" kern="0" dirty="0">
              <a:solidFill>
                <a:srgbClr val="C00000"/>
              </a:solidFill>
              <a:latin typeface="+mn-ea"/>
              <a:sym typeface="Helvetica Neue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3B03CCC-8135-4A62-9196-BA60D14BDA25}"/>
              </a:ext>
            </a:extLst>
          </p:cNvPr>
          <p:cNvCxnSpPr>
            <a:cxnSpLocks/>
          </p:cNvCxnSpPr>
          <p:nvPr/>
        </p:nvCxnSpPr>
        <p:spPr>
          <a:xfrm flipH="1">
            <a:off x="6091029" y="5320801"/>
            <a:ext cx="4896000" cy="0"/>
          </a:xfrm>
          <a:prstGeom prst="line">
            <a:avLst/>
          </a:prstGeom>
          <a:noFill/>
          <a:ln w="6350" cap="flat" cmpd="sng" algn="ctr">
            <a:solidFill>
              <a:srgbClr val="C7000B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302480" y="5008752"/>
            <a:ext cx="734045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自我介绍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047631" y="5008752"/>
            <a:ext cx="734045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Helvetica Neue"/>
              </a:rPr>
              <a:t>工作总结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782625" y="5008752"/>
            <a:ext cx="841337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下一步计划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8694533" y="5008752"/>
            <a:ext cx="911020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思考与建议</a:t>
            </a:r>
          </a:p>
        </p:txBody>
      </p:sp>
      <p:sp>
        <p:nvSpPr>
          <p:cNvPr id="104" name="椭圆 103"/>
          <p:cNvSpPr>
            <a:spLocks noChangeAspect="1"/>
          </p:cNvSpPr>
          <p:nvPr/>
        </p:nvSpPr>
        <p:spPr>
          <a:xfrm>
            <a:off x="6415803" y="528480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5" name="椭圆 104"/>
          <p:cNvSpPr>
            <a:spLocks noChangeAspect="1"/>
          </p:cNvSpPr>
          <p:nvPr/>
        </p:nvSpPr>
        <p:spPr>
          <a:xfrm>
            <a:off x="7211510" y="528480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6" name="椭圆 105"/>
          <p:cNvSpPr>
            <a:spLocks noChangeAspect="1"/>
          </p:cNvSpPr>
          <p:nvPr/>
        </p:nvSpPr>
        <p:spPr>
          <a:xfrm>
            <a:off x="8103257" y="528480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7" name="椭圆 106"/>
          <p:cNvSpPr>
            <a:spLocks noChangeAspect="1"/>
          </p:cNvSpPr>
          <p:nvPr/>
        </p:nvSpPr>
        <p:spPr>
          <a:xfrm>
            <a:off x="8984901" y="5284801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145923" y="3647283"/>
            <a:ext cx="939633" cy="300475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rgbClr val="C00000">
                <a:alpha val="34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zh-CN" altLang="en-US" sz="1100" kern="0">
                <a:solidFill>
                  <a:srgbClr val="C00000"/>
                </a:solidFill>
                <a:latin typeface="+mn-ea"/>
                <a:sym typeface="Helvetica Neue"/>
              </a:rPr>
              <a:t>规划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93B03CCC-8135-4A62-9196-BA60D14BDA25}"/>
              </a:ext>
            </a:extLst>
          </p:cNvPr>
          <p:cNvCxnSpPr>
            <a:cxnSpLocks/>
          </p:cNvCxnSpPr>
          <p:nvPr/>
        </p:nvCxnSpPr>
        <p:spPr>
          <a:xfrm flipH="1">
            <a:off x="6085555" y="3946703"/>
            <a:ext cx="4896000" cy="0"/>
          </a:xfrm>
          <a:prstGeom prst="line">
            <a:avLst/>
          </a:prstGeom>
          <a:noFill/>
          <a:ln w="6350" cap="flat" cmpd="sng" algn="ctr">
            <a:solidFill>
              <a:srgbClr val="C7000B">
                <a:alpha val="53000"/>
              </a:srgbClr>
            </a:solidFill>
            <a:prstDash val="solid"/>
            <a:miter lim="800000"/>
          </a:ln>
          <a:effectLst/>
        </p:spPr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302480" y="3631680"/>
            <a:ext cx="577290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背景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047631" y="3631680"/>
            <a:ext cx="577290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价值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7782625" y="3631680"/>
            <a:ext cx="698522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工作沙盘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8694533" y="3631680"/>
            <a:ext cx="746025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落地计划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9430975" y="3631680"/>
            <a:ext cx="801596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决策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/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自助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10232571" y="3631680"/>
            <a:ext cx="1355205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风险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/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预算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/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sym typeface="Helvetica Neue"/>
              </a:rPr>
              <a:t>投入产出</a:t>
            </a:r>
          </a:p>
        </p:txBody>
      </p:sp>
      <p:sp>
        <p:nvSpPr>
          <p:cNvPr id="85" name="椭圆 84"/>
          <p:cNvSpPr>
            <a:spLocks noChangeAspect="1"/>
          </p:cNvSpPr>
          <p:nvPr/>
        </p:nvSpPr>
        <p:spPr>
          <a:xfrm>
            <a:off x="6415803" y="391319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6" name="椭圆 85"/>
          <p:cNvSpPr>
            <a:spLocks noChangeAspect="1"/>
          </p:cNvSpPr>
          <p:nvPr/>
        </p:nvSpPr>
        <p:spPr>
          <a:xfrm>
            <a:off x="7211510" y="391319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7" name="椭圆 86"/>
          <p:cNvSpPr>
            <a:spLocks noChangeAspect="1"/>
          </p:cNvSpPr>
          <p:nvPr/>
        </p:nvSpPr>
        <p:spPr>
          <a:xfrm>
            <a:off x="8103257" y="391319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8" name="椭圆 87"/>
          <p:cNvSpPr>
            <a:spLocks noChangeAspect="1"/>
          </p:cNvSpPr>
          <p:nvPr/>
        </p:nvSpPr>
        <p:spPr>
          <a:xfrm>
            <a:off x="8984901" y="391319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9" name="椭圆 88"/>
          <p:cNvSpPr>
            <a:spLocks noChangeAspect="1"/>
          </p:cNvSpPr>
          <p:nvPr/>
        </p:nvSpPr>
        <p:spPr>
          <a:xfrm>
            <a:off x="9780449" y="3913196"/>
            <a:ext cx="72000" cy="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0" name="椭圆 109"/>
          <p:cNvSpPr>
            <a:spLocks noChangeAspect="1"/>
          </p:cNvSpPr>
          <p:nvPr/>
        </p:nvSpPr>
        <p:spPr>
          <a:xfrm>
            <a:off x="10732949" y="3913196"/>
            <a:ext cx="72000" cy="72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10529801" y="3958377"/>
            <a:ext cx="451754" cy="2257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  <a:sym typeface="Helvetica Neue"/>
              </a:rPr>
              <a:t>可选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  <a:sym typeface="Helvetica Neue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154879E3-141D-42EC-9025-2B3CF58C9F27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91" name="矩形 90">
              <a:hlinkClick r:id="rId3" action="ppaction://hlinksldjump"/>
              <a:extLst>
                <a:ext uri="{FF2B5EF4-FFF2-40B4-BE49-F238E27FC236}">
                  <a16:creationId xmlns:a16="http://schemas.microsoft.com/office/drawing/2014/main" id="{BBA5179A-CB17-41DF-B44C-8C8B536306E5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92" name="直接连接符 91">
              <a:hlinkClick r:id="rId3" action="ppaction://hlinksldjump"/>
              <a:extLst>
                <a:ext uri="{FF2B5EF4-FFF2-40B4-BE49-F238E27FC236}">
                  <a16:creationId xmlns:a16="http://schemas.microsoft.com/office/drawing/2014/main" id="{CDB6C0DA-7D47-4163-A844-F27EA74D7BE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7014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193074" y="1874147"/>
            <a:ext cx="4223657" cy="624598"/>
          </a:xfrm>
          <a:prstGeom prst="rect">
            <a:avLst/>
          </a:prstGeom>
          <a:solidFill>
            <a:srgbClr val="F9F9F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" name="副标题 1"/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+mn-ea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/>
              <a:t>如何组织</a:t>
            </a:r>
            <a:r>
              <a:rPr lang="en-US" altLang="zh-CN" dirty="0"/>
              <a:t>PPT</a:t>
            </a:r>
            <a:r>
              <a:rPr lang="zh-CN" altLang="en-US" dirty="0"/>
              <a:t>内在 </a:t>
            </a:r>
            <a:r>
              <a:rPr lang="en-US" altLang="zh-CN" sz="2000" dirty="0"/>
              <a:t>– </a:t>
            </a:r>
            <a:r>
              <a:rPr lang="zh-CN" altLang="en-US" sz="2000" dirty="0"/>
              <a:t>内容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5443FB-11AD-0741-AB6B-1D9FACEAFB35}"/>
              </a:ext>
            </a:extLst>
          </p:cNvPr>
          <p:cNvSpPr txBox="1"/>
          <p:nvPr/>
        </p:nvSpPr>
        <p:spPr>
          <a:xfrm>
            <a:off x="2518269" y="1071169"/>
            <a:ext cx="1529514" cy="33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1" i="0" u="none" strike="noStrike" kern="0" cap="none" spc="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怎么写标题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2204557" y="1993230"/>
            <a:ext cx="293897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kumimoji="1" lang="zh-CN" altLang="en-US" sz="11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适用于年度</a:t>
            </a:r>
            <a:r>
              <a:rPr kumimoji="1" lang="en-US" altLang="zh-CN" sz="11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/</a:t>
            </a:r>
            <a:r>
              <a:rPr kumimoji="1" lang="zh-CN" altLang="en-US" sz="11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半年度总结（多讲数据）</a:t>
            </a:r>
          </a:p>
        </p:txBody>
      </p:sp>
      <p:sp>
        <p:nvSpPr>
          <p:cNvPr id="15" name="矩形 14"/>
          <p:cNvSpPr/>
          <p:nvPr/>
        </p:nvSpPr>
        <p:spPr>
          <a:xfrm>
            <a:off x="1193074" y="2577897"/>
            <a:ext cx="4223657" cy="624598"/>
          </a:xfrm>
          <a:prstGeom prst="rect">
            <a:avLst/>
          </a:prstGeom>
          <a:solidFill>
            <a:srgbClr val="F9F9F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93074" y="3281646"/>
            <a:ext cx="4223657" cy="792000"/>
          </a:xfrm>
          <a:prstGeom prst="rect">
            <a:avLst/>
          </a:prstGeom>
          <a:solidFill>
            <a:srgbClr val="F9F9F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E3F0649-E52A-4A92-992D-F363FACF1190}"/>
              </a:ext>
            </a:extLst>
          </p:cNvPr>
          <p:cNvSpPr/>
          <p:nvPr/>
        </p:nvSpPr>
        <p:spPr>
          <a:xfrm>
            <a:off x="992566" y="1604086"/>
            <a:ext cx="4580920" cy="2645766"/>
          </a:xfrm>
          <a:prstGeom prst="rect">
            <a:avLst/>
          </a:prstGeom>
          <a:noFill/>
          <a:ln w="6350" cap="flat" cmpd="sng" algn="ctr">
            <a:solidFill>
              <a:srgbClr val="C7000B"/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371417">
              <a:defRPr/>
            </a:pPr>
            <a:endParaRPr kumimoji="1" lang="zh-CN" altLang="en-US" sz="2000" kern="0" dirty="0">
              <a:solidFill>
                <a:srgbClr val="666666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20854" y="1480003"/>
            <a:ext cx="1724345" cy="27699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ea"/>
              </a:rPr>
              <a:t>一句话总结本页内容</a:t>
            </a:r>
          </a:p>
        </p:txBody>
      </p:sp>
      <p:sp>
        <p:nvSpPr>
          <p:cNvPr id="26" name="矩形 25"/>
          <p:cNvSpPr/>
          <p:nvPr/>
        </p:nvSpPr>
        <p:spPr>
          <a:xfrm>
            <a:off x="1426107" y="2101808"/>
            <a:ext cx="55043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400">
              <a:defRPr/>
            </a:pPr>
            <a:r>
              <a:rPr kumimoji="1" lang="zh-CN" altLang="en-US" sz="1100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总结型</a:t>
            </a:r>
          </a:p>
        </p:txBody>
      </p:sp>
      <p:sp>
        <p:nvSpPr>
          <p:cNvPr id="27" name="矩形 26"/>
          <p:cNvSpPr/>
          <p:nvPr/>
        </p:nvSpPr>
        <p:spPr>
          <a:xfrm>
            <a:off x="2204557" y="2209042"/>
            <a:ext cx="2938978" cy="183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示例：突破三大挑战，让更多业务实现“东数西算”</a:t>
            </a:r>
            <a:endParaRPr kumimoji="1" lang="zh-CN" altLang="en-US" sz="900" b="1" kern="0" dirty="0">
              <a:solidFill>
                <a:srgbClr val="C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26107" y="2805558"/>
            <a:ext cx="55043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400">
              <a:defRPr/>
            </a:pPr>
            <a:r>
              <a:rPr kumimoji="1" lang="zh-CN" altLang="en-US" sz="1100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求助型</a:t>
            </a:r>
          </a:p>
        </p:txBody>
      </p:sp>
      <p:sp>
        <p:nvSpPr>
          <p:cNvPr id="29" name="矩形 28"/>
          <p:cNvSpPr/>
          <p:nvPr/>
        </p:nvSpPr>
        <p:spPr>
          <a:xfrm>
            <a:off x="2204557" y="2674546"/>
            <a:ext cx="293897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kumimoji="1" lang="zh-CN" altLang="en-US" sz="11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适用于推动问题改进</a:t>
            </a:r>
          </a:p>
        </p:txBody>
      </p:sp>
      <p:sp>
        <p:nvSpPr>
          <p:cNvPr id="30" name="矩形 29"/>
          <p:cNvSpPr/>
          <p:nvPr/>
        </p:nvSpPr>
        <p:spPr>
          <a:xfrm>
            <a:off x="2204557" y="2890358"/>
            <a:ext cx="2938978" cy="183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示例：传统产品涉及平台多、断点多，</a:t>
            </a:r>
            <a:r>
              <a:rPr kumimoji="1" lang="en-US" altLang="zh-CN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E2E</a:t>
            </a: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流程耗时长</a:t>
            </a:r>
          </a:p>
        </p:txBody>
      </p:sp>
      <p:sp>
        <p:nvSpPr>
          <p:cNvPr id="31" name="矩形 30"/>
          <p:cNvSpPr/>
          <p:nvPr/>
        </p:nvSpPr>
        <p:spPr>
          <a:xfrm>
            <a:off x="1426107" y="3623229"/>
            <a:ext cx="55043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400">
              <a:defRPr/>
            </a:pPr>
            <a:r>
              <a:rPr kumimoji="1" lang="zh-CN" altLang="en-US" sz="1100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方案型</a:t>
            </a:r>
          </a:p>
        </p:txBody>
      </p:sp>
      <p:sp>
        <p:nvSpPr>
          <p:cNvPr id="32" name="矩形 31"/>
          <p:cNvSpPr/>
          <p:nvPr/>
        </p:nvSpPr>
        <p:spPr>
          <a:xfrm>
            <a:off x="2204557" y="3355924"/>
            <a:ext cx="293897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kumimoji="1" lang="zh-CN" altLang="en-US" sz="11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适用于适用于立项汇报</a:t>
            </a:r>
          </a:p>
        </p:txBody>
      </p:sp>
      <p:sp>
        <p:nvSpPr>
          <p:cNvPr id="33" name="矩形 32"/>
          <p:cNvSpPr/>
          <p:nvPr/>
        </p:nvSpPr>
        <p:spPr>
          <a:xfrm>
            <a:off x="2204557" y="3571736"/>
            <a:ext cx="2938978" cy="391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示例：大云能力强化服务基座，结合企业差异化特性，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构筑最强混合云基础服务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992565" y="4379514"/>
            <a:ext cx="2243640" cy="1858726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334416" y="4384084"/>
            <a:ext cx="2243640" cy="1858726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710471" y="448292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有逻辑</a:t>
            </a:r>
          </a:p>
        </p:txBody>
      </p:sp>
      <p:sp>
        <p:nvSpPr>
          <p:cNvPr id="37" name="矩形 36"/>
          <p:cNvSpPr/>
          <p:nvPr/>
        </p:nvSpPr>
        <p:spPr>
          <a:xfrm>
            <a:off x="4058195" y="4487912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有观点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950091" y="5041480"/>
            <a:ext cx="88222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向上</a:t>
            </a:r>
          </a:p>
        </p:txBody>
      </p:sp>
      <p:sp>
        <p:nvSpPr>
          <p:cNvPr id="42" name="矩形 41"/>
          <p:cNvSpPr/>
          <p:nvPr/>
        </p:nvSpPr>
        <p:spPr>
          <a:xfrm>
            <a:off x="1600486" y="4882748"/>
            <a:ext cx="1733930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服务于故事主线</a:t>
            </a:r>
            <a:endParaRPr kumimoji="1" lang="en-US" altLang="zh-CN" sz="9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标题串起来是完整故事</a:t>
            </a:r>
          </a:p>
        </p:txBody>
      </p:sp>
      <p:sp>
        <p:nvSpPr>
          <p:cNvPr id="43" name="矩形 42"/>
          <p:cNvSpPr/>
          <p:nvPr/>
        </p:nvSpPr>
        <p:spPr>
          <a:xfrm>
            <a:off x="1600486" y="5564559"/>
            <a:ext cx="1733930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服务于正文内容</a:t>
            </a:r>
            <a:endParaRPr kumimoji="1" lang="en-US" altLang="zh-CN" sz="9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符合标题</a:t>
            </a:r>
            <a:r>
              <a:rPr kumimoji="1" lang="en-US" altLang="zh-CN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/</a:t>
            </a: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正文一致性原则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943952" y="5675045"/>
            <a:ext cx="88222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向下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3450142" y="4850021"/>
            <a:ext cx="2012188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sym typeface="Helvetica Neue"/>
              </a:rPr>
              <a:t>听众可以通过标题阅读跳过内容</a:t>
            </a:r>
          </a:p>
        </p:txBody>
      </p:sp>
      <p:sp>
        <p:nvSpPr>
          <p:cNvPr id="46" name="矩形 45"/>
          <p:cNvSpPr/>
          <p:nvPr/>
        </p:nvSpPr>
        <p:spPr>
          <a:xfrm>
            <a:off x="3605124" y="5211017"/>
            <a:ext cx="1733930" cy="27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论证类标题：高度总结事实</a:t>
            </a:r>
          </a:p>
        </p:txBody>
      </p:sp>
      <p:sp>
        <p:nvSpPr>
          <p:cNvPr id="47" name="矩形 46"/>
          <p:cNvSpPr/>
          <p:nvPr/>
        </p:nvSpPr>
        <p:spPr>
          <a:xfrm>
            <a:off x="3608260" y="5528210"/>
            <a:ext cx="1808471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论述类标题：高度总结洞见，</a:t>
            </a:r>
            <a:endParaRPr kumimoji="1" lang="en-US" altLang="zh-CN" sz="9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                     及下一步计划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3B03CCC-8135-4A62-9196-BA60D14BDA25}"/>
              </a:ext>
            </a:extLst>
          </p:cNvPr>
          <p:cNvCxnSpPr>
            <a:cxnSpLocks/>
          </p:cNvCxnSpPr>
          <p:nvPr/>
        </p:nvCxnSpPr>
        <p:spPr>
          <a:xfrm flipV="1">
            <a:off x="5893203" y="1595980"/>
            <a:ext cx="0" cy="4716000"/>
          </a:xfrm>
          <a:prstGeom prst="line">
            <a:avLst/>
          </a:prstGeom>
          <a:noFill/>
          <a:ln w="6350" cap="flat" cmpd="sng" algn="ctr">
            <a:solidFill>
              <a:srgbClr val="1D1D1A">
                <a:lumMod val="25000"/>
                <a:lumOff val="75000"/>
              </a:srgbClr>
            </a:solidFill>
            <a:prstDash val="solid"/>
            <a:miter lim="800000"/>
          </a:ln>
          <a:effectLst/>
        </p:spPr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25443FB-11AD-0741-AB6B-1D9FACEAFB35}"/>
              </a:ext>
            </a:extLst>
          </p:cNvPr>
          <p:cNvSpPr txBox="1"/>
          <p:nvPr/>
        </p:nvSpPr>
        <p:spPr>
          <a:xfrm>
            <a:off x="7944580" y="1071169"/>
            <a:ext cx="1529514" cy="33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1" i="0" u="none" strike="noStrike" kern="0" cap="none" spc="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怎么写正文</a:t>
            </a:r>
          </a:p>
        </p:txBody>
      </p:sp>
      <p:sp>
        <p:nvSpPr>
          <p:cNvPr id="52" name="矩形 51"/>
          <p:cNvSpPr/>
          <p:nvPr/>
        </p:nvSpPr>
        <p:spPr>
          <a:xfrm>
            <a:off x="6621793" y="159037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定框架</a:t>
            </a:r>
          </a:p>
        </p:txBody>
      </p:sp>
      <p:sp>
        <p:nvSpPr>
          <p:cNvPr id="53" name="矩形 52"/>
          <p:cNvSpPr/>
          <p:nvPr/>
        </p:nvSpPr>
        <p:spPr>
          <a:xfrm>
            <a:off x="8274764" y="159037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填内容</a:t>
            </a:r>
          </a:p>
        </p:txBody>
      </p:sp>
      <p:sp>
        <p:nvSpPr>
          <p:cNvPr id="54" name="矩形 53"/>
          <p:cNvSpPr/>
          <p:nvPr/>
        </p:nvSpPr>
        <p:spPr>
          <a:xfrm>
            <a:off x="9966224" y="159037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再加工</a:t>
            </a:r>
          </a:p>
        </p:txBody>
      </p:sp>
      <p:sp>
        <p:nvSpPr>
          <p:cNvPr id="55" name="矩形 54"/>
          <p:cNvSpPr/>
          <p:nvPr/>
        </p:nvSpPr>
        <p:spPr>
          <a:xfrm>
            <a:off x="6309379" y="1911292"/>
            <a:ext cx="1420910" cy="570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确定页面布局</a:t>
            </a:r>
            <a:endParaRPr kumimoji="1" lang="en-US" altLang="zh-CN" sz="11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（推荐使用占位法）</a:t>
            </a:r>
          </a:p>
        </p:txBody>
      </p:sp>
      <p:sp>
        <p:nvSpPr>
          <p:cNvPr id="56" name="矩形 55"/>
          <p:cNvSpPr/>
          <p:nvPr/>
        </p:nvSpPr>
        <p:spPr>
          <a:xfrm>
            <a:off x="8037380" y="1907313"/>
            <a:ext cx="12708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先填空，后精简</a:t>
            </a:r>
          </a:p>
        </p:txBody>
      </p:sp>
      <p:sp>
        <p:nvSpPr>
          <p:cNvPr id="57" name="矩形 56"/>
          <p:cNvSpPr/>
          <p:nvPr/>
        </p:nvSpPr>
        <p:spPr>
          <a:xfrm>
            <a:off x="9546638" y="1907313"/>
            <a:ext cx="1635254" cy="570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突出重点，优化样式</a:t>
            </a:r>
            <a:endParaRPr kumimoji="1" lang="en-US" altLang="zh-CN" sz="11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（推荐使用占位法）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8EE87DB2-A89A-4F12-A7D3-EE587A68DDBE}"/>
              </a:ext>
            </a:extLst>
          </p:cNvPr>
          <p:cNvGrpSpPr/>
          <p:nvPr/>
        </p:nvGrpSpPr>
        <p:grpSpPr>
          <a:xfrm>
            <a:off x="9305257" y="1810125"/>
            <a:ext cx="191851" cy="302935"/>
            <a:chOff x="2281639" y="2395073"/>
            <a:chExt cx="324001" cy="802771"/>
          </a:xfrm>
        </p:grpSpPr>
        <p:sp>
          <p:nvSpPr>
            <p:cNvPr id="62" name="流程图: 摘录 61">
              <a:extLst>
                <a:ext uri="{FF2B5EF4-FFF2-40B4-BE49-F238E27FC236}">
                  <a16:creationId xmlns:a16="http://schemas.microsoft.com/office/drawing/2014/main" id="{34C3E694-4A77-4CF3-80B8-98A02A71438B}"/>
                </a:ext>
              </a:extLst>
            </p:cNvPr>
            <p:cNvSpPr/>
            <p:nvPr/>
          </p:nvSpPr>
          <p:spPr>
            <a:xfrm rot="5400000">
              <a:off x="2084732" y="2676936"/>
              <a:ext cx="802764" cy="239052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+mn-ea"/>
              </a:endParaRPr>
            </a:p>
          </p:txBody>
        </p:sp>
        <p:sp>
          <p:nvSpPr>
            <p:cNvPr id="63" name="流程图: 摘录 62">
              <a:extLst>
                <a:ext uri="{FF2B5EF4-FFF2-40B4-BE49-F238E27FC236}">
                  <a16:creationId xmlns:a16="http://schemas.microsoft.com/office/drawing/2014/main" id="{A1D57DCE-80CA-49FD-8710-1BD1F14C1072}"/>
                </a:ext>
              </a:extLst>
            </p:cNvPr>
            <p:cNvSpPr/>
            <p:nvPr/>
          </p:nvSpPr>
          <p:spPr>
            <a:xfrm rot="5400000">
              <a:off x="1999780" y="2676932"/>
              <a:ext cx="802770" cy="239051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+mn-ea"/>
              </a:endParaRPr>
            </a:p>
          </p:txBody>
        </p:sp>
      </p:grpSp>
      <p:sp>
        <p:nvSpPr>
          <p:cNvPr id="51" name="圆角矩形 50"/>
          <p:cNvSpPr/>
          <p:nvPr/>
        </p:nvSpPr>
        <p:spPr>
          <a:xfrm>
            <a:off x="6207751" y="2657418"/>
            <a:ext cx="5003173" cy="3579870"/>
          </a:xfrm>
          <a:prstGeom prst="roundRect">
            <a:avLst>
              <a:gd name="adj" fmla="val 2676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391631" y="3127501"/>
            <a:ext cx="2680953" cy="2944317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217864" y="3127501"/>
            <a:ext cx="1803651" cy="1305064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9217864" y="4527365"/>
            <a:ext cx="1803651" cy="1544454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485755" y="2795970"/>
            <a:ext cx="1709285" cy="268951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ea"/>
              </a:rPr>
              <a:t>标题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25443FB-11AD-0741-AB6B-1D9FACEAFB35}"/>
              </a:ext>
            </a:extLst>
          </p:cNvPr>
          <p:cNvSpPr txBox="1"/>
          <p:nvPr/>
        </p:nvSpPr>
        <p:spPr>
          <a:xfrm>
            <a:off x="6631303" y="4402087"/>
            <a:ext cx="2201608" cy="39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6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</a:rPr>
              <a:t>能力沙盘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25443FB-11AD-0741-AB6B-1D9FACEAFB35}"/>
              </a:ext>
            </a:extLst>
          </p:cNvPr>
          <p:cNvSpPr txBox="1"/>
          <p:nvPr/>
        </p:nvSpPr>
        <p:spPr>
          <a:xfrm>
            <a:off x="9403211" y="3630617"/>
            <a:ext cx="1432956" cy="29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典型项目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25443FB-11AD-0741-AB6B-1D9FACEAFB35}"/>
              </a:ext>
            </a:extLst>
          </p:cNvPr>
          <p:cNvSpPr txBox="1"/>
          <p:nvPr/>
        </p:nvSpPr>
        <p:spPr>
          <a:xfrm>
            <a:off x="9403211" y="5150174"/>
            <a:ext cx="1432956" cy="29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服务能力规划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AA64E17E-C53C-47F8-8B81-C5AB098AE41B}"/>
              </a:ext>
            </a:extLst>
          </p:cNvPr>
          <p:cNvGrpSpPr/>
          <p:nvPr/>
        </p:nvGrpSpPr>
        <p:grpSpPr>
          <a:xfrm>
            <a:off x="7676270" y="1810125"/>
            <a:ext cx="191851" cy="302935"/>
            <a:chOff x="2281639" y="2395073"/>
            <a:chExt cx="324001" cy="802771"/>
          </a:xfrm>
        </p:grpSpPr>
        <p:sp>
          <p:nvSpPr>
            <p:cNvPr id="74" name="流程图: 摘录 73">
              <a:extLst>
                <a:ext uri="{FF2B5EF4-FFF2-40B4-BE49-F238E27FC236}">
                  <a16:creationId xmlns:a16="http://schemas.microsoft.com/office/drawing/2014/main" id="{714823C2-88DF-4DEE-A2E2-D82136AF17D3}"/>
                </a:ext>
              </a:extLst>
            </p:cNvPr>
            <p:cNvSpPr/>
            <p:nvPr/>
          </p:nvSpPr>
          <p:spPr>
            <a:xfrm rot="5400000">
              <a:off x="2084732" y="2676936"/>
              <a:ext cx="802764" cy="239052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+mn-ea"/>
              </a:endParaRPr>
            </a:p>
          </p:txBody>
        </p:sp>
        <p:sp>
          <p:nvSpPr>
            <p:cNvPr id="75" name="流程图: 摘录 74">
              <a:extLst>
                <a:ext uri="{FF2B5EF4-FFF2-40B4-BE49-F238E27FC236}">
                  <a16:creationId xmlns:a16="http://schemas.microsoft.com/office/drawing/2014/main" id="{6A73ECC7-C212-45F4-A15E-8EEAAABF4B9A}"/>
                </a:ext>
              </a:extLst>
            </p:cNvPr>
            <p:cNvSpPr/>
            <p:nvPr/>
          </p:nvSpPr>
          <p:spPr>
            <a:xfrm rot="5400000">
              <a:off x="1999780" y="2676932"/>
              <a:ext cx="802770" cy="239051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+mn-ea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AC603A3A-08CD-41F6-AF3D-A39E71813D9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77" name="矩形 76">
              <a:hlinkClick r:id="rId3" action="ppaction://hlinksldjump"/>
              <a:extLst>
                <a:ext uri="{FF2B5EF4-FFF2-40B4-BE49-F238E27FC236}">
                  <a16:creationId xmlns:a16="http://schemas.microsoft.com/office/drawing/2014/main" id="{01B081F4-3D57-4B87-A5D6-06D69E4F3E63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78" name="直接连接符 77">
              <a:hlinkClick r:id="rId3" action="ppaction://hlinksldjump"/>
              <a:extLst>
                <a:ext uri="{FF2B5EF4-FFF2-40B4-BE49-F238E27FC236}">
                  <a16:creationId xmlns:a16="http://schemas.microsoft.com/office/drawing/2014/main" id="{D6593FBD-9634-47D4-BA52-A818DAF75C6E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667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D278C96-4C66-4194-868F-F43429E6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4294967295"/>
          </p:nvPr>
        </p:nvSpPr>
        <p:spPr>
          <a:xfrm>
            <a:off x="0" y="261938"/>
            <a:ext cx="11158538" cy="36036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303365-ECEF-214B-8A9C-782E7A5C2383}"/>
              </a:ext>
            </a:extLst>
          </p:cNvPr>
          <p:cNvSpPr/>
          <p:nvPr/>
        </p:nvSpPr>
        <p:spPr>
          <a:xfrm>
            <a:off x="-1" y="1269000"/>
            <a:ext cx="11484000" cy="429440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53" tIns="34277" rIns="68553" bIns="34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kumimoji="1" lang="zh-CN" altLang="en-US" sz="1349" kern="0" dirty="0">
              <a:solidFill>
                <a:srgbClr val="666666"/>
              </a:solidFill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4" name="矩形 13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5" name="直接连接符 14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A114AC2-C292-4F51-8F37-96BB5A2D94D4}"/>
              </a:ext>
            </a:extLst>
          </p:cNvPr>
          <p:cNvGrpSpPr/>
          <p:nvPr/>
        </p:nvGrpSpPr>
        <p:grpSpPr>
          <a:xfrm>
            <a:off x="3072551" y="2124432"/>
            <a:ext cx="6051660" cy="2571473"/>
            <a:chOff x="2951347" y="2124432"/>
            <a:chExt cx="6051660" cy="257147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1DDE631-F4A9-48E2-9A6B-CADE831383B8}"/>
                </a:ext>
              </a:extLst>
            </p:cNvPr>
            <p:cNvSpPr/>
            <p:nvPr/>
          </p:nvSpPr>
          <p:spPr>
            <a:xfrm>
              <a:off x="2951347" y="2124432"/>
              <a:ext cx="648072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kern="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</a:rPr>
                <a:t>01</a:t>
              </a:r>
              <a:endParaRPr lang="zh-CN" altLang="en-US" sz="2800" kern="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7D55FFD-B700-4A55-8F27-B98E4EDDB16A}"/>
                </a:ext>
              </a:extLst>
            </p:cNvPr>
            <p:cNvSpPr/>
            <p:nvPr/>
          </p:nvSpPr>
          <p:spPr>
            <a:xfrm>
              <a:off x="3725927" y="2124432"/>
              <a:ext cx="5277080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189"/>
              <a:r>
                <a:rPr lang="en-US" altLang="zh-CN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PPT</a:t>
              </a:r>
              <a:r>
                <a:rPr lang="zh-CN" altLang="en-US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写作基础</a:t>
              </a:r>
              <a:endParaRPr lang="en-GB" altLang="zh-CN" sz="2000" b="1" kern="0" dirty="0">
                <a:solidFill>
                  <a:schemeClr val="bg1">
                    <a:lumMod val="40000"/>
                    <a:lumOff val="60000"/>
                  </a:schemeClr>
                </a:solidFill>
                <a:latin typeface="+mn-ea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BD7EBF3-6B55-4BD5-B79E-8BC4516FA0E0}"/>
                </a:ext>
              </a:extLst>
            </p:cNvPr>
            <p:cNvSpPr/>
            <p:nvPr/>
          </p:nvSpPr>
          <p:spPr>
            <a:xfrm>
              <a:off x="2951347" y="3081348"/>
              <a:ext cx="648072" cy="64807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kern="0" dirty="0">
                  <a:solidFill>
                    <a:srgbClr val="C00000"/>
                  </a:solidFill>
                  <a:latin typeface="+mn-ea"/>
                </a:rPr>
                <a:t>02</a:t>
              </a:r>
              <a:endParaRPr lang="zh-CN" altLang="en-US" sz="2800" kern="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21ADF3B-3C88-48E8-BFA8-F4A0125DA8EA}"/>
                </a:ext>
              </a:extLst>
            </p:cNvPr>
            <p:cNvSpPr/>
            <p:nvPr/>
          </p:nvSpPr>
          <p:spPr>
            <a:xfrm>
              <a:off x="3725927" y="3081348"/>
              <a:ext cx="5277080" cy="64807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92075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kern="0" dirty="0"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rPr>
                <a:t>排版规范与布局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9729E68-A2D3-4EB6-AC44-5571CED7CAED}"/>
                </a:ext>
              </a:extLst>
            </p:cNvPr>
            <p:cNvSpPr/>
            <p:nvPr/>
          </p:nvSpPr>
          <p:spPr>
            <a:xfrm>
              <a:off x="2951347" y="4047833"/>
              <a:ext cx="648072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ea"/>
                  <a:cs typeface="Arial Unicode MS" panose="020B0604020202020204" pitchFamily="34" charset="-122"/>
                </a:rPr>
                <a:t>03</a:t>
              </a:r>
              <a:endPara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cs typeface="Arial Unicode MS" panose="020B0604020202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6549850-B95D-475B-8E24-86E397FE0BE6}"/>
                </a:ext>
              </a:extLst>
            </p:cNvPr>
            <p:cNvSpPr/>
            <p:nvPr/>
          </p:nvSpPr>
          <p:spPr>
            <a:xfrm>
              <a:off x="3725927" y="4047833"/>
              <a:ext cx="5277080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189">
                <a:defRPr/>
              </a:pPr>
              <a:r>
                <a:rPr lang="zh-CN" altLang="en-US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常见页面类型参考</a:t>
              </a:r>
              <a:endParaRPr lang="en-GB" altLang="zh-CN" sz="2000" b="1" kern="0" dirty="0">
                <a:solidFill>
                  <a:schemeClr val="bg1">
                    <a:lumMod val="40000"/>
                    <a:lumOff val="6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99A3AE4-A27E-47B4-98A4-0713025CC6F3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3" name="矩形 22">
              <a:hlinkClick r:id="rId3" action="ppaction://hlinksldjump"/>
              <a:extLst>
                <a:ext uri="{FF2B5EF4-FFF2-40B4-BE49-F238E27FC236}">
                  <a16:creationId xmlns:a16="http://schemas.microsoft.com/office/drawing/2014/main" id="{E8E549D1-3BE2-47C7-8840-BD1506380F5A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24" name="直接连接符 23">
              <a:hlinkClick r:id="rId3" action="ppaction://hlinksldjump"/>
              <a:extLst>
                <a:ext uri="{FF2B5EF4-FFF2-40B4-BE49-F238E27FC236}">
                  <a16:creationId xmlns:a16="http://schemas.microsoft.com/office/drawing/2014/main" id="{0E976413-AAED-4106-ABD3-55D66F12C4FC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805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3F9AD0A-0165-411B-BE9B-C0F26173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1" y="262300"/>
            <a:ext cx="11160000" cy="360000"/>
          </a:xfrm>
        </p:spPr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文本与段落样式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F986D5-D7D9-6446-9526-9389CD9831D8}"/>
              </a:ext>
            </a:extLst>
          </p:cNvPr>
          <p:cNvSpPr txBox="1">
            <a:spLocks/>
          </p:cNvSpPr>
          <p:nvPr/>
        </p:nvSpPr>
        <p:spPr>
          <a:xfrm>
            <a:off x="736258" y="2026606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n-ea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07970" y="909000"/>
            <a:ext cx="9393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标题</a:t>
            </a:r>
            <a:r>
              <a:rPr kumimoji="1" lang="en-US" altLang="zh-CN" sz="1400" b="1" dirty="0">
                <a:latin typeface="+mn-ea"/>
              </a:rPr>
              <a:t>14</a:t>
            </a:r>
            <a:r>
              <a:rPr kumimoji="1" lang="zh-CN" altLang="en-US" sz="1400" b="1" dirty="0">
                <a:latin typeface="+mn-ea"/>
              </a:rPr>
              <a:t>号字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407970" y="1273570"/>
            <a:ext cx="159017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dirty="0">
                <a:latin typeface="+mn-ea"/>
              </a:rPr>
              <a:t>文本</a:t>
            </a:r>
            <a:r>
              <a:rPr kumimoji="1" lang="en-US" altLang="zh-CN" sz="1200" dirty="0">
                <a:latin typeface="+mn-ea"/>
              </a:rPr>
              <a:t>12</a:t>
            </a:r>
            <a:r>
              <a:rPr kumimoji="1" lang="zh-CN" altLang="en-US" sz="1200" dirty="0">
                <a:latin typeface="+mn-ea"/>
              </a:rPr>
              <a:t>号字文本</a:t>
            </a:r>
            <a:r>
              <a:rPr kumimoji="1" lang="en-US" altLang="zh-CN" sz="1200" dirty="0">
                <a:latin typeface="+mn-ea"/>
              </a:rPr>
              <a:t>12</a:t>
            </a:r>
            <a:r>
              <a:rPr kumimoji="1" lang="zh-CN" altLang="en-US" sz="1200" dirty="0">
                <a:latin typeface="+mn-ea"/>
              </a:rPr>
              <a:t>号字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07970" y="2196935"/>
            <a:ext cx="139140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050" dirty="0">
                <a:latin typeface="+mn-ea"/>
              </a:rPr>
              <a:t>文本</a:t>
            </a:r>
            <a:r>
              <a:rPr kumimoji="1" lang="en-US" altLang="zh-CN" sz="1050" dirty="0">
                <a:latin typeface="+mn-ea"/>
              </a:rPr>
              <a:t>11</a:t>
            </a:r>
            <a:r>
              <a:rPr kumimoji="1" lang="zh-CN" altLang="en-US" sz="1050" dirty="0">
                <a:latin typeface="+mn-ea"/>
              </a:rPr>
              <a:t>号字文本</a:t>
            </a:r>
            <a:r>
              <a:rPr kumimoji="1" lang="en-US" altLang="zh-CN" sz="1050" dirty="0">
                <a:latin typeface="+mn-ea"/>
              </a:rPr>
              <a:t>11</a:t>
            </a:r>
            <a:r>
              <a:rPr kumimoji="1" lang="zh-CN" altLang="en-US" sz="1050" dirty="0">
                <a:latin typeface="+mn-ea"/>
              </a:rPr>
              <a:t>号字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407970" y="2822031"/>
            <a:ext cx="73738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100" b="1" dirty="0">
                <a:latin typeface="+mn-ea"/>
              </a:rPr>
              <a:t>标题</a:t>
            </a:r>
            <a:r>
              <a:rPr kumimoji="1" lang="en-US" altLang="zh-CN" sz="1100" b="1" dirty="0">
                <a:latin typeface="+mn-ea"/>
              </a:rPr>
              <a:t>11</a:t>
            </a:r>
            <a:r>
              <a:rPr kumimoji="1" lang="zh-CN" altLang="en-US" sz="1100" b="1" dirty="0">
                <a:latin typeface="+mn-ea"/>
              </a:rPr>
              <a:t>号字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407970" y="1920357"/>
            <a:ext cx="80470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1" dirty="0">
                <a:latin typeface="+mn-ea"/>
              </a:rPr>
              <a:t>标题</a:t>
            </a:r>
            <a:r>
              <a:rPr kumimoji="1" lang="en-US" altLang="zh-CN" sz="1200" b="1" dirty="0">
                <a:latin typeface="+mn-ea"/>
              </a:rPr>
              <a:t>12</a:t>
            </a:r>
            <a:r>
              <a:rPr kumimoji="1" lang="zh-CN" altLang="en-US" sz="1200" b="1" dirty="0">
                <a:latin typeface="+mn-ea"/>
              </a:rPr>
              <a:t>号字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407970" y="3121802"/>
            <a:ext cx="132728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000" dirty="0">
                <a:latin typeface="+mn-ea"/>
              </a:rPr>
              <a:t>文本</a:t>
            </a:r>
            <a:r>
              <a:rPr kumimoji="1" lang="en-US" altLang="zh-CN" sz="1000" dirty="0">
                <a:latin typeface="+mn-ea"/>
              </a:rPr>
              <a:t>10</a:t>
            </a:r>
            <a:r>
              <a:rPr kumimoji="1" lang="zh-CN" altLang="en-US" sz="1000" dirty="0">
                <a:latin typeface="+mn-ea"/>
              </a:rPr>
              <a:t>号字文本</a:t>
            </a:r>
            <a:r>
              <a:rPr kumimoji="1" lang="en-US" altLang="zh-CN" sz="1000" dirty="0">
                <a:latin typeface="+mn-ea"/>
              </a:rPr>
              <a:t>10</a:t>
            </a:r>
            <a:r>
              <a:rPr kumimoji="1" lang="zh-CN" altLang="en-US" sz="1000" dirty="0">
                <a:latin typeface="+mn-ea"/>
              </a:rPr>
              <a:t>号字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407970" y="3734030"/>
            <a:ext cx="67005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000" dirty="0">
                <a:latin typeface="+mn-ea"/>
              </a:rPr>
              <a:t>标题</a:t>
            </a:r>
            <a:r>
              <a:rPr kumimoji="1" lang="en-US" altLang="zh-CN" sz="1000" dirty="0">
                <a:latin typeface="+mn-ea"/>
              </a:rPr>
              <a:t>10</a:t>
            </a:r>
            <a:r>
              <a:rPr kumimoji="1" lang="zh-CN" altLang="en-US" sz="1000" dirty="0">
                <a:latin typeface="+mn-ea"/>
              </a:rPr>
              <a:t>号字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407970" y="4033801"/>
            <a:ext cx="117660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000" dirty="0">
                <a:latin typeface="+mn-ea"/>
              </a:rPr>
              <a:t>文本</a:t>
            </a:r>
            <a:r>
              <a:rPr kumimoji="1" lang="en-US" altLang="zh-CN" sz="1000" dirty="0">
                <a:latin typeface="+mn-ea"/>
              </a:rPr>
              <a:t>9</a:t>
            </a:r>
            <a:r>
              <a:rPr kumimoji="1" lang="zh-CN" altLang="en-US" sz="1000" dirty="0">
                <a:latin typeface="+mn-ea"/>
              </a:rPr>
              <a:t>号字文本</a:t>
            </a:r>
            <a:r>
              <a:rPr kumimoji="1" lang="en-US" altLang="zh-CN" sz="1000" dirty="0">
                <a:latin typeface="+mn-ea"/>
              </a:rPr>
              <a:t>9</a:t>
            </a:r>
            <a:r>
              <a:rPr kumimoji="1" lang="zh-CN" altLang="en-US" sz="1000" dirty="0">
                <a:latin typeface="+mn-ea"/>
              </a:rPr>
              <a:t>号字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407970" y="4692620"/>
            <a:ext cx="52899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标题</a:t>
            </a:r>
            <a:r>
              <a:rPr kumimoji="1" lang="en-US" altLang="zh-CN" sz="900" dirty="0">
                <a:latin typeface="+mn-ea"/>
              </a:rPr>
              <a:t>9</a:t>
            </a:r>
            <a:r>
              <a:rPr kumimoji="1" lang="zh-CN" altLang="en-US" sz="900" dirty="0">
                <a:latin typeface="+mn-ea"/>
              </a:rPr>
              <a:t>号字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407970" y="4992391"/>
            <a:ext cx="9425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800" dirty="0">
                <a:latin typeface="+mn-ea"/>
              </a:rPr>
              <a:t>文本</a:t>
            </a:r>
            <a:r>
              <a:rPr kumimoji="1" lang="en-US" altLang="zh-CN" sz="800" dirty="0">
                <a:latin typeface="+mn-ea"/>
              </a:rPr>
              <a:t>8</a:t>
            </a:r>
            <a:r>
              <a:rPr kumimoji="1" lang="zh-CN" altLang="en-US" sz="800" dirty="0">
                <a:latin typeface="+mn-ea"/>
              </a:rPr>
              <a:t>号字文本</a:t>
            </a:r>
            <a:r>
              <a:rPr kumimoji="1" lang="en-US" altLang="zh-CN" sz="800" dirty="0">
                <a:latin typeface="+mn-ea"/>
              </a:rPr>
              <a:t>8</a:t>
            </a:r>
            <a:r>
              <a:rPr kumimoji="1" lang="zh-CN" altLang="en-US" sz="800" dirty="0">
                <a:latin typeface="+mn-ea"/>
              </a:rPr>
              <a:t>号字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407970" y="5642104"/>
            <a:ext cx="12920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800" dirty="0">
                <a:latin typeface="+mn-ea"/>
              </a:rPr>
              <a:t>标签、注释，常用最小字</a:t>
            </a:r>
            <a:r>
              <a:rPr kumimoji="1" lang="en-US" altLang="zh-CN" sz="800" dirty="0">
                <a:latin typeface="+mn-ea"/>
              </a:rPr>
              <a:t>8</a:t>
            </a:r>
            <a:r>
              <a:rPr kumimoji="1" lang="zh-CN" altLang="en-US" sz="800" dirty="0">
                <a:latin typeface="+mn-ea"/>
              </a:rPr>
              <a:t>号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407970" y="5878338"/>
            <a:ext cx="166071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600" dirty="0">
                <a:latin typeface="+mn-ea"/>
              </a:rPr>
              <a:t>标签、注释、非重点内容，允许使用最小字为</a:t>
            </a:r>
            <a:r>
              <a:rPr kumimoji="1" lang="en-US" altLang="zh-CN" sz="600" dirty="0">
                <a:latin typeface="+mn-ea"/>
              </a:rPr>
              <a:t>6</a:t>
            </a:r>
            <a:r>
              <a:rPr kumimoji="1" lang="zh-CN" altLang="en-US" sz="600" dirty="0">
                <a:latin typeface="+mn-ea"/>
              </a:rPr>
              <a:t>号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538902" y="5618635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  <a:latin typeface="+mn-ea"/>
              </a:rPr>
              <a:t>红色强调字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923544" y="5618635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灰色弱化字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38902" y="5983205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红色强调字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923544" y="5983205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灰色弱化字</a:t>
            </a:r>
          </a:p>
        </p:txBody>
      </p:sp>
      <p:sp>
        <p:nvSpPr>
          <p:cNvPr id="55" name="矩形 54"/>
          <p:cNvSpPr/>
          <p:nvPr/>
        </p:nvSpPr>
        <p:spPr>
          <a:xfrm>
            <a:off x="520700" y="909987"/>
            <a:ext cx="2509772" cy="4524024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288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文本字号：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常用卡片标题（一级标题）为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11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字号，内容文本为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号字；卡内标题（二级标题）为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号字，二级内容文本为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9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号字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常规文本：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通常使用黑色，强调字使用红色，极少数非重点内容和注释使用灰色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标题：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通常使用黑色，在红头卡片内通常为反白色，主要标题通常加粗处理；小标题不建议加粗处理。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红色：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常用来强调标题和文本，在文本中，使用红色强调内容时，一般不再加粗该内容。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加粗：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建议克制使用加粗效果，尤其在小标题和文本内容上，过多使用加粗效果，反而导致强调作用下降。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60" name="矩形 59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61" name="直接连接符 60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0E78ACAE-67EE-4629-8798-61EAAEA06212}"/>
              </a:ext>
            </a:extLst>
          </p:cNvPr>
          <p:cNvSpPr/>
          <p:nvPr/>
        </p:nvSpPr>
        <p:spPr>
          <a:xfrm>
            <a:off x="5708000" y="1124999"/>
            <a:ext cx="5976000" cy="5040845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252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默认段落行距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1.3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倍，特殊情况可调整至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1.5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2.0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倍，两端对齐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端前间距一般为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，端后间距一般为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12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，可根据实际内容量调整端后间距，常用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6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12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18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使用项目符号和编号一般使用默认样式。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结合卡片使用时，需调整边距，右侧提供了一些常用样式可直接复制使用。不使用项目符号和编号时，左右边距保持一致常用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0.4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0.6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0.8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厘米；使用项目符号和编号时，通常左边距少于右边距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0.2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厘米；灵活调整上边距从而调整内容在卡片中的位置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结合文本规范，内容较多时，大段文字不建议使用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11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号或更大的字号。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7C12E20-0F17-4FDF-A56D-76880F286AF6}"/>
              </a:ext>
            </a:extLst>
          </p:cNvPr>
          <p:cNvSpPr/>
          <p:nvPr/>
        </p:nvSpPr>
        <p:spPr>
          <a:xfrm>
            <a:off x="5714795" y="909000"/>
            <a:ext cx="5969205" cy="216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段落样式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697F0F2-7441-4CF1-A55C-E09DB532A49B}"/>
              </a:ext>
            </a:extLst>
          </p:cNvPr>
          <p:cNvSpPr/>
          <p:nvPr/>
        </p:nvSpPr>
        <p:spPr>
          <a:xfrm>
            <a:off x="5924000" y="3954293"/>
            <a:ext cx="5544000" cy="1853659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180000" rIns="216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默认段落行距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1.3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倍，特殊情况可调整至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1.5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2.0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倍，两端对齐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端前间距一般为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，端后间距一般为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12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，可根据实际内容量调整端后间距，常用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6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12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18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使用项目符号和编号一般使用默认样式。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结合卡片使用时，需调整边距，右侧提供了一些常用样式可直接复制使用。不使用项目符号和编号时，左右边距保持一致常用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0.4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0.6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0.8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厘米；使用项目符号和编号时，通常左边距少于右边距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0.2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厘米；灵活调整上边距从而调整内容在卡片中的位置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结合文本规范，内容较多时，大段文字不建议使用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11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号或更大的字号。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67A9E85-F74A-4609-9EFA-44AAF5649728}"/>
              </a:ext>
            </a:extLst>
          </p:cNvPr>
          <p:cNvSpPr txBox="1"/>
          <p:nvPr/>
        </p:nvSpPr>
        <p:spPr>
          <a:xfrm>
            <a:off x="8343340" y="3648107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444F82F-4E02-4707-A232-E327B9030244}"/>
              </a:ext>
            </a:extLst>
          </p:cNvPr>
          <p:cNvSpPr txBox="1"/>
          <p:nvPr/>
        </p:nvSpPr>
        <p:spPr>
          <a:xfrm>
            <a:off x="5363689" y="953172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000" dirty="0">
                <a:latin typeface="+mn-ea"/>
              </a:rPr>
              <a:t>11</a:t>
            </a:r>
            <a:endParaRPr kumimoji="1" lang="zh-CN" altLang="en-US" sz="1000" dirty="0">
              <a:latin typeface="+mn-ea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401C141-F2E9-47C7-A9D6-0FB08E88EC87}"/>
              </a:ext>
            </a:extLst>
          </p:cNvPr>
          <p:cNvCxnSpPr/>
          <p:nvPr/>
        </p:nvCxnSpPr>
        <p:spPr>
          <a:xfrm>
            <a:off x="5581651" y="1030764"/>
            <a:ext cx="2556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77E270-AA49-4056-AB37-B83906EF230C}"/>
              </a:ext>
            </a:extLst>
          </p:cNvPr>
          <p:cNvSpPr txBox="1"/>
          <p:nvPr/>
        </p:nvSpPr>
        <p:spPr>
          <a:xfrm>
            <a:off x="5363689" y="1396009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000" dirty="0">
                <a:latin typeface="+mn-ea"/>
              </a:rPr>
              <a:t>10</a:t>
            </a:r>
            <a:endParaRPr kumimoji="1" lang="zh-CN" altLang="en-US" sz="1000" dirty="0">
              <a:latin typeface="+mn-ea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93CD813-8804-4F57-89C4-540357D079E4}"/>
              </a:ext>
            </a:extLst>
          </p:cNvPr>
          <p:cNvCxnSpPr/>
          <p:nvPr/>
        </p:nvCxnSpPr>
        <p:spPr>
          <a:xfrm>
            <a:off x="5581651" y="1472953"/>
            <a:ext cx="324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0883FA09-9505-416B-ACC1-F642B010F3E6}"/>
              </a:ext>
            </a:extLst>
          </p:cNvPr>
          <p:cNvSpPr txBox="1"/>
          <p:nvPr/>
        </p:nvSpPr>
        <p:spPr>
          <a:xfrm>
            <a:off x="5363689" y="3655801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000" dirty="0">
                <a:latin typeface="+mn-ea"/>
              </a:rPr>
              <a:t>10</a:t>
            </a:r>
            <a:endParaRPr kumimoji="1" lang="zh-CN" altLang="en-US" sz="1000" dirty="0">
              <a:latin typeface="+mn-ea"/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586D01C1-2666-43E3-97C8-C165C0A0E493}"/>
              </a:ext>
            </a:extLst>
          </p:cNvPr>
          <p:cNvCxnSpPr/>
          <p:nvPr/>
        </p:nvCxnSpPr>
        <p:spPr>
          <a:xfrm>
            <a:off x="5581651" y="3732745"/>
            <a:ext cx="2520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5ED0ED3D-3145-4D1F-AE8B-D608F5BEB51A}"/>
              </a:ext>
            </a:extLst>
          </p:cNvPr>
          <p:cNvSpPr txBox="1"/>
          <p:nvPr/>
        </p:nvSpPr>
        <p:spPr>
          <a:xfrm>
            <a:off x="9807289" y="5964230"/>
            <a:ext cx="166071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6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标签、注释、非重点内容，允许使用最小字为</a:t>
            </a:r>
            <a:r>
              <a:rPr kumimoji="1" lang="en-US" altLang="zh-CN" sz="6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6</a:t>
            </a:r>
            <a:r>
              <a:rPr kumimoji="1" lang="zh-CN" altLang="en-US" sz="6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号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1998D43D-2630-4AD4-87AC-FA533F12D5E3}"/>
              </a:ext>
            </a:extLst>
          </p:cNvPr>
          <p:cNvCxnSpPr/>
          <p:nvPr/>
        </p:nvCxnSpPr>
        <p:spPr>
          <a:xfrm>
            <a:off x="5708000" y="3516569"/>
            <a:ext cx="5976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625AA208-4BDD-450D-AA48-10944199DDF2}"/>
              </a:ext>
            </a:extLst>
          </p:cNvPr>
          <p:cNvSpPr txBox="1"/>
          <p:nvPr/>
        </p:nvSpPr>
        <p:spPr>
          <a:xfrm>
            <a:off x="5363689" y="4153675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000" dirty="0">
                <a:latin typeface="+mn-ea"/>
              </a:rPr>
              <a:t>9</a:t>
            </a:r>
            <a:endParaRPr kumimoji="1" lang="zh-CN" altLang="en-US" sz="1000" dirty="0">
              <a:latin typeface="+mn-ea"/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98009BD-9C84-42BB-994D-BFACB694F64C}"/>
              </a:ext>
            </a:extLst>
          </p:cNvPr>
          <p:cNvCxnSpPr/>
          <p:nvPr/>
        </p:nvCxnSpPr>
        <p:spPr>
          <a:xfrm>
            <a:off x="5581651" y="4230619"/>
            <a:ext cx="540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D505448E-5094-4CE6-A04E-99CAC5BF65C4}"/>
              </a:ext>
            </a:extLst>
          </p:cNvPr>
          <p:cNvSpPr txBox="1"/>
          <p:nvPr/>
        </p:nvSpPr>
        <p:spPr>
          <a:xfrm>
            <a:off x="5363689" y="5938011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000" dirty="0">
                <a:latin typeface="+mn-ea"/>
              </a:rPr>
              <a:t>6</a:t>
            </a:r>
            <a:endParaRPr kumimoji="1" lang="zh-CN" altLang="en-US" sz="1000" dirty="0">
              <a:latin typeface="+mn-ea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2CD0D16-280F-4C56-ADF3-DBE1B96205EB}"/>
              </a:ext>
            </a:extLst>
          </p:cNvPr>
          <p:cNvCxnSpPr/>
          <p:nvPr/>
        </p:nvCxnSpPr>
        <p:spPr>
          <a:xfrm>
            <a:off x="5581651" y="6014955"/>
            <a:ext cx="4068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F62C54E-7C96-4DEC-B111-17224324B98C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4" name="矩形 43">
              <a:hlinkClick r:id="rId3" action="ppaction://hlinksldjump"/>
              <a:extLst>
                <a:ext uri="{FF2B5EF4-FFF2-40B4-BE49-F238E27FC236}">
                  <a16:creationId xmlns:a16="http://schemas.microsoft.com/office/drawing/2014/main" id="{490FD734-07AF-4357-AB3A-73755A75F2C5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5" name="直接连接符 44">
              <a:hlinkClick r:id="rId3" action="ppaction://hlinksldjump"/>
              <a:extLst>
                <a:ext uri="{FF2B5EF4-FFF2-40B4-BE49-F238E27FC236}">
                  <a16:creationId xmlns:a16="http://schemas.microsoft.com/office/drawing/2014/main" id="{71851CE1-B2C2-4A85-8A92-2F65A73507A7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7417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502AD2-BBF5-4FBA-8AE7-BD758B29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1" y="261000"/>
            <a:ext cx="11160000" cy="360000"/>
          </a:xfrm>
        </p:spPr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常用组件样式汇总</a:t>
            </a:r>
          </a:p>
        </p:txBody>
      </p:sp>
      <p:sp>
        <p:nvSpPr>
          <p:cNvPr id="4" name="Freeform 8"/>
          <p:cNvSpPr/>
          <p:nvPr/>
        </p:nvSpPr>
        <p:spPr>
          <a:xfrm flipH="1">
            <a:off x="4408617" y="5603626"/>
            <a:ext cx="1048737" cy="559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47" y="12897"/>
                </a:moveTo>
                <a:lnTo>
                  <a:pt x="19319" y="12559"/>
                </a:lnTo>
                <a:lnTo>
                  <a:pt x="19276" y="12220"/>
                </a:lnTo>
                <a:lnTo>
                  <a:pt x="19227" y="11894"/>
                </a:lnTo>
                <a:lnTo>
                  <a:pt x="19115" y="11269"/>
                </a:lnTo>
                <a:lnTo>
                  <a:pt x="19045" y="10956"/>
                </a:lnTo>
                <a:lnTo>
                  <a:pt x="18968" y="10657"/>
                </a:lnTo>
                <a:lnTo>
                  <a:pt x="18883" y="10370"/>
                </a:lnTo>
                <a:lnTo>
                  <a:pt x="18792" y="10083"/>
                </a:lnTo>
                <a:lnTo>
                  <a:pt x="18694" y="9810"/>
                </a:lnTo>
                <a:lnTo>
                  <a:pt x="18483" y="9289"/>
                </a:lnTo>
                <a:lnTo>
                  <a:pt x="18371" y="9041"/>
                </a:lnTo>
                <a:lnTo>
                  <a:pt x="18245" y="8794"/>
                </a:lnTo>
                <a:lnTo>
                  <a:pt x="17992" y="8351"/>
                </a:lnTo>
                <a:lnTo>
                  <a:pt x="17851" y="8142"/>
                </a:lnTo>
                <a:lnTo>
                  <a:pt x="17571" y="7752"/>
                </a:lnTo>
                <a:lnTo>
                  <a:pt x="17262" y="7413"/>
                </a:lnTo>
                <a:lnTo>
                  <a:pt x="17107" y="7269"/>
                </a:lnTo>
                <a:lnTo>
                  <a:pt x="16939" y="7126"/>
                </a:lnTo>
                <a:lnTo>
                  <a:pt x="16777" y="6996"/>
                </a:lnTo>
                <a:lnTo>
                  <a:pt x="16609" y="6892"/>
                </a:lnTo>
                <a:lnTo>
                  <a:pt x="16433" y="6787"/>
                </a:lnTo>
                <a:lnTo>
                  <a:pt x="16258" y="6709"/>
                </a:lnTo>
                <a:lnTo>
                  <a:pt x="15893" y="6579"/>
                </a:lnTo>
                <a:lnTo>
                  <a:pt x="15710" y="6540"/>
                </a:lnTo>
                <a:lnTo>
                  <a:pt x="15331" y="6514"/>
                </a:lnTo>
                <a:lnTo>
                  <a:pt x="15100" y="6527"/>
                </a:lnTo>
                <a:lnTo>
                  <a:pt x="14868" y="6566"/>
                </a:lnTo>
                <a:lnTo>
                  <a:pt x="14784" y="6201"/>
                </a:lnTo>
                <a:lnTo>
                  <a:pt x="14685" y="5849"/>
                </a:lnTo>
                <a:lnTo>
                  <a:pt x="14587" y="5511"/>
                </a:lnTo>
                <a:lnTo>
                  <a:pt x="14482" y="5172"/>
                </a:lnTo>
                <a:lnTo>
                  <a:pt x="14370" y="4846"/>
                </a:lnTo>
                <a:lnTo>
                  <a:pt x="14250" y="4521"/>
                </a:lnTo>
                <a:lnTo>
                  <a:pt x="14124" y="4208"/>
                </a:lnTo>
                <a:lnTo>
                  <a:pt x="13998" y="3908"/>
                </a:lnTo>
                <a:lnTo>
                  <a:pt x="13857" y="3609"/>
                </a:lnTo>
                <a:lnTo>
                  <a:pt x="13717" y="3335"/>
                </a:lnTo>
                <a:lnTo>
                  <a:pt x="13569" y="3062"/>
                </a:lnTo>
                <a:lnTo>
                  <a:pt x="13415" y="2788"/>
                </a:lnTo>
                <a:lnTo>
                  <a:pt x="13260" y="2540"/>
                </a:lnTo>
                <a:lnTo>
                  <a:pt x="13099" y="2293"/>
                </a:lnTo>
                <a:lnTo>
                  <a:pt x="12931" y="2058"/>
                </a:lnTo>
                <a:lnTo>
                  <a:pt x="12762" y="1837"/>
                </a:lnTo>
                <a:lnTo>
                  <a:pt x="12587" y="1615"/>
                </a:lnTo>
                <a:lnTo>
                  <a:pt x="12404" y="1420"/>
                </a:lnTo>
                <a:lnTo>
                  <a:pt x="12222" y="1238"/>
                </a:lnTo>
                <a:lnTo>
                  <a:pt x="12032" y="1055"/>
                </a:lnTo>
                <a:lnTo>
                  <a:pt x="11639" y="743"/>
                </a:lnTo>
                <a:lnTo>
                  <a:pt x="11442" y="599"/>
                </a:lnTo>
                <a:lnTo>
                  <a:pt x="11035" y="365"/>
                </a:lnTo>
                <a:lnTo>
                  <a:pt x="10825" y="274"/>
                </a:lnTo>
                <a:lnTo>
                  <a:pt x="10614" y="195"/>
                </a:lnTo>
                <a:lnTo>
                  <a:pt x="10396" y="117"/>
                </a:lnTo>
                <a:lnTo>
                  <a:pt x="10179" y="65"/>
                </a:lnTo>
                <a:lnTo>
                  <a:pt x="9961" y="26"/>
                </a:lnTo>
                <a:lnTo>
                  <a:pt x="9736" y="0"/>
                </a:lnTo>
                <a:lnTo>
                  <a:pt x="9512" y="0"/>
                </a:lnTo>
                <a:lnTo>
                  <a:pt x="9231" y="13"/>
                </a:lnTo>
                <a:lnTo>
                  <a:pt x="8950" y="52"/>
                </a:lnTo>
                <a:lnTo>
                  <a:pt x="8677" y="104"/>
                </a:lnTo>
                <a:lnTo>
                  <a:pt x="8403" y="195"/>
                </a:lnTo>
                <a:lnTo>
                  <a:pt x="8136" y="300"/>
                </a:lnTo>
                <a:lnTo>
                  <a:pt x="7869" y="430"/>
                </a:lnTo>
                <a:lnTo>
                  <a:pt x="7609" y="586"/>
                </a:lnTo>
                <a:lnTo>
                  <a:pt x="7357" y="756"/>
                </a:lnTo>
                <a:lnTo>
                  <a:pt x="7111" y="951"/>
                </a:lnTo>
                <a:lnTo>
                  <a:pt x="6872" y="1172"/>
                </a:lnTo>
                <a:lnTo>
                  <a:pt x="6641" y="1407"/>
                </a:lnTo>
                <a:lnTo>
                  <a:pt x="6409" y="1668"/>
                </a:lnTo>
                <a:lnTo>
                  <a:pt x="6191" y="1928"/>
                </a:lnTo>
                <a:lnTo>
                  <a:pt x="5974" y="2228"/>
                </a:lnTo>
                <a:lnTo>
                  <a:pt x="5770" y="2527"/>
                </a:lnTo>
                <a:lnTo>
                  <a:pt x="5567" y="2853"/>
                </a:lnTo>
                <a:lnTo>
                  <a:pt x="5377" y="3192"/>
                </a:lnTo>
                <a:lnTo>
                  <a:pt x="5195" y="3557"/>
                </a:lnTo>
                <a:lnTo>
                  <a:pt x="5026" y="3921"/>
                </a:lnTo>
                <a:lnTo>
                  <a:pt x="4865" y="4312"/>
                </a:lnTo>
                <a:lnTo>
                  <a:pt x="4703" y="4716"/>
                </a:lnTo>
                <a:lnTo>
                  <a:pt x="4563" y="5120"/>
                </a:lnTo>
                <a:lnTo>
                  <a:pt x="4430" y="5550"/>
                </a:lnTo>
                <a:lnTo>
                  <a:pt x="4303" y="5993"/>
                </a:lnTo>
                <a:lnTo>
                  <a:pt x="4191" y="6436"/>
                </a:lnTo>
                <a:lnTo>
                  <a:pt x="4086" y="6892"/>
                </a:lnTo>
                <a:lnTo>
                  <a:pt x="3994" y="7374"/>
                </a:lnTo>
                <a:lnTo>
                  <a:pt x="3917" y="7843"/>
                </a:lnTo>
                <a:lnTo>
                  <a:pt x="3847" y="8338"/>
                </a:lnTo>
                <a:lnTo>
                  <a:pt x="3791" y="8833"/>
                </a:lnTo>
                <a:lnTo>
                  <a:pt x="3749" y="9341"/>
                </a:lnTo>
                <a:lnTo>
                  <a:pt x="3713" y="9862"/>
                </a:lnTo>
                <a:lnTo>
                  <a:pt x="3587" y="9823"/>
                </a:lnTo>
                <a:lnTo>
                  <a:pt x="3320" y="9771"/>
                </a:lnTo>
                <a:lnTo>
                  <a:pt x="3187" y="9771"/>
                </a:lnTo>
                <a:lnTo>
                  <a:pt x="3019" y="9784"/>
                </a:lnTo>
                <a:lnTo>
                  <a:pt x="2857" y="9797"/>
                </a:lnTo>
                <a:lnTo>
                  <a:pt x="2703" y="9836"/>
                </a:lnTo>
                <a:lnTo>
                  <a:pt x="2541" y="9888"/>
                </a:lnTo>
                <a:lnTo>
                  <a:pt x="2387" y="9953"/>
                </a:lnTo>
                <a:lnTo>
                  <a:pt x="2239" y="10031"/>
                </a:lnTo>
                <a:lnTo>
                  <a:pt x="1944" y="10240"/>
                </a:lnTo>
                <a:lnTo>
                  <a:pt x="1804" y="10357"/>
                </a:lnTo>
                <a:lnTo>
                  <a:pt x="1664" y="10487"/>
                </a:lnTo>
                <a:lnTo>
                  <a:pt x="1530" y="10631"/>
                </a:lnTo>
                <a:lnTo>
                  <a:pt x="1278" y="10943"/>
                </a:lnTo>
                <a:lnTo>
                  <a:pt x="1039" y="11308"/>
                </a:lnTo>
                <a:lnTo>
                  <a:pt x="934" y="11503"/>
                </a:lnTo>
                <a:lnTo>
                  <a:pt x="723" y="11920"/>
                </a:lnTo>
                <a:lnTo>
                  <a:pt x="632" y="12142"/>
                </a:lnTo>
                <a:lnTo>
                  <a:pt x="541" y="12376"/>
                </a:lnTo>
                <a:lnTo>
                  <a:pt x="456" y="12624"/>
                </a:lnTo>
                <a:lnTo>
                  <a:pt x="316" y="13119"/>
                </a:lnTo>
                <a:lnTo>
                  <a:pt x="246" y="13379"/>
                </a:lnTo>
                <a:lnTo>
                  <a:pt x="190" y="13653"/>
                </a:lnTo>
                <a:lnTo>
                  <a:pt x="140" y="13927"/>
                </a:lnTo>
                <a:lnTo>
                  <a:pt x="98" y="14213"/>
                </a:lnTo>
                <a:lnTo>
                  <a:pt x="63" y="14487"/>
                </a:lnTo>
                <a:lnTo>
                  <a:pt x="35" y="14786"/>
                </a:lnTo>
                <a:lnTo>
                  <a:pt x="14" y="15086"/>
                </a:lnTo>
                <a:lnTo>
                  <a:pt x="0" y="15386"/>
                </a:lnTo>
                <a:lnTo>
                  <a:pt x="0" y="15985"/>
                </a:lnTo>
                <a:lnTo>
                  <a:pt x="14" y="16285"/>
                </a:lnTo>
                <a:lnTo>
                  <a:pt x="35" y="16584"/>
                </a:lnTo>
                <a:lnTo>
                  <a:pt x="63" y="16871"/>
                </a:lnTo>
                <a:lnTo>
                  <a:pt x="98" y="17158"/>
                </a:lnTo>
                <a:lnTo>
                  <a:pt x="140" y="17444"/>
                </a:lnTo>
                <a:lnTo>
                  <a:pt x="190" y="17718"/>
                </a:lnTo>
                <a:lnTo>
                  <a:pt x="246" y="17991"/>
                </a:lnTo>
                <a:lnTo>
                  <a:pt x="316" y="18252"/>
                </a:lnTo>
                <a:lnTo>
                  <a:pt x="456" y="18747"/>
                </a:lnTo>
                <a:lnTo>
                  <a:pt x="541" y="18994"/>
                </a:lnTo>
                <a:lnTo>
                  <a:pt x="632" y="19229"/>
                </a:lnTo>
                <a:lnTo>
                  <a:pt x="723" y="19450"/>
                </a:lnTo>
                <a:lnTo>
                  <a:pt x="934" y="19867"/>
                </a:lnTo>
                <a:lnTo>
                  <a:pt x="1039" y="20063"/>
                </a:lnTo>
                <a:lnTo>
                  <a:pt x="1278" y="20428"/>
                </a:lnTo>
                <a:lnTo>
                  <a:pt x="1530" y="20740"/>
                </a:lnTo>
                <a:lnTo>
                  <a:pt x="1664" y="20883"/>
                </a:lnTo>
                <a:lnTo>
                  <a:pt x="1804" y="21014"/>
                </a:lnTo>
                <a:lnTo>
                  <a:pt x="1944" y="21131"/>
                </a:lnTo>
                <a:lnTo>
                  <a:pt x="2239" y="21339"/>
                </a:lnTo>
                <a:lnTo>
                  <a:pt x="2387" y="21418"/>
                </a:lnTo>
                <a:lnTo>
                  <a:pt x="2541" y="21483"/>
                </a:lnTo>
                <a:lnTo>
                  <a:pt x="2703" y="21535"/>
                </a:lnTo>
                <a:lnTo>
                  <a:pt x="2857" y="21574"/>
                </a:lnTo>
                <a:lnTo>
                  <a:pt x="3019" y="21587"/>
                </a:lnTo>
                <a:lnTo>
                  <a:pt x="3187" y="21600"/>
                </a:lnTo>
                <a:lnTo>
                  <a:pt x="19375" y="21600"/>
                </a:lnTo>
                <a:lnTo>
                  <a:pt x="19613" y="21548"/>
                </a:lnTo>
                <a:lnTo>
                  <a:pt x="19726" y="21509"/>
                </a:lnTo>
                <a:lnTo>
                  <a:pt x="19950" y="21405"/>
                </a:lnTo>
                <a:lnTo>
                  <a:pt x="20063" y="21339"/>
                </a:lnTo>
                <a:lnTo>
                  <a:pt x="20168" y="21261"/>
                </a:lnTo>
                <a:lnTo>
                  <a:pt x="20273" y="21170"/>
                </a:lnTo>
                <a:lnTo>
                  <a:pt x="20372" y="21079"/>
                </a:lnTo>
                <a:lnTo>
                  <a:pt x="20470" y="20975"/>
                </a:lnTo>
                <a:lnTo>
                  <a:pt x="20568" y="20857"/>
                </a:lnTo>
                <a:lnTo>
                  <a:pt x="20659" y="20740"/>
                </a:lnTo>
                <a:lnTo>
                  <a:pt x="20744" y="20610"/>
                </a:lnTo>
                <a:lnTo>
                  <a:pt x="20912" y="20323"/>
                </a:lnTo>
                <a:lnTo>
                  <a:pt x="21066" y="20011"/>
                </a:lnTo>
                <a:lnTo>
                  <a:pt x="21137" y="19854"/>
                </a:lnTo>
                <a:lnTo>
                  <a:pt x="21200" y="19685"/>
                </a:lnTo>
                <a:lnTo>
                  <a:pt x="21263" y="19503"/>
                </a:lnTo>
                <a:lnTo>
                  <a:pt x="21319" y="19320"/>
                </a:lnTo>
                <a:lnTo>
                  <a:pt x="21368" y="19138"/>
                </a:lnTo>
                <a:lnTo>
                  <a:pt x="21417" y="18942"/>
                </a:lnTo>
                <a:lnTo>
                  <a:pt x="21460" y="18747"/>
                </a:lnTo>
                <a:lnTo>
                  <a:pt x="21530" y="18330"/>
                </a:lnTo>
                <a:lnTo>
                  <a:pt x="21551" y="18122"/>
                </a:lnTo>
                <a:lnTo>
                  <a:pt x="21572" y="17900"/>
                </a:lnTo>
                <a:lnTo>
                  <a:pt x="21586" y="17692"/>
                </a:lnTo>
                <a:lnTo>
                  <a:pt x="21600" y="17470"/>
                </a:lnTo>
                <a:lnTo>
                  <a:pt x="21600" y="17027"/>
                </a:lnTo>
                <a:lnTo>
                  <a:pt x="21586" y="16806"/>
                </a:lnTo>
                <a:lnTo>
                  <a:pt x="21558" y="16389"/>
                </a:lnTo>
                <a:lnTo>
                  <a:pt x="21502" y="15972"/>
                </a:lnTo>
                <a:lnTo>
                  <a:pt x="21467" y="15777"/>
                </a:lnTo>
                <a:lnTo>
                  <a:pt x="21425" y="15581"/>
                </a:lnTo>
                <a:lnTo>
                  <a:pt x="21382" y="15399"/>
                </a:lnTo>
                <a:lnTo>
                  <a:pt x="21333" y="15216"/>
                </a:lnTo>
                <a:lnTo>
                  <a:pt x="21277" y="15034"/>
                </a:lnTo>
                <a:lnTo>
                  <a:pt x="21221" y="14865"/>
                </a:lnTo>
                <a:lnTo>
                  <a:pt x="21158" y="14695"/>
                </a:lnTo>
                <a:lnTo>
                  <a:pt x="21088" y="14526"/>
                </a:lnTo>
                <a:lnTo>
                  <a:pt x="21017" y="14370"/>
                </a:lnTo>
                <a:lnTo>
                  <a:pt x="20947" y="14226"/>
                </a:lnTo>
                <a:lnTo>
                  <a:pt x="20870" y="14083"/>
                </a:lnTo>
                <a:lnTo>
                  <a:pt x="20786" y="13940"/>
                </a:lnTo>
                <a:lnTo>
                  <a:pt x="20701" y="13809"/>
                </a:lnTo>
                <a:lnTo>
                  <a:pt x="20519" y="13575"/>
                </a:lnTo>
                <a:lnTo>
                  <a:pt x="20428" y="13471"/>
                </a:lnTo>
                <a:lnTo>
                  <a:pt x="20231" y="13288"/>
                </a:lnTo>
                <a:lnTo>
                  <a:pt x="20126" y="13197"/>
                </a:lnTo>
                <a:lnTo>
                  <a:pt x="19915" y="13067"/>
                </a:lnTo>
                <a:lnTo>
                  <a:pt x="19803" y="13015"/>
                </a:lnTo>
                <a:lnTo>
                  <a:pt x="19698" y="12963"/>
                </a:lnTo>
                <a:lnTo>
                  <a:pt x="19578" y="12937"/>
                </a:lnTo>
                <a:lnTo>
                  <a:pt x="19466" y="12910"/>
                </a:lnTo>
                <a:lnTo>
                  <a:pt x="19347" y="12897"/>
                </a:lnTo>
                <a:close/>
              </a:path>
            </a:pathLst>
          </a:cu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7" tIns="45719" rIns="91437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sz="1350" kern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27" name="右箭头 26"/>
          <p:cNvSpPr/>
          <p:nvPr/>
        </p:nvSpPr>
        <p:spPr>
          <a:xfrm>
            <a:off x="3854701" y="3404786"/>
            <a:ext cx="3096000" cy="134408"/>
          </a:xfrm>
          <a:prstGeom prst="rightArrow">
            <a:avLst>
              <a:gd name="adj1" fmla="val 50991"/>
              <a:gd name="adj2" fmla="val 103311"/>
            </a:avLst>
          </a:prstGeom>
          <a:gradFill flip="none" rotWithShape="1">
            <a:gsLst>
              <a:gs pos="20000">
                <a:srgbClr val="C00000">
                  <a:alpha val="60000"/>
                </a:srgbClr>
              </a:gs>
              <a:gs pos="0">
                <a:srgbClr val="C00000">
                  <a:alpha val="0"/>
                </a:srgbClr>
              </a:gs>
              <a:gs pos="7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28" name="右箭头 27"/>
          <p:cNvSpPr/>
          <p:nvPr/>
        </p:nvSpPr>
        <p:spPr>
          <a:xfrm>
            <a:off x="3854701" y="4063841"/>
            <a:ext cx="279980" cy="167717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4362208" y="4063841"/>
            <a:ext cx="279980" cy="167717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0">
                <a:schemeClr val="bg1">
                  <a:lumMod val="60000"/>
                  <a:lumOff val="40000"/>
                  <a:alpha val="0"/>
                </a:schemeClr>
              </a:gs>
              <a:gs pos="80000">
                <a:schemeClr val="bg1">
                  <a:lumMod val="60000"/>
                  <a:lumOff val="40000"/>
                  <a:alpha val="80000"/>
                </a:schemeClr>
              </a:gs>
            </a:gsLst>
            <a:lin ang="0" scaled="1"/>
            <a:tileRect/>
          </a:gradFill>
          <a:ln w="6350">
            <a:gradFill>
              <a:gsLst>
                <a:gs pos="0">
                  <a:schemeClr val="bg1">
                    <a:lumMod val="60000"/>
                    <a:lumOff val="40000"/>
                    <a:alpha val="0"/>
                  </a:schemeClr>
                </a:gs>
                <a:gs pos="60000">
                  <a:schemeClr val="bg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30" name="左右箭头 29"/>
          <p:cNvSpPr/>
          <p:nvPr/>
        </p:nvSpPr>
        <p:spPr>
          <a:xfrm>
            <a:off x="3845955" y="4442487"/>
            <a:ext cx="3096000" cy="177253"/>
          </a:xfrm>
          <a:prstGeom prst="leftRightArrow">
            <a:avLst>
              <a:gd name="adj1" fmla="val 67908"/>
              <a:gd name="adj2" fmla="val 94943"/>
            </a:avLst>
          </a:prstGeom>
          <a:gradFill>
            <a:gsLst>
              <a:gs pos="30000">
                <a:srgbClr val="C00000"/>
              </a:gs>
              <a:gs pos="0">
                <a:srgbClr val="C00000">
                  <a:alpha val="30000"/>
                </a:srgbClr>
              </a:gs>
              <a:gs pos="70000">
                <a:srgbClr val="C00000"/>
              </a:gs>
              <a:gs pos="98000">
                <a:srgbClr val="C00000">
                  <a:alpha val="30000"/>
                </a:srgbClr>
              </a:gs>
            </a:gsLst>
            <a:lin ang="0" scaled="1"/>
          </a:gra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8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端到端的业务流程</a:t>
            </a:r>
          </a:p>
        </p:txBody>
      </p:sp>
      <p:sp>
        <p:nvSpPr>
          <p:cNvPr id="33" name="左右箭头 32"/>
          <p:cNvSpPr/>
          <p:nvPr/>
        </p:nvSpPr>
        <p:spPr>
          <a:xfrm>
            <a:off x="3854701" y="3640758"/>
            <a:ext cx="3096000" cy="134408"/>
          </a:xfrm>
          <a:prstGeom prst="leftRightArrow">
            <a:avLst>
              <a:gd name="adj1" fmla="val 50000"/>
              <a:gd name="adj2" fmla="val 103149"/>
            </a:avLst>
          </a:prstGeom>
          <a:gradFill flip="none" rotWithShape="1">
            <a:gsLst>
              <a:gs pos="30000">
                <a:srgbClr val="C00000">
                  <a:alpha val="60000"/>
                </a:srgbClr>
              </a:gs>
              <a:gs pos="0">
                <a:srgbClr val="C00000"/>
              </a:gs>
              <a:gs pos="7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/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D955B90-8756-49C3-87C4-DF6184753613}"/>
              </a:ext>
            </a:extLst>
          </p:cNvPr>
          <p:cNvSpPr/>
          <p:nvPr/>
        </p:nvSpPr>
        <p:spPr>
          <a:xfrm>
            <a:off x="3869125" y="4883366"/>
            <a:ext cx="144000" cy="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4D47AB5-13FB-47E3-A3C9-BD34121EE55D}"/>
              </a:ext>
            </a:extLst>
          </p:cNvPr>
          <p:cNvSpPr/>
          <p:nvPr/>
        </p:nvSpPr>
        <p:spPr>
          <a:xfrm>
            <a:off x="4356235" y="4883366"/>
            <a:ext cx="144000" cy="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4843345" y="4883366"/>
            <a:ext cx="144000" cy="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5330455" y="4883366"/>
            <a:ext cx="144000" cy="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4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5817565" y="4883366"/>
            <a:ext cx="144000" cy="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5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6304675" y="4883366"/>
            <a:ext cx="144000" cy="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6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2" name="Freeform 8"/>
          <p:cNvSpPr/>
          <p:nvPr/>
        </p:nvSpPr>
        <p:spPr>
          <a:xfrm flipH="1">
            <a:off x="3839686" y="5603626"/>
            <a:ext cx="1048737" cy="559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47" y="12897"/>
                </a:moveTo>
                <a:lnTo>
                  <a:pt x="19319" y="12559"/>
                </a:lnTo>
                <a:lnTo>
                  <a:pt x="19276" y="12220"/>
                </a:lnTo>
                <a:lnTo>
                  <a:pt x="19227" y="11894"/>
                </a:lnTo>
                <a:lnTo>
                  <a:pt x="19115" y="11269"/>
                </a:lnTo>
                <a:lnTo>
                  <a:pt x="19045" y="10956"/>
                </a:lnTo>
                <a:lnTo>
                  <a:pt x="18968" y="10657"/>
                </a:lnTo>
                <a:lnTo>
                  <a:pt x="18883" y="10370"/>
                </a:lnTo>
                <a:lnTo>
                  <a:pt x="18792" y="10083"/>
                </a:lnTo>
                <a:lnTo>
                  <a:pt x="18694" y="9810"/>
                </a:lnTo>
                <a:lnTo>
                  <a:pt x="18483" y="9289"/>
                </a:lnTo>
                <a:lnTo>
                  <a:pt x="18371" y="9041"/>
                </a:lnTo>
                <a:lnTo>
                  <a:pt x="18245" y="8794"/>
                </a:lnTo>
                <a:lnTo>
                  <a:pt x="17992" y="8351"/>
                </a:lnTo>
                <a:lnTo>
                  <a:pt x="17851" y="8142"/>
                </a:lnTo>
                <a:lnTo>
                  <a:pt x="17571" y="7752"/>
                </a:lnTo>
                <a:lnTo>
                  <a:pt x="17262" y="7413"/>
                </a:lnTo>
                <a:lnTo>
                  <a:pt x="17107" y="7269"/>
                </a:lnTo>
                <a:lnTo>
                  <a:pt x="16939" y="7126"/>
                </a:lnTo>
                <a:lnTo>
                  <a:pt x="16777" y="6996"/>
                </a:lnTo>
                <a:lnTo>
                  <a:pt x="16609" y="6892"/>
                </a:lnTo>
                <a:lnTo>
                  <a:pt x="16433" y="6787"/>
                </a:lnTo>
                <a:lnTo>
                  <a:pt x="16258" y="6709"/>
                </a:lnTo>
                <a:lnTo>
                  <a:pt x="15893" y="6579"/>
                </a:lnTo>
                <a:lnTo>
                  <a:pt x="15710" y="6540"/>
                </a:lnTo>
                <a:lnTo>
                  <a:pt x="15331" y="6514"/>
                </a:lnTo>
                <a:lnTo>
                  <a:pt x="15100" y="6527"/>
                </a:lnTo>
                <a:lnTo>
                  <a:pt x="14868" y="6566"/>
                </a:lnTo>
                <a:lnTo>
                  <a:pt x="14784" y="6201"/>
                </a:lnTo>
                <a:lnTo>
                  <a:pt x="14685" y="5849"/>
                </a:lnTo>
                <a:lnTo>
                  <a:pt x="14587" y="5511"/>
                </a:lnTo>
                <a:lnTo>
                  <a:pt x="14482" y="5172"/>
                </a:lnTo>
                <a:lnTo>
                  <a:pt x="14370" y="4846"/>
                </a:lnTo>
                <a:lnTo>
                  <a:pt x="14250" y="4521"/>
                </a:lnTo>
                <a:lnTo>
                  <a:pt x="14124" y="4208"/>
                </a:lnTo>
                <a:lnTo>
                  <a:pt x="13998" y="3908"/>
                </a:lnTo>
                <a:lnTo>
                  <a:pt x="13857" y="3609"/>
                </a:lnTo>
                <a:lnTo>
                  <a:pt x="13717" y="3335"/>
                </a:lnTo>
                <a:lnTo>
                  <a:pt x="13569" y="3062"/>
                </a:lnTo>
                <a:lnTo>
                  <a:pt x="13415" y="2788"/>
                </a:lnTo>
                <a:lnTo>
                  <a:pt x="13260" y="2540"/>
                </a:lnTo>
                <a:lnTo>
                  <a:pt x="13099" y="2293"/>
                </a:lnTo>
                <a:lnTo>
                  <a:pt x="12931" y="2058"/>
                </a:lnTo>
                <a:lnTo>
                  <a:pt x="12762" y="1837"/>
                </a:lnTo>
                <a:lnTo>
                  <a:pt x="12587" y="1615"/>
                </a:lnTo>
                <a:lnTo>
                  <a:pt x="12404" y="1420"/>
                </a:lnTo>
                <a:lnTo>
                  <a:pt x="12222" y="1238"/>
                </a:lnTo>
                <a:lnTo>
                  <a:pt x="12032" y="1055"/>
                </a:lnTo>
                <a:lnTo>
                  <a:pt x="11639" y="743"/>
                </a:lnTo>
                <a:lnTo>
                  <a:pt x="11442" y="599"/>
                </a:lnTo>
                <a:lnTo>
                  <a:pt x="11035" y="365"/>
                </a:lnTo>
                <a:lnTo>
                  <a:pt x="10825" y="274"/>
                </a:lnTo>
                <a:lnTo>
                  <a:pt x="10614" y="195"/>
                </a:lnTo>
                <a:lnTo>
                  <a:pt x="10396" y="117"/>
                </a:lnTo>
                <a:lnTo>
                  <a:pt x="10179" y="65"/>
                </a:lnTo>
                <a:lnTo>
                  <a:pt x="9961" y="26"/>
                </a:lnTo>
                <a:lnTo>
                  <a:pt x="9736" y="0"/>
                </a:lnTo>
                <a:lnTo>
                  <a:pt x="9512" y="0"/>
                </a:lnTo>
                <a:lnTo>
                  <a:pt x="9231" y="13"/>
                </a:lnTo>
                <a:lnTo>
                  <a:pt x="8950" y="52"/>
                </a:lnTo>
                <a:lnTo>
                  <a:pt x="8677" y="104"/>
                </a:lnTo>
                <a:lnTo>
                  <a:pt x="8403" y="195"/>
                </a:lnTo>
                <a:lnTo>
                  <a:pt x="8136" y="300"/>
                </a:lnTo>
                <a:lnTo>
                  <a:pt x="7869" y="430"/>
                </a:lnTo>
                <a:lnTo>
                  <a:pt x="7609" y="586"/>
                </a:lnTo>
                <a:lnTo>
                  <a:pt x="7357" y="756"/>
                </a:lnTo>
                <a:lnTo>
                  <a:pt x="7111" y="951"/>
                </a:lnTo>
                <a:lnTo>
                  <a:pt x="6872" y="1172"/>
                </a:lnTo>
                <a:lnTo>
                  <a:pt x="6641" y="1407"/>
                </a:lnTo>
                <a:lnTo>
                  <a:pt x="6409" y="1668"/>
                </a:lnTo>
                <a:lnTo>
                  <a:pt x="6191" y="1928"/>
                </a:lnTo>
                <a:lnTo>
                  <a:pt x="5974" y="2228"/>
                </a:lnTo>
                <a:lnTo>
                  <a:pt x="5770" y="2527"/>
                </a:lnTo>
                <a:lnTo>
                  <a:pt x="5567" y="2853"/>
                </a:lnTo>
                <a:lnTo>
                  <a:pt x="5377" y="3192"/>
                </a:lnTo>
                <a:lnTo>
                  <a:pt x="5195" y="3557"/>
                </a:lnTo>
                <a:lnTo>
                  <a:pt x="5026" y="3921"/>
                </a:lnTo>
                <a:lnTo>
                  <a:pt x="4865" y="4312"/>
                </a:lnTo>
                <a:lnTo>
                  <a:pt x="4703" y="4716"/>
                </a:lnTo>
                <a:lnTo>
                  <a:pt x="4563" y="5120"/>
                </a:lnTo>
                <a:lnTo>
                  <a:pt x="4430" y="5550"/>
                </a:lnTo>
                <a:lnTo>
                  <a:pt x="4303" y="5993"/>
                </a:lnTo>
                <a:lnTo>
                  <a:pt x="4191" y="6436"/>
                </a:lnTo>
                <a:lnTo>
                  <a:pt x="4086" y="6892"/>
                </a:lnTo>
                <a:lnTo>
                  <a:pt x="3994" y="7374"/>
                </a:lnTo>
                <a:lnTo>
                  <a:pt x="3917" y="7843"/>
                </a:lnTo>
                <a:lnTo>
                  <a:pt x="3847" y="8338"/>
                </a:lnTo>
                <a:lnTo>
                  <a:pt x="3791" y="8833"/>
                </a:lnTo>
                <a:lnTo>
                  <a:pt x="3749" y="9341"/>
                </a:lnTo>
                <a:lnTo>
                  <a:pt x="3713" y="9862"/>
                </a:lnTo>
                <a:lnTo>
                  <a:pt x="3587" y="9823"/>
                </a:lnTo>
                <a:lnTo>
                  <a:pt x="3320" y="9771"/>
                </a:lnTo>
                <a:lnTo>
                  <a:pt x="3187" y="9771"/>
                </a:lnTo>
                <a:lnTo>
                  <a:pt x="3019" y="9784"/>
                </a:lnTo>
                <a:lnTo>
                  <a:pt x="2857" y="9797"/>
                </a:lnTo>
                <a:lnTo>
                  <a:pt x="2703" y="9836"/>
                </a:lnTo>
                <a:lnTo>
                  <a:pt x="2541" y="9888"/>
                </a:lnTo>
                <a:lnTo>
                  <a:pt x="2387" y="9953"/>
                </a:lnTo>
                <a:lnTo>
                  <a:pt x="2239" y="10031"/>
                </a:lnTo>
                <a:lnTo>
                  <a:pt x="1944" y="10240"/>
                </a:lnTo>
                <a:lnTo>
                  <a:pt x="1804" y="10357"/>
                </a:lnTo>
                <a:lnTo>
                  <a:pt x="1664" y="10487"/>
                </a:lnTo>
                <a:lnTo>
                  <a:pt x="1530" y="10631"/>
                </a:lnTo>
                <a:lnTo>
                  <a:pt x="1278" y="10943"/>
                </a:lnTo>
                <a:lnTo>
                  <a:pt x="1039" y="11308"/>
                </a:lnTo>
                <a:lnTo>
                  <a:pt x="934" y="11503"/>
                </a:lnTo>
                <a:lnTo>
                  <a:pt x="723" y="11920"/>
                </a:lnTo>
                <a:lnTo>
                  <a:pt x="632" y="12142"/>
                </a:lnTo>
                <a:lnTo>
                  <a:pt x="541" y="12376"/>
                </a:lnTo>
                <a:lnTo>
                  <a:pt x="456" y="12624"/>
                </a:lnTo>
                <a:lnTo>
                  <a:pt x="316" y="13119"/>
                </a:lnTo>
                <a:lnTo>
                  <a:pt x="246" y="13379"/>
                </a:lnTo>
                <a:lnTo>
                  <a:pt x="190" y="13653"/>
                </a:lnTo>
                <a:lnTo>
                  <a:pt x="140" y="13927"/>
                </a:lnTo>
                <a:lnTo>
                  <a:pt x="98" y="14213"/>
                </a:lnTo>
                <a:lnTo>
                  <a:pt x="63" y="14487"/>
                </a:lnTo>
                <a:lnTo>
                  <a:pt x="35" y="14786"/>
                </a:lnTo>
                <a:lnTo>
                  <a:pt x="14" y="15086"/>
                </a:lnTo>
                <a:lnTo>
                  <a:pt x="0" y="15386"/>
                </a:lnTo>
                <a:lnTo>
                  <a:pt x="0" y="15985"/>
                </a:lnTo>
                <a:lnTo>
                  <a:pt x="14" y="16285"/>
                </a:lnTo>
                <a:lnTo>
                  <a:pt x="35" y="16584"/>
                </a:lnTo>
                <a:lnTo>
                  <a:pt x="63" y="16871"/>
                </a:lnTo>
                <a:lnTo>
                  <a:pt x="98" y="17158"/>
                </a:lnTo>
                <a:lnTo>
                  <a:pt x="140" y="17444"/>
                </a:lnTo>
                <a:lnTo>
                  <a:pt x="190" y="17718"/>
                </a:lnTo>
                <a:lnTo>
                  <a:pt x="246" y="17991"/>
                </a:lnTo>
                <a:lnTo>
                  <a:pt x="316" y="18252"/>
                </a:lnTo>
                <a:lnTo>
                  <a:pt x="456" y="18747"/>
                </a:lnTo>
                <a:lnTo>
                  <a:pt x="541" y="18994"/>
                </a:lnTo>
                <a:lnTo>
                  <a:pt x="632" y="19229"/>
                </a:lnTo>
                <a:lnTo>
                  <a:pt x="723" y="19450"/>
                </a:lnTo>
                <a:lnTo>
                  <a:pt x="934" y="19867"/>
                </a:lnTo>
                <a:lnTo>
                  <a:pt x="1039" y="20063"/>
                </a:lnTo>
                <a:lnTo>
                  <a:pt x="1278" y="20428"/>
                </a:lnTo>
                <a:lnTo>
                  <a:pt x="1530" y="20740"/>
                </a:lnTo>
                <a:lnTo>
                  <a:pt x="1664" y="20883"/>
                </a:lnTo>
                <a:lnTo>
                  <a:pt x="1804" y="21014"/>
                </a:lnTo>
                <a:lnTo>
                  <a:pt x="1944" y="21131"/>
                </a:lnTo>
                <a:lnTo>
                  <a:pt x="2239" y="21339"/>
                </a:lnTo>
                <a:lnTo>
                  <a:pt x="2387" y="21418"/>
                </a:lnTo>
                <a:lnTo>
                  <a:pt x="2541" y="21483"/>
                </a:lnTo>
                <a:lnTo>
                  <a:pt x="2703" y="21535"/>
                </a:lnTo>
                <a:lnTo>
                  <a:pt x="2857" y="21574"/>
                </a:lnTo>
                <a:lnTo>
                  <a:pt x="3019" y="21587"/>
                </a:lnTo>
                <a:lnTo>
                  <a:pt x="3187" y="21600"/>
                </a:lnTo>
                <a:lnTo>
                  <a:pt x="19375" y="21600"/>
                </a:lnTo>
                <a:lnTo>
                  <a:pt x="19613" y="21548"/>
                </a:lnTo>
                <a:lnTo>
                  <a:pt x="19726" y="21509"/>
                </a:lnTo>
                <a:lnTo>
                  <a:pt x="19950" y="21405"/>
                </a:lnTo>
                <a:lnTo>
                  <a:pt x="20063" y="21339"/>
                </a:lnTo>
                <a:lnTo>
                  <a:pt x="20168" y="21261"/>
                </a:lnTo>
                <a:lnTo>
                  <a:pt x="20273" y="21170"/>
                </a:lnTo>
                <a:lnTo>
                  <a:pt x="20372" y="21079"/>
                </a:lnTo>
                <a:lnTo>
                  <a:pt x="20470" y="20975"/>
                </a:lnTo>
                <a:lnTo>
                  <a:pt x="20568" y="20857"/>
                </a:lnTo>
                <a:lnTo>
                  <a:pt x="20659" y="20740"/>
                </a:lnTo>
                <a:lnTo>
                  <a:pt x="20744" y="20610"/>
                </a:lnTo>
                <a:lnTo>
                  <a:pt x="20912" y="20323"/>
                </a:lnTo>
                <a:lnTo>
                  <a:pt x="21066" y="20011"/>
                </a:lnTo>
                <a:lnTo>
                  <a:pt x="21137" y="19854"/>
                </a:lnTo>
                <a:lnTo>
                  <a:pt x="21200" y="19685"/>
                </a:lnTo>
                <a:lnTo>
                  <a:pt x="21263" y="19503"/>
                </a:lnTo>
                <a:lnTo>
                  <a:pt x="21319" y="19320"/>
                </a:lnTo>
                <a:lnTo>
                  <a:pt x="21368" y="19138"/>
                </a:lnTo>
                <a:lnTo>
                  <a:pt x="21417" y="18942"/>
                </a:lnTo>
                <a:lnTo>
                  <a:pt x="21460" y="18747"/>
                </a:lnTo>
                <a:lnTo>
                  <a:pt x="21530" y="18330"/>
                </a:lnTo>
                <a:lnTo>
                  <a:pt x="21551" y="18122"/>
                </a:lnTo>
                <a:lnTo>
                  <a:pt x="21572" y="17900"/>
                </a:lnTo>
                <a:lnTo>
                  <a:pt x="21586" y="17692"/>
                </a:lnTo>
                <a:lnTo>
                  <a:pt x="21600" y="17470"/>
                </a:lnTo>
                <a:lnTo>
                  <a:pt x="21600" y="17027"/>
                </a:lnTo>
                <a:lnTo>
                  <a:pt x="21586" y="16806"/>
                </a:lnTo>
                <a:lnTo>
                  <a:pt x="21558" y="16389"/>
                </a:lnTo>
                <a:lnTo>
                  <a:pt x="21502" y="15972"/>
                </a:lnTo>
                <a:lnTo>
                  <a:pt x="21467" y="15777"/>
                </a:lnTo>
                <a:lnTo>
                  <a:pt x="21425" y="15581"/>
                </a:lnTo>
                <a:lnTo>
                  <a:pt x="21382" y="15399"/>
                </a:lnTo>
                <a:lnTo>
                  <a:pt x="21333" y="15216"/>
                </a:lnTo>
                <a:lnTo>
                  <a:pt x="21277" y="15034"/>
                </a:lnTo>
                <a:lnTo>
                  <a:pt x="21221" y="14865"/>
                </a:lnTo>
                <a:lnTo>
                  <a:pt x="21158" y="14695"/>
                </a:lnTo>
                <a:lnTo>
                  <a:pt x="21088" y="14526"/>
                </a:lnTo>
                <a:lnTo>
                  <a:pt x="21017" y="14370"/>
                </a:lnTo>
                <a:lnTo>
                  <a:pt x="20947" y="14226"/>
                </a:lnTo>
                <a:lnTo>
                  <a:pt x="20870" y="14083"/>
                </a:lnTo>
                <a:lnTo>
                  <a:pt x="20786" y="13940"/>
                </a:lnTo>
                <a:lnTo>
                  <a:pt x="20701" y="13809"/>
                </a:lnTo>
                <a:lnTo>
                  <a:pt x="20519" y="13575"/>
                </a:lnTo>
                <a:lnTo>
                  <a:pt x="20428" y="13471"/>
                </a:lnTo>
                <a:lnTo>
                  <a:pt x="20231" y="13288"/>
                </a:lnTo>
                <a:lnTo>
                  <a:pt x="20126" y="13197"/>
                </a:lnTo>
                <a:lnTo>
                  <a:pt x="19915" y="13067"/>
                </a:lnTo>
                <a:lnTo>
                  <a:pt x="19803" y="13015"/>
                </a:lnTo>
                <a:lnTo>
                  <a:pt x="19698" y="12963"/>
                </a:lnTo>
                <a:lnTo>
                  <a:pt x="19578" y="12937"/>
                </a:lnTo>
                <a:lnTo>
                  <a:pt x="19466" y="12910"/>
                </a:lnTo>
                <a:lnTo>
                  <a:pt x="19347" y="12897"/>
                </a:lnTo>
                <a:close/>
              </a:path>
            </a:pathLst>
          </a:custGeom>
          <a:gradFill>
            <a:gsLst>
              <a:gs pos="0">
                <a:srgbClr val="FFE9E5"/>
              </a:gs>
              <a:gs pos="35000">
                <a:schemeClr val="tx2"/>
              </a:gs>
            </a:gsLst>
            <a:lin ang="5400000" scaled="0"/>
          </a:gra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7" tIns="45719" rIns="91437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sz="1350" kern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43" name="Freeform 6"/>
          <p:cNvSpPr/>
          <p:nvPr/>
        </p:nvSpPr>
        <p:spPr>
          <a:xfrm>
            <a:off x="5205893" y="5577395"/>
            <a:ext cx="1071512" cy="5857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13" h="20030" extrusionOk="0">
                <a:moveTo>
                  <a:pt x="17866" y="20018"/>
                </a:moveTo>
                <a:lnTo>
                  <a:pt x="2253" y="19811"/>
                </a:lnTo>
                <a:cubicBezTo>
                  <a:pt x="2253" y="19811"/>
                  <a:pt x="-382" y="18821"/>
                  <a:pt x="48" y="13929"/>
                </a:cubicBezTo>
                <a:cubicBezTo>
                  <a:pt x="534" y="8620"/>
                  <a:pt x="3156" y="8201"/>
                  <a:pt x="3156" y="8201"/>
                </a:cubicBezTo>
                <a:cubicBezTo>
                  <a:pt x="3156" y="8201"/>
                  <a:pt x="3314" y="1593"/>
                  <a:pt x="7839" y="189"/>
                </a:cubicBezTo>
                <a:cubicBezTo>
                  <a:pt x="12252" y="-1165"/>
                  <a:pt x="14055" y="5185"/>
                  <a:pt x="14055" y="5185"/>
                </a:cubicBezTo>
                <a:cubicBezTo>
                  <a:pt x="14055" y="5185"/>
                  <a:pt x="16319" y="2166"/>
                  <a:pt x="18239" y="5028"/>
                </a:cubicBezTo>
                <a:cubicBezTo>
                  <a:pt x="19842" y="7371"/>
                  <a:pt x="19175" y="11130"/>
                  <a:pt x="19175" y="11130"/>
                </a:cubicBezTo>
                <a:cubicBezTo>
                  <a:pt x="19175" y="11130"/>
                  <a:pt x="21218" y="12575"/>
                  <a:pt x="20875" y="16322"/>
                </a:cubicBezTo>
                <a:cubicBezTo>
                  <a:pt x="20501" y="20435"/>
                  <a:pt x="17866" y="20018"/>
                  <a:pt x="17866" y="2001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40000"/>
                  <a:lumOff val="60000"/>
                  <a:alpha val="20000"/>
                </a:schemeClr>
              </a:gs>
              <a:gs pos="95000">
                <a:schemeClr val="bg1">
                  <a:lumMod val="40000"/>
                  <a:lumOff val="60000"/>
                  <a:alpha val="0"/>
                </a:schemeClr>
              </a:gs>
            </a:gsLst>
            <a:lin ang="5400000" scaled="0"/>
            <a:tileRect/>
          </a:gradFill>
          <a:ln w="6350">
            <a:gradFill flip="none" rotWithShape="1">
              <a:gsLst>
                <a:gs pos="0">
                  <a:schemeClr val="bg1">
                    <a:lumMod val="60000"/>
                    <a:lumOff val="40000"/>
                  </a:schemeClr>
                </a:gs>
                <a:gs pos="95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5400000" scaled="0"/>
              <a:tileRect/>
            </a:gradFill>
          </a:ln>
        </p:spPr>
        <p:txBody>
          <a:bodyPr vert="horz" wrap="none" lIns="0" tIns="0" rIns="0" bIns="0" numCol="1" anchor="ctr" anchorCtr="0" compatLnSpc="1"/>
          <a:lstStyle/>
          <a:p>
            <a:pPr algn="ctr" defTabSz="1217678">
              <a:defRPr/>
            </a:pPr>
            <a:endParaRPr sz="1200" b="1" kern="0" dirty="0">
              <a:solidFill>
                <a:srgbClr val="FFC000"/>
              </a:solidFill>
              <a:latin typeface="+mn-ea"/>
              <a:cs typeface="Arial" pitchFamily="34" charset="0"/>
              <a:sym typeface="微软雅黑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869715" y="3998947"/>
            <a:ext cx="275161" cy="297504"/>
            <a:chOff x="5937782" y="3978482"/>
            <a:chExt cx="275161" cy="297504"/>
          </a:xfrm>
        </p:grpSpPr>
        <p:sp>
          <p:nvSpPr>
            <p:cNvPr id="45" name="流程图: 摘录 44">
              <a:extLst>
                <a:ext uri="{FF2B5EF4-FFF2-40B4-BE49-F238E27FC236}">
                  <a16:creationId xmlns:a16="http://schemas.microsoft.com/office/drawing/2014/main" id="{B44E6F89-DA31-4ACC-BD98-64F8ED67382B}"/>
                </a:ext>
              </a:extLst>
            </p:cNvPr>
            <p:cNvSpPr/>
            <p:nvPr/>
          </p:nvSpPr>
          <p:spPr>
            <a:xfrm rot="5400000" flipH="1">
              <a:off x="5977092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rgbClr val="C00000">
                    <a:alpha val="20000"/>
                  </a:srgbClr>
                </a:gs>
                <a:gs pos="0">
                  <a:srgbClr val="C00000"/>
                </a:gs>
                <a:gs pos="73000">
                  <a:srgbClr val="C00000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00000"/>
                  </a:gs>
                  <a:gs pos="94000">
                    <a:srgbClr val="C00000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635">
                <a:solidFill>
                  <a:srgbClr val="666666"/>
                </a:solidFill>
                <a:latin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46" name="流程图: 摘录 45">
              <a:extLst>
                <a:ext uri="{FF2B5EF4-FFF2-40B4-BE49-F238E27FC236}">
                  <a16:creationId xmlns:a16="http://schemas.microsoft.com/office/drawing/2014/main" id="{B44E6F89-DA31-4ACC-BD98-64F8ED67382B}"/>
                </a:ext>
              </a:extLst>
            </p:cNvPr>
            <p:cNvSpPr/>
            <p:nvPr/>
          </p:nvSpPr>
          <p:spPr>
            <a:xfrm rot="5400000" flipH="1">
              <a:off x="5876130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rgbClr val="C00000">
                    <a:alpha val="20000"/>
                  </a:srgbClr>
                </a:gs>
                <a:gs pos="0">
                  <a:srgbClr val="C00000"/>
                </a:gs>
                <a:gs pos="73000">
                  <a:srgbClr val="C00000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00000"/>
                  </a:gs>
                  <a:gs pos="94000">
                    <a:srgbClr val="C00000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635">
                <a:solidFill>
                  <a:srgbClr val="666666"/>
                </a:solidFill>
                <a:latin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68" name="椭圆 67">
            <a:extLst>
              <a:ext uri="{FF2B5EF4-FFF2-40B4-BE49-F238E27FC236}">
                <a16:creationId xmlns:a16="http://schemas.microsoft.com/office/drawing/2014/main" id="{DD955B90-8756-49C3-87C4-DF6184753613}"/>
              </a:ext>
            </a:extLst>
          </p:cNvPr>
          <p:cNvSpPr/>
          <p:nvPr/>
        </p:nvSpPr>
        <p:spPr>
          <a:xfrm>
            <a:off x="3851125" y="51556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04D47AB5-13FB-47E3-A3C9-BD34121EE55D}"/>
              </a:ext>
            </a:extLst>
          </p:cNvPr>
          <p:cNvSpPr/>
          <p:nvPr/>
        </p:nvSpPr>
        <p:spPr>
          <a:xfrm>
            <a:off x="4338177" y="51556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4825229" y="51556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5312281" y="51556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4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5799333" y="51556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5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6286385" y="51556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6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6791784" y="4883366"/>
            <a:ext cx="144000" cy="14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7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D5C322A-7FC9-4591-8D8A-1A438801A173}"/>
              </a:ext>
            </a:extLst>
          </p:cNvPr>
          <p:cNvSpPr/>
          <p:nvPr/>
        </p:nvSpPr>
        <p:spPr>
          <a:xfrm>
            <a:off x="6773439" y="51556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7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5" name="Freeform 6"/>
          <p:cNvSpPr/>
          <p:nvPr/>
        </p:nvSpPr>
        <p:spPr>
          <a:xfrm>
            <a:off x="5879189" y="5577395"/>
            <a:ext cx="1071512" cy="5857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13" h="20030" extrusionOk="0">
                <a:moveTo>
                  <a:pt x="17866" y="20018"/>
                </a:moveTo>
                <a:lnTo>
                  <a:pt x="2253" y="19811"/>
                </a:lnTo>
                <a:cubicBezTo>
                  <a:pt x="2253" y="19811"/>
                  <a:pt x="-382" y="18821"/>
                  <a:pt x="48" y="13929"/>
                </a:cubicBezTo>
                <a:cubicBezTo>
                  <a:pt x="534" y="8620"/>
                  <a:pt x="3156" y="8201"/>
                  <a:pt x="3156" y="8201"/>
                </a:cubicBezTo>
                <a:cubicBezTo>
                  <a:pt x="3156" y="8201"/>
                  <a:pt x="3314" y="1593"/>
                  <a:pt x="7839" y="189"/>
                </a:cubicBezTo>
                <a:cubicBezTo>
                  <a:pt x="12252" y="-1165"/>
                  <a:pt x="14055" y="5185"/>
                  <a:pt x="14055" y="5185"/>
                </a:cubicBezTo>
                <a:cubicBezTo>
                  <a:pt x="14055" y="5185"/>
                  <a:pt x="16319" y="2166"/>
                  <a:pt x="18239" y="5028"/>
                </a:cubicBezTo>
                <a:cubicBezTo>
                  <a:pt x="19842" y="7371"/>
                  <a:pt x="19175" y="11130"/>
                  <a:pt x="19175" y="11130"/>
                </a:cubicBezTo>
                <a:cubicBezTo>
                  <a:pt x="19175" y="11130"/>
                  <a:pt x="21218" y="12575"/>
                  <a:pt x="20875" y="16322"/>
                </a:cubicBezTo>
                <a:cubicBezTo>
                  <a:pt x="20501" y="20435"/>
                  <a:pt x="17866" y="20018"/>
                  <a:pt x="17866" y="20018"/>
                </a:cubicBezTo>
                <a:close/>
              </a:path>
            </a:pathLst>
          </a:custGeom>
          <a:solidFill>
            <a:srgbClr val="FBFBFB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txBody>
          <a:bodyPr vert="horz" wrap="none" lIns="0" tIns="0" rIns="0" bIns="0" numCol="1" anchor="ctr" anchorCtr="0" compatLnSpc="1"/>
          <a:lstStyle/>
          <a:p>
            <a:pPr algn="ctr" defTabSz="1217678">
              <a:defRPr/>
            </a:pPr>
            <a:endParaRPr sz="1200" b="1" kern="0" dirty="0">
              <a:solidFill>
                <a:srgbClr val="FFC000"/>
              </a:solidFill>
              <a:latin typeface="+mn-ea"/>
              <a:cs typeface="Arial" pitchFamily="34" charset="0"/>
              <a:sym typeface="微软雅黑"/>
            </a:endParaRPr>
          </a:p>
        </p:txBody>
      </p:sp>
      <p:sp>
        <p:nvSpPr>
          <p:cNvPr id="86" name="流程图: 摘录 85">
            <a:extLst>
              <a:ext uri="{FF2B5EF4-FFF2-40B4-BE49-F238E27FC236}">
                <a16:creationId xmlns:a16="http://schemas.microsoft.com/office/drawing/2014/main" id="{B44E6F89-DA31-4ACC-BD98-64F8ED67382B}"/>
              </a:ext>
            </a:extLst>
          </p:cNvPr>
          <p:cNvSpPr/>
          <p:nvPr/>
        </p:nvSpPr>
        <p:spPr>
          <a:xfrm rot="5400000" flipH="1">
            <a:off x="5813439" y="4060600"/>
            <a:ext cx="297504" cy="174199"/>
          </a:xfrm>
          <a:prstGeom prst="flowChartExtract">
            <a:avLst/>
          </a:prstGeom>
          <a:gradFill>
            <a:gsLst>
              <a:gs pos="60000">
                <a:srgbClr val="C00000">
                  <a:alpha val="20000"/>
                </a:srgbClr>
              </a:gs>
              <a:gs pos="0">
                <a:srgbClr val="C00000"/>
              </a:gs>
              <a:gs pos="90000">
                <a:srgbClr val="C00000">
                  <a:alpha val="0"/>
                </a:srgbClr>
              </a:gs>
            </a:gsLst>
            <a:lin ang="5400000" scaled="0"/>
          </a:gradFill>
          <a:ln w="6350" cap="flat" cmpd="sng" algn="ctr">
            <a:gradFill>
              <a:gsLst>
                <a:gs pos="0">
                  <a:srgbClr val="C00000"/>
                </a:gs>
                <a:gs pos="94000">
                  <a:srgbClr val="C00000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rot="0" spcFirstLastPara="0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9624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9184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08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8432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97993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37617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77241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16801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635">
              <a:solidFill>
                <a:srgbClr val="666666"/>
              </a:solidFill>
              <a:latin typeface="+mn-ea"/>
              <a:sym typeface="微软雅黑" panose="020B0503020204020204" pitchFamily="34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88" name="矩形 87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89" name="直接连接符 88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0" name="Picture 19">
            <a:extLst>
              <a:ext uri="{FF2B5EF4-FFF2-40B4-BE49-F238E27FC236}">
                <a16:creationId xmlns:a16="http://schemas.microsoft.com/office/drawing/2014/main" id="{DD581F3A-B0B9-4002-A639-1AD81DCAAAB6}"/>
              </a:ext>
            </a:extLst>
          </p:cNvPr>
          <p:cNvPicPr>
            <a:picLocks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0280140" y="2807070"/>
            <a:ext cx="1331086" cy="75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组合 98">
            <a:extLst>
              <a:ext uri="{FF2B5EF4-FFF2-40B4-BE49-F238E27FC236}">
                <a16:creationId xmlns:a16="http://schemas.microsoft.com/office/drawing/2014/main" id="{5BDD235A-5C26-4D68-8663-26E626762397}"/>
              </a:ext>
            </a:extLst>
          </p:cNvPr>
          <p:cNvGrpSpPr/>
          <p:nvPr/>
        </p:nvGrpSpPr>
        <p:grpSpPr>
          <a:xfrm>
            <a:off x="7429650" y="909000"/>
            <a:ext cx="4246412" cy="1207713"/>
            <a:chOff x="6448675" y="1098103"/>
            <a:chExt cx="5227387" cy="1207713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A3FC2A44-3E3B-4B28-8FB8-B8E5C413D822}"/>
                </a:ext>
              </a:extLst>
            </p:cNvPr>
            <p:cNvSpPr/>
            <p:nvPr/>
          </p:nvSpPr>
          <p:spPr>
            <a:xfrm>
              <a:off x="6448675" y="1098103"/>
              <a:ext cx="2520000" cy="28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灰框线 </a:t>
              </a:r>
              <a:r>
                <a:rPr lang="en-US" altLang="zh-CN" sz="900">
                  <a:solidFill>
                    <a:schemeClr val="tx1"/>
                  </a:solidFill>
                  <a:latin typeface="+mn-ea"/>
                </a:rPr>
                <a:t>- </a:t>
              </a:r>
              <a:r>
                <a:rPr lang="zh-CN" altLang="en-US" sz="900">
                  <a:solidFill>
                    <a:schemeClr val="tx1"/>
                  </a:solidFill>
                  <a:latin typeface="+mn-ea"/>
                </a:rPr>
                <a:t>白</a:t>
              </a: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填充</a:t>
              </a:r>
            </a:p>
          </p:txBody>
        </p:sp>
        <p:sp>
          <p:nvSpPr>
            <p:cNvPr id="94" name="Bevel 16">
              <a:extLst>
                <a:ext uri="{FF2B5EF4-FFF2-40B4-BE49-F238E27FC236}">
                  <a16:creationId xmlns:a16="http://schemas.microsoft.com/office/drawing/2014/main" id="{BEFA9BBD-E0DE-42EB-8CC7-2E07168A1F84}"/>
                </a:ext>
              </a:extLst>
            </p:cNvPr>
            <p:cNvSpPr/>
            <p:nvPr/>
          </p:nvSpPr>
          <p:spPr bwMode="auto">
            <a:xfrm>
              <a:off x="6448675" y="1557275"/>
              <a:ext cx="2520000" cy="288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900" dirty="0">
                  <a:latin typeface="+mn-ea"/>
                </a:rPr>
                <a:t>灰框线 </a:t>
              </a:r>
              <a:r>
                <a:rPr lang="en-US" altLang="zh-CN" sz="900">
                  <a:latin typeface="+mn-ea"/>
                </a:rPr>
                <a:t>– </a:t>
              </a:r>
              <a:r>
                <a:rPr lang="zh-CN" altLang="en-US" sz="900">
                  <a:latin typeface="+mn-ea"/>
                </a:rPr>
                <a:t>浅灰</a:t>
              </a:r>
              <a:r>
                <a:rPr lang="zh-CN" altLang="en-US" sz="900" dirty="0">
                  <a:latin typeface="+mn-ea"/>
                </a:rPr>
                <a:t>填充</a:t>
              </a:r>
            </a:p>
          </p:txBody>
        </p:sp>
        <p:sp>
          <p:nvSpPr>
            <p:cNvPr id="95" name="Bevel 16">
              <a:extLst>
                <a:ext uri="{FF2B5EF4-FFF2-40B4-BE49-F238E27FC236}">
                  <a16:creationId xmlns:a16="http://schemas.microsoft.com/office/drawing/2014/main" id="{7D88B70A-F709-4AA1-9029-E407F822D90C}"/>
                </a:ext>
              </a:extLst>
            </p:cNvPr>
            <p:cNvSpPr/>
            <p:nvPr/>
          </p:nvSpPr>
          <p:spPr bwMode="auto">
            <a:xfrm>
              <a:off x="6448675" y="2017816"/>
              <a:ext cx="2520000" cy="288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900" dirty="0">
                  <a:latin typeface="+mn-ea"/>
                </a:rPr>
                <a:t>灰框线 </a:t>
              </a:r>
              <a:r>
                <a:rPr lang="en-US" altLang="zh-CN" sz="900">
                  <a:latin typeface="+mn-ea"/>
                </a:rPr>
                <a:t>– </a:t>
              </a:r>
              <a:r>
                <a:rPr lang="zh-CN" altLang="en-US" sz="900">
                  <a:latin typeface="+mn-ea"/>
                </a:rPr>
                <a:t>灰</a:t>
              </a:r>
              <a:r>
                <a:rPr lang="zh-CN" altLang="en-US" sz="900" dirty="0">
                  <a:latin typeface="+mn-ea"/>
                </a:rPr>
                <a:t>填充</a:t>
              </a: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C44602D5-7DBF-4781-B53C-581647D3BA74}"/>
                </a:ext>
              </a:extLst>
            </p:cNvPr>
            <p:cNvSpPr/>
            <p:nvPr/>
          </p:nvSpPr>
          <p:spPr>
            <a:xfrm>
              <a:off x="9156062" y="1098103"/>
              <a:ext cx="2520000" cy="28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rgbClr val="C00000">
                  <a:alpha val="67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900" dirty="0">
                  <a:solidFill>
                    <a:srgbClr val="C00000"/>
                  </a:solidFill>
                  <a:latin typeface="+mn-ea"/>
                </a:rPr>
                <a:t>红框线 </a:t>
              </a:r>
              <a:r>
                <a:rPr lang="en-US" altLang="zh-CN" sz="900" dirty="0">
                  <a:solidFill>
                    <a:srgbClr val="C00000"/>
                  </a:solidFill>
                  <a:latin typeface="+mn-ea"/>
                </a:rPr>
                <a:t>- </a:t>
              </a:r>
              <a:r>
                <a:rPr lang="zh-CN" altLang="en-US" sz="900" dirty="0">
                  <a:solidFill>
                    <a:srgbClr val="C00000"/>
                  </a:solidFill>
                  <a:latin typeface="+mn-ea"/>
                </a:rPr>
                <a:t>白填充 </a:t>
              </a:r>
              <a:r>
                <a:rPr lang="en-US" altLang="zh-CN" sz="900" dirty="0">
                  <a:solidFill>
                    <a:srgbClr val="C00000"/>
                  </a:solidFill>
                  <a:latin typeface="+mn-ea"/>
                </a:rPr>
                <a:t>– </a:t>
              </a:r>
              <a:r>
                <a:rPr lang="zh-CN" altLang="en-US" sz="900" dirty="0">
                  <a:solidFill>
                    <a:srgbClr val="C00000"/>
                  </a:solidFill>
                  <a:latin typeface="+mn-ea"/>
                </a:rPr>
                <a:t>红字</a:t>
              </a:r>
            </a:p>
          </p:txBody>
        </p:sp>
        <p:sp>
          <p:nvSpPr>
            <p:cNvPr id="98" name="Bevel 16">
              <a:extLst>
                <a:ext uri="{FF2B5EF4-FFF2-40B4-BE49-F238E27FC236}">
                  <a16:creationId xmlns:a16="http://schemas.microsoft.com/office/drawing/2014/main" id="{13EF4200-5FFD-45EE-AB2B-BE0E3CDCCA52}"/>
                </a:ext>
              </a:extLst>
            </p:cNvPr>
            <p:cNvSpPr/>
            <p:nvPr/>
          </p:nvSpPr>
          <p:spPr bwMode="auto">
            <a:xfrm>
              <a:off x="9156062" y="1557275"/>
              <a:ext cx="2520000" cy="288000"/>
            </a:xfrm>
            <a:prstGeom prst="rect">
              <a:avLst/>
            </a:prstGeom>
            <a:gradFill>
              <a:gsLst>
                <a:gs pos="0">
                  <a:srgbClr val="FFEAE7"/>
                </a:gs>
                <a:gs pos="31000">
                  <a:srgbClr val="FFFFFF"/>
                </a:gs>
              </a:gsLst>
              <a:lin ang="3600000" scaled="0"/>
            </a:gradFill>
            <a:ln w="6350" cap="flat" cmpd="sng" algn="ctr">
              <a:solidFill>
                <a:srgbClr val="C00000">
                  <a:alpha val="67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900" dirty="0">
                  <a:solidFill>
                    <a:srgbClr val="C00000"/>
                  </a:solidFill>
                  <a:latin typeface="+mn-ea"/>
                </a:rPr>
                <a:t>红框线 </a:t>
              </a:r>
              <a:r>
                <a:rPr lang="en-US" altLang="zh-CN" sz="900" dirty="0">
                  <a:solidFill>
                    <a:srgbClr val="C00000"/>
                  </a:solidFill>
                  <a:latin typeface="+mn-ea"/>
                </a:rPr>
                <a:t>– </a:t>
              </a:r>
              <a:r>
                <a:rPr lang="zh-CN" altLang="en-US" sz="900" dirty="0">
                  <a:solidFill>
                    <a:srgbClr val="C00000"/>
                  </a:solidFill>
                  <a:latin typeface="+mn-ea"/>
                </a:rPr>
                <a:t>渐变填充</a:t>
              </a:r>
            </a:p>
          </p:txBody>
        </p:sp>
        <p:sp>
          <p:nvSpPr>
            <p:cNvPr id="97" name="Bevel 16">
              <a:extLst>
                <a:ext uri="{FF2B5EF4-FFF2-40B4-BE49-F238E27FC236}">
                  <a16:creationId xmlns:a16="http://schemas.microsoft.com/office/drawing/2014/main" id="{C5371AD0-1A79-46B0-98C1-19E282DD660C}"/>
                </a:ext>
              </a:extLst>
            </p:cNvPr>
            <p:cNvSpPr/>
            <p:nvPr/>
          </p:nvSpPr>
          <p:spPr bwMode="auto">
            <a:xfrm>
              <a:off x="9156062" y="2017816"/>
              <a:ext cx="2520000" cy="288000"/>
            </a:xfrm>
            <a:prstGeom prst="rect">
              <a:avLst/>
            </a:prstGeom>
            <a:solidFill>
              <a:srgbClr val="FFF5F3"/>
            </a:solidFill>
            <a:ln w="6350" cap="flat" cmpd="sng" algn="ctr">
              <a:solidFill>
                <a:srgbClr val="C00000">
                  <a:alpha val="54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90970" eaLnBrk="0" hangingPunct="0">
                <a:tabLst>
                  <a:tab pos="64945" algn="l"/>
                </a:tabLst>
              </a:pPr>
              <a:r>
                <a:rPr lang="zh-CN" altLang="en-US" sz="900" kern="0" dirty="0">
                  <a:solidFill>
                    <a:srgbClr val="C00000"/>
                  </a:solidFill>
                  <a:latin typeface="+mn-ea"/>
                  <a:cs typeface="Arial" pitchFamily="34" charset="0"/>
                </a:rPr>
                <a:t>红框线 </a:t>
              </a:r>
              <a:r>
                <a:rPr lang="en-US" altLang="zh-CN" sz="900" kern="0" dirty="0">
                  <a:solidFill>
                    <a:srgbClr val="C00000"/>
                  </a:solidFill>
                  <a:latin typeface="+mn-ea"/>
                  <a:cs typeface="Arial" pitchFamily="34" charset="0"/>
                </a:rPr>
                <a:t>– </a:t>
              </a:r>
              <a:r>
                <a:rPr lang="zh-CN" altLang="en-US" sz="900" kern="0" dirty="0">
                  <a:solidFill>
                    <a:srgbClr val="C00000"/>
                  </a:solidFill>
                  <a:latin typeface="+mn-ea"/>
                  <a:cs typeface="Arial" pitchFamily="34" charset="0"/>
                </a:rPr>
                <a:t>浅红橙填充</a:t>
              </a: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3D288DCD-E38E-44B4-8413-83A1BF023035}"/>
              </a:ext>
            </a:extLst>
          </p:cNvPr>
          <p:cNvGrpSpPr/>
          <p:nvPr/>
        </p:nvGrpSpPr>
        <p:grpSpPr>
          <a:xfrm>
            <a:off x="7429650" y="3740155"/>
            <a:ext cx="4248000" cy="572718"/>
            <a:chOff x="7429650" y="3074202"/>
            <a:chExt cx="4248000" cy="572718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091E6ED-8848-4C34-9EF5-FDF26EC863C3}"/>
                </a:ext>
              </a:extLst>
            </p:cNvPr>
            <p:cNvSpPr/>
            <p:nvPr/>
          </p:nvSpPr>
          <p:spPr>
            <a:xfrm>
              <a:off x="7429650" y="3214920"/>
              <a:ext cx="4248000" cy="432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20000"/>
                    <a:lumOff val="80000"/>
                    <a:alpha val="60000"/>
                  </a:schemeClr>
                </a:gs>
                <a:gs pos="95000">
                  <a:schemeClr val="bg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chemeClr val="bg1">
                      <a:lumMod val="40000"/>
                      <a:lumOff val="60000"/>
                    </a:schemeClr>
                  </a:gs>
                  <a:gs pos="95000">
                    <a:schemeClr val="bg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endPara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103" name="梯形 102">
              <a:extLst>
                <a:ext uri="{FF2B5EF4-FFF2-40B4-BE49-F238E27FC236}">
                  <a16:creationId xmlns:a16="http://schemas.microsoft.com/office/drawing/2014/main" id="{CCFC2153-5909-47EC-BDB8-A8892C7EFB23}"/>
                </a:ext>
              </a:extLst>
            </p:cNvPr>
            <p:cNvSpPr/>
            <p:nvPr/>
          </p:nvSpPr>
          <p:spPr>
            <a:xfrm>
              <a:off x="7429650" y="3074202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sp>
        <p:nvSpPr>
          <p:cNvPr id="104" name="梯形 103">
            <a:extLst>
              <a:ext uri="{FF2B5EF4-FFF2-40B4-BE49-F238E27FC236}">
                <a16:creationId xmlns:a16="http://schemas.microsoft.com/office/drawing/2014/main" id="{D7A80DC7-7477-41F0-B988-AE4ED79E1231}"/>
              </a:ext>
            </a:extLst>
          </p:cNvPr>
          <p:cNvSpPr/>
          <p:nvPr/>
        </p:nvSpPr>
        <p:spPr>
          <a:xfrm>
            <a:off x="7429650" y="5336389"/>
            <a:ext cx="4248000" cy="216000"/>
          </a:xfrm>
          <a:prstGeom prst="trapezoid">
            <a:avLst>
              <a:gd name="adj" fmla="val 200412"/>
            </a:avLst>
          </a:prstGeom>
          <a:gradFill flip="none" rotWithShape="1">
            <a:gsLst>
              <a:gs pos="0">
                <a:schemeClr val="tx2">
                  <a:lumMod val="95000"/>
                  <a:alpha val="60000"/>
                </a:schemeClr>
              </a:gs>
              <a:gs pos="96250">
                <a:schemeClr val="tx2">
                  <a:lumMod val="95000"/>
                  <a:alpha val="0"/>
                </a:schemeClr>
              </a:gs>
            </a:gsLst>
            <a:lin ang="16200000" scaled="1"/>
            <a:tileRect/>
          </a:gradFill>
          <a:ln w="6350" cap="flat" cmpd="sng" algn="ctr">
            <a:gradFill>
              <a:gsLst>
                <a:gs pos="4000">
                  <a:schemeClr val="bg1">
                    <a:lumMod val="40000"/>
                    <a:lumOff val="60000"/>
                    <a:alpha val="0"/>
                  </a:schemeClr>
                </a:gs>
                <a:gs pos="10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algn="ctr" defTabSz="359471">
              <a:defRPr/>
            </a:pPr>
            <a:endParaRPr lang="zh-CN" altLang="en-US" sz="900" kern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144F06EC-5297-4ED2-966F-2E3AD4BF660E}"/>
              </a:ext>
            </a:extLst>
          </p:cNvPr>
          <p:cNvGrpSpPr/>
          <p:nvPr/>
        </p:nvGrpSpPr>
        <p:grpSpPr>
          <a:xfrm>
            <a:off x="7429650" y="5777788"/>
            <a:ext cx="4248000" cy="295363"/>
            <a:chOff x="7429650" y="5561888"/>
            <a:chExt cx="4248000" cy="295363"/>
          </a:xfrm>
        </p:grpSpPr>
        <p:sp>
          <p:nvSpPr>
            <p:cNvPr id="106" name="梯形 105">
              <a:extLst>
                <a:ext uri="{FF2B5EF4-FFF2-40B4-BE49-F238E27FC236}">
                  <a16:creationId xmlns:a16="http://schemas.microsoft.com/office/drawing/2014/main" id="{83F17397-F6A3-442F-978E-6C073BA0E89B}"/>
                </a:ext>
              </a:extLst>
            </p:cNvPr>
            <p:cNvSpPr/>
            <p:nvPr/>
          </p:nvSpPr>
          <p:spPr>
            <a:xfrm>
              <a:off x="7429650" y="5641251"/>
              <a:ext cx="4248000" cy="216000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107" name="梯形 106">
              <a:extLst>
                <a:ext uri="{FF2B5EF4-FFF2-40B4-BE49-F238E27FC236}">
                  <a16:creationId xmlns:a16="http://schemas.microsoft.com/office/drawing/2014/main" id="{6C827E43-48A0-4E08-903B-C7ADDC9BA795}"/>
                </a:ext>
              </a:extLst>
            </p:cNvPr>
            <p:cNvSpPr/>
            <p:nvPr/>
          </p:nvSpPr>
          <p:spPr>
            <a:xfrm>
              <a:off x="7429650" y="5561888"/>
              <a:ext cx="4248000" cy="216000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6DDB3760-4B3C-48D9-A04E-FCE6D3C39474}"/>
              </a:ext>
            </a:extLst>
          </p:cNvPr>
          <p:cNvGrpSpPr/>
          <p:nvPr/>
        </p:nvGrpSpPr>
        <p:grpSpPr>
          <a:xfrm>
            <a:off x="7429650" y="4538272"/>
            <a:ext cx="4248000" cy="572718"/>
            <a:chOff x="7429650" y="4070457"/>
            <a:chExt cx="4248000" cy="572718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CDD7CA04-C7BA-4DBA-B2D7-60E43022DC14}"/>
                </a:ext>
              </a:extLst>
            </p:cNvPr>
            <p:cNvSpPr/>
            <p:nvPr/>
          </p:nvSpPr>
          <p:spPr>
            <a:xfrm>
              <a:off x="7429650" y="4211175"/>
              <a:ext cx="4248000" cy="432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endPara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110" name="梯形 109">
              <a:extLst>
                <a:ext uri="{FF2B5EF4-FFF2-40B4-BE49-F238E27FC236}">
                  <a16:creationId xmlns:a16="http://schemas.microsoft.com/office/drawing/2014/main" id="{C882BB02-5F70-49AD-81D0-DC8642CFE91C}"/>
                </a:ext>
              </a:extLst>
            </p:cNvPr>
            <p:cNvSpPr/>
            <p:nvPr/>
          </p:nvSpPr>
          <p:spPr>
            <a:xfrm>
              <a:off x="7429650" y="4070457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1C941A9D-16AD-4679-BDB8-7A0DBDD9E58A}"/>
              </a:ext>
            </a:extLst>
          </p:cNvPr>
          <p:cNvGrpSpPr/>
          <p:nvPr/>
        </p:nvGrpSpPr>
        <p:grpSpPr>
          <a:xfrm>
            <a:off x="3845955" y="1000678"/>
            <a:ext cx="3107484" cy="315745"/>
            <a:chOff x="-2218581" y="-2943967"/>
            <a:chExt cx="3816000" cy="315745"/>
          </a:xfrm>
        </p:grpSpPr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A1B05932-B69F-4774-9C9C-8A0CDF3607A6}"/>
                </a:ext>
              </a:extLst>
            </p:cNvPr>
            <p:cNvCxnSpPr/>
            <p:nvPr/>
          </p:nvCxnSpPr>
          <p:spPr>
            <a:xfrm>
              <a:off x="-2218581" y="-2943967"/>
              <a:ext cx="381600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424B41C-07AD-4B37-B177-907616B26D93}"/>
                </a:ext>
              </a:extLst>
            </p:cNvPr>
            <p:cNvCxnSpPr/>
            <p:nvPr/>
          </p:nvCxnSpPr>
          <p:spPr>
            <a:xfrm>
              <a:off x="-2218581" y="-2852078"/>
              <a:ext cx="3816000" cy="0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DC7AEAE-EEBF-46BF-B915-5C7991C54D50}"/>
                </a:ext>
              </a:extLst>
            </p:cNvPr>
            <p:cNvSpPr/>
            <p:nvPr/>
          </p:nvSpPr>
          <p:spPr>
            <a:xfrm>
              <a:off x="-882575" y="-2766721"/>
              <a:ext cx="121062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箭头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- 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黑色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– 0.5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磅</a:t>
              </a:r>
              <a:endParaRPr lang="en-US" altLang="zh-CN" sz="900" dirty="0">
                <a:latin typeface="+mn-ea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4B68795E-4856-4CB2-93EC-169CD0F4D204}"/>
              </a:ext>
            </a:extLst>
          </p:cNvPr>
          <p:cNvGrpSpPr/>
          <p:nvPr/>
        </p:nvGrpSpPr>
        <p:grpSpPr>
          <a:xfrm>
            <a:off x="3845955" y="1555375"/>
            <a:ext cx="3107484" cy="328505"/>
            <a:chOff x="-2218581" y="-2304111"/>
            <a:chExt cx="3816000" cy="328505"/>
          </a:xfrm>
        </p:grpSpPr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0D6F896A-EDB8-4E2C-A99B-1B9E8A9B4B14}"/>
                </a:ext>
              </a:extLst>
            </p:cNvPr>
            <p:cNvCxnSpPr/>
            <p:nvPr/>
          </p:nvCxnSpPr>
          <p:spPr>
            <a:xfrm>
              <a:off x="-2218581" y="-2212222"/>
              <a:ext cx="3816000" cy="0"/>
            </a:xfrm>
            <a:prstGeom prst="line">
              <a:avLst/>
            </a:prstGeom>
            <a:ln>
              <a:solidFill>
                <a:srgbClr val="C00000"/>
              </a:solidFill>
              <a:prstDash val="solid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94DE4E40-D05F-4E47-BEC0-CFD178B5F6D6}"/>
                </a:ext>
              </a:extLst>
            </p:cNvPr>
            <p:cNvCxnSpPr/>
            <p:nvPr/>
          </p:nvCxnSpPr>
          <p:spPr>
            <a:xfrm>
              <a:off x="-2218581" y="-2304111"/>
              <a:ext cx="3816000" cy="0"/>
            </a:xfrm>
            <a:prstGeom prst="line">
              <a:avLst/>
            </a:prstGeom>
            <a:ln>
              <a:solidFill>
                <a:srgbClr val="C00000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622CF5A2-9B5C-4E65-A8F7-F61F929B3A4B}"/>
                </a:ext>
              </a:extLst>
            </p:cNvPr>
            <p:cNvSpPr/>
            <p:nvPr/>
          </p:nvSpPr>
          <p:spPr>
            <a:xfrm>
              <a:off x="-882575" y="-2114105"/>
              <a:ext cx="121062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箭头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- 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红色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– 0.5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磅</a:t>
              </a:r>
              <a:endParaRPr lang="en-US" altLang="zh-CN" sz="900" dirty="0">
                <a:latin typeface="+mn-ea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8026F01F-DA8A-40CB-8F3F-D0C3495F24FD}"/>
              </a:ext>
            </a:extLst>
          </p:cNvPr>
          <p:cNvGrpSpPr/>
          <p:nvPr/>
        </p:nvGrpSpPr>
        <p:grpSpPr>
          <a:xfrm>
            <a:off x="3845955" y="2122832"/>
            <a:ext cx="3107484" cy="315745"/>
            <a:chOff x="1875954" y="-2943967"/>
            <a:chExt cx="3816000" cy="315745"/>
          </a:xfrm>
        </p:grpSpPr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FA4BD56B-7AD6-492B-82B1-DF4F4183FFC2}"/>
                </a:ext>
              </a:extLst>
            </p:cNvPr>
            <p:cNvCxnSpPr/>
            <p:nvPr/>
          </p:nvCxnSpPr>
          <p:spPr>
            <a:xfrm>
              <a:off x="1875954" y="-2852078"/>
              <a:ext cx="3816000" cy="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B9974D41-4C7D-4A95-BCD2-FE20215725D1}"/>
                </a:ext>
              </a:extLst>
            </p:cNvPr>
            <p:cNvCxnSpPr/>
            <p:nvPr/>
          </p:nvCxnSpPr>
          <p:spPr>
            <a:xfrm>
              <a:off x="1875954" y="-2943967"/>
              <a:ext cx="3816000" cy="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04410CA8-CA97-40BC-8F72-8BC9F6113699}"/>
                </a:ext>
              </a:extLst>
            </p:cNvPr>
            <p:cNvSpPr/>
            <p:nvPr/>
          </p:nvSpPr>
          <p:spPr>
            <a:xfrm>
              <a:off x="2920624" y="-2766721"/>
              <a:ext cx="1793297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连接线、虚线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– 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灰色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– 0.5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磅</a:t>
              </a:r>
              <a:endParaRPr lang="en-US" altLang="zh-CN" sz="900" dirty="0">
                <a:latin typeface="+mn-ea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84CA147-8B60-41E4-93D8-33A39410CBD4}"/>
              </a:ext>
            </a:extLst>
          </p:cNvPr>
          <p:cNvGrpSpPr/>
          <p:nvPr/>
        </p:nvGrpSpPr>
        <p:grpSpPr>
          <a:xfrm>
            <a:off x="3845955" y="2677528"/>
            <a:ext cx="3107484" cy="328505"/>
            <a:chOff x="4013892" y="-785167"/>
            <a:chExt cx="3816000" cy="328505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783CBC1E-88C0-4E26-A8CE-37913FCF7B96}"/>
                </a:ext>
              </a:extLst>
            </p:cNvPr>
            <p:cNvSpPr/>
            <p:nvPr/>
          </p:nvSpPr>
          <p:spPr>
            <a:xfrm>
              <a:off x="5058563" y="-595161"/>
              <a:ext cx="1793297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连接线、虚线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– 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黑色 </a:t>
              </a:r>
              <a:r>
                <a:rPr lang="en-US" altLang="zh-CN" sz="900" dirty="0">
                  <a:latin typeface="+mn-ea"/>
                  <a:cs typeface="Huawei Sans Bold" panose="020C0803030203020204" pitchFamily="34" charset="0"/>
                </a:rPr>
                <a:t>– 0.5</a:t>
              </a:r>
              <a:r>
                <a:rPr lang="zh-CN" altLang="en-US" sz="900" dirty="0">
                  <a:latin typeface="+mn-ea"/>
                  <a:cs typeface="Huawei Sans Bold" panose="020C0803030203020204" pitchFamily="34" charset="0"/>
                </a:rPr>
                <a:t>磅</a:t>
              </a:r>
              <a:endParaRPr lang="en-US" altLang="zh-CN" sz="900" dirty="0">
                <a:latin typeface="+mn-ea"/>
                <a:cs typeface="Huawei Sans Bold" panose="020C0803030203020204" pitchFamily="34" charset="0"/>
              </a:endParaRPr>
            </a:p>
          </p:txBody>
        </p: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BBC62349-D829-4B2B-9974-5E3A32939190}"/>
                </a:ext>
              </a:extLst>
            </p:cNvPr>
            <p:cNvCxnSpPr/>
            <p:nvPr/>
          </p:nvCxnSpPr>
          <p:spPr>
            <a:xfrm>
              <a:off x="4013892" y="-693278"/>
              <a:ext cx="3816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AABB5410-6537-41F0-A767-A32BCEDDAC99}"/>
                </a:ext>
              </a:extLst>
            </p:cNvPr>
            <p:cNvCxnSpPr/>
            <p:nvPr/>
          </p:nvCxnSpPr>
          <p:spPr>
            <a:xfrm>
              <a:off x="4013892" y="-785167"/>
              <a:ext cx="3816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矩形 131">
            <a:extLst>
              <a:ext uri="{FF2B5EF4-FFF2-40B4-BE49-F238E27FC236}">
                <a16:creationId xmlns:a16="http://schemas.microsoft.com/office/drawing/2014/main" id="{060950F4-662C-4822-9B5B-41609AB4F2FD}"/>
              </a:ext>
            </a:extLst>
          </p:cNvPr>
          <p:cNvSpPr/>
          <p:nvPr/>
        </p:nvSpPr>
        <p:spPr>
          <a:xfrm>
            <a:off x="517525" y="908999"/>
            <a:ext cx="2880000" cy="5254183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828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3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卡片形状轮廓多以浅灰框、深灰框、红色框为主；形状填充多以纯白、浅灰、红色为主。线框粗细多使用</a:t>
            </a:r>
            <a:r>
              <a:rPr lang="en-US" altLang="zh-CN" sz="1000" dirty="0">
                <a:solidFill>
                  <a:srgbClr val="C00000"/>
                </a:solidFill>
                <a:latin typeface="+mn-ea"/>
              </a:rPr>
              <a:t>0.5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磅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，除特殊需要，尽量不使用其他粗细。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30000"/>
              </a:lnSpc>
              <a:spcAft>
                <a:spcPts val="18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3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箭头线、连接线、分割线等线条类元素，为保证统一性，尽量使用</a:t>
            </a:r>
            <a:r>
              <a:rPr lang="en-US" altLang="zh-CN" sz="1000" dirty="0">
                <a:solidFill>
                  <a:srgbClr val="C00000"/>
                </a:solidFill>
                <a:latin typeface="+mn-ea"/>
              </a:rPr>
              <a:t>0.5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磅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宽度的线条，箭头连接类型尽量参考右侧样式，箭头大小一般选最小。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30000"/>
              </a:lnSpc>
              <a:spcAft>
                <a:spcPts val="18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3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其他线性元素，多使用</a:t>
            </a:r>
            <a:r>
              <a:rPr lang="en-US" altLang="zh-CN" sz="1000" dirty="0">
                <a:solidFill>
                  <a:srgbClr val="C00000"/>
                </a:solidFill>
                <a:latin typeface="+mn-ea"/>
              </a:rPr>
              <a:t>0.5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磅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宽度的线条呈现，描边使用不同程度的灰色、黑色、或红色，填充一般使用不同程度的灰色、或渐变灰色和红色，具体使用方式可参考右侧样例。</a:t>
            </a:r>
            <a:endParaRPr lang="en-US" altLang="zh-CN" sz="10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4B8E414C-193B-4E84-A95A-45620A3ED9A7}"/>
              </a:ext>
            </a:extLst>
          </p:cNvPr>
          <p:cNvSpPr/>
          <p:nvPr/>
        </p:nvSpPr>
        <p:spPr>
          <a:xfrm>
            <a:off x="520701" y="909000"/>
            <a:ext cx="2880000" cy="216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2845544F-04D0-4F77-AD49-3D6A36C6A092}"/>
              </a:ext>
            </a:extLst>
          </p:cNvPr>
          <p:cNvGrpSpPr/>
          <p:nvPr/>
        </p:nvGrpSpPr>
        <p:grpSpPr>
          <a:xfrm>
            <a:off x="7429650" y="2659101"/>
            <a:ext cx="1048861" cy="1048861"/>
            <a:chOff x="10073820" y="1360925"/>
            <a:chExt cx="1295494" cy="1295494"/>
          </a:xfrm>
        </p:grpSpPr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2DA23243-5B84-4863-A519-7F15676226B7}"/>
                </a:ext>
              </a:extLst>
            </p:cNvPr>
            <p:cNvSpPr/>
            <p:nvPr/>
          </p:nvSpPr>
          <p:spPr>
            <a:xfrm>
              <a:off x="10073820" y="1360925"/>
              <a:ext cx="1295494" cy="1295494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57" tIns="47927" rIns="95857" bIns="47927" numCol="1" anchor="t" anchorCtr="0" compatLnSpc="1"/>
            <a:lstStyle/>
            <a:p>
              <a:pPr marL="0" marR="0" lvl="0" indent="0" defTabSz="12182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6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7F7A07C3-4E7A-4D2B-99B0-54A514905FBA}"/>
                </a:ext>
              </a:extLst>
            </p:cNvPr>
            <p:cNvSpPr/>
            <p:nvPr/>
          </p:nvSpPr>
          <p:spPr>
            <a:xfrm>
              <a:off x="10127567" y="1414672"/>
              <a:ext cx="1188000" cy="1188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57" tIns="47927" rIns="95857" bIns="47927" numCol="1" anchor="t" anchorCtr="0" compatLnSpc="1"/>
            <a:lstStyle/>
            <a:p>
              <a:pPr marL="0" marR="0" lvl="0" indent="0" defTabSz="12182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6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724A9B36-CE62-4A74-BD18-9CD60A1E2649}"/>
                </a:ext>
              </a:extLst>
            </p:cNvPr>
            <p:cNvSpPr/>
            <p:nvPr/>
          </p:nvSpPr>
          <p:spPr>
            <a:xfrm>
              <a:off x="10517269" y="2133869"/>
              <a:ext cx="429647" cy="19007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38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Huawei Sans" panose="020C0503030203020204" pitchFamily="34" charset="0"/>
                </a:rPr>
                <a:t>ARPU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Huawei Sans" panose="020C0503030203020204" pitchFamily="34" charset="0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1FF7503E-EC49-47E1-8B78-81114035C923}"/>
                </a:ext>
              </a:extLst>
            </p:cNvPr>
            <p:cNvSpPr/>
            <p:nvPr/>
          </p:nvSpPr>
          <p:spPr>
            <a:xfrm>
              <a:off x="10274411" y="1756269"/>
              <a:ext cx="681179" cy="341975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338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799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Huawei Sans Bold" panose="020C0803030203020204" pitchFamily="34" charset="0"/>
                </a:rPr>
                <a:t>30%</a:t>
              </a:r>
            </a:p>
          </p:txBody>
        </p:sp>
        <p:sp>
          <p:nvSpPr>
            <p:cNvPr id="146" name="Freeform 139">
              <a:extLst>
                <a:ext uri="{FF2B5EF4-FFF2-40B4-BE49-F238E27FC236}">
                  <a16:creationId xmlns:a16="http://schemas.microsoft.com/office/drawing/2014/main" id="{3A3376DF-91F5-492A-AC0E-C8E5D9D5D304}"/>
                </a:ext>
              </a:extLst>
            </p:cNvPr>
            <p:cNvSpPr/>
            <p:nvPr/>
          </p:nvSpPr>
          <p:spPr>
            <a:xfrm rot="16200000">
              <a:off x="10828022" y="1824996"/>
              <a:ext cx="442950" cy="211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514" y="18418"/>
                  </a:moveTo>
                  <a:lnTo>
                    <a:pt x="15191" y="18192"/>
                  </a:lnTo>
                  <a:lnTo>
                    <a:pt x="13891" y="17770"/>
                  </a:lnTo>
                  <a:lnTo>
                    <a:pt x="12636" y="17179"/>
                  </a:lnTo>
                  <a:lnTo>
                    <a:pt x="11427" y="16390"/>
                  </a:lnTo>
                  <a:lnTo>
                    <a:pt x="10241" y="15489"/>
                  </a:lnTo>
                  <a:lnTo>
                    <a:pt x="9124" y="14503"/>
                  </a:lnTo>
                  <a:lnTo>
                    <a:pt x="8029" y="13377"/>
                  </a:lnTo>
                  <a:lnTo>
                    <a:pt x="7002" y="12166"/>
                  </a:lnTo>
                  <a:lnTo>
                    <a:pt x="6022" y="10899"/>
                  </a:lnTo>
                  <a:lnTo>
                    <a:pt x="5086" y="9603"/>
                  </a:lnTo>
                  <a:lnTo>
                    <a:pt x="4197" y="8251"/>
                  </a:lnTo>
                  <a:lnTo>
                    <a:pt x="3353" y="6928"/>
                  </a:lnTo>
                  <a:lnTo>
                    <a:pt x="2577" y="5632"/>
                  </a:lnTo>
                  <a:lnTo>
                    <a:pt x="2281" y="5069"/>
                  </a:lnTo>
                  <a:lnTo>
                    <a:pt x="1962" y="4450"/>
                  </a:lnTo>
                  <a:lnTo>
                    <a:pt x="1665" y="3802"/>
                  </a:lnTo>
                  <a:lnTo>
                    <a:pt x="1026" y="2450"/>
                  </a:lnTo>
                  <a:lnTo>
                    <a:pt x="753" y="1831"/>
                  </a:lnTo>
                  <a:lnTo>
                    <a:pt x="525" y="1211"/>
                  </a:lnTo>
                  <a:lnTo>
                    <a:pt x="319" y="732"/>
                  </a:lnTo>
                  <a:lnTo>
                    <a:pt x="160" y="338"/>
                  </a:lnTo>
                  <a:lnTo>
                    <a:pt x="68" y="56"/>
                  </a:lnTo>
                  <a:lnTo>
                    <a:pt x="0" y="0"/>
                  </a:lnTo>
                  <a:lnTo>
                    <a:pt x="68" y="56"/>
                  </a:lnTo>
                  <a:lnTo>
                    <a:pt x="182" y="225"/>
                  </a:lnTo>
                  <a:lnTo>
                    <a:pt x="365" y="479"/>
                  </a:lnTo>
                  <a:lnTo>
                    <a:pt x="570" y="817"/>
                  </a:lnTo>
                  <a:lnTo>
                    <a:pt x="821" y="1183"/>
                  </a:lnTo>
                  <a:lnTo>
                    <a:pt x="1095" y="1605"/>
                  </a:lnTo>
                  <a:lnTo>
                    <a:pt x="1642" y="2337"/>
                  </a:lnTo>
                  <a:lnTo>
                    <a:pt x="1848" y="2675"/>
                  </a:lnTo>
                  <a:lnTo>
                    <a:pt x="2805" y="4027"/>
                  </a:lnTo>
                  <a:lnTo>
                    <a:pt x="3878" y="5323"/>
                  </a:lnTo>
                  <a:lnTo>
                    <a:pt x="5018" y="6590"/>
                  </a:lnTo>
                  <a:lnTo>
                    <a:pt x="6227" y="7744"/>
                  </a:lnTo>
                  <a:lnTo>
                    <a:pt x="7550" y="8871"/>
                  </a:lnTo>
                  <a:lnTo>
                    <a:pt x="8941" y="9828"/>
                  </a:lnTo>
                  <a:lnTo>
                    <a:pt x="10355" y="10701"/>
                  </a:lnTo>
                  <a:lnTo>
                    <a:pt x="11838" y="11349"/>
                  </a:lnTo>
                  <a:lnTo>
                    <a:pt x="13389" y="11884"/>
                  </a:lnTo>
                  <a:lnTo>
                    <a:pt x="14963" y="12222"/>
                  </a:lnTo>
                  <a:lnTo>
                    <a:pt x="16514" y="12335"/>
                  </a:lnTo>
                  <a:lnTo>
                    <a:pt x="16514" y="9124"/>
                  </a:lnTo>
                  <a:lnTo>
                    <a:pt x="21600" y="15320"/>
                  </a:lnTo>
                  <a:lnTo>
                    <a:pt x="16514" y="21600"/>
                  </a:lnTo>
                  <a:lnTo>
                    <a:pt x="16514" y="18418"/>
                  </a:lnTo>
                  <a:close/>
                </a:path>
              </a:pathLst>
            </a:custGeom>
            <a:gradFill>
              <a:gsLst>
                <a:gs pos="0">
                  <a:srgbClr val="C00000">
                    <a:alpha val="0"/>
                  </a:srgbClr>
                </a:gs>
                <a:gs pos="60000">
                  <a:srgbClr val="C00000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01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Arial" pitchFamily="34" charset="0"/>
                <a:sym typeface="Huawei Sans"/>
              </a:endParaRPr>
            </a:p>
          </p:txBody>
        </p:sp>
      </p:grpSp>
      <p:sp>
        <p:nvSpPr>
          <p:cNvPr id="147" name="箭头: 上 18">
            <a:extLst>
              <a:ext uri="{FF2B5EF4-FFF2-40B4-BE49-F238E27FC236}">
                <a16:creationId xmlns:a16="http://schemas.microsoft.com/office/drawing/2014/main" id="{719EF0D4-FA28-4986-960A-DC52DF71E410}"/>
              </a:ext>
            </a:extLst>
          </p:cNvPr>
          <p:cNvSpPr/>
          <p:nvPr/>
        </p:nvSpPr>
        <p:spPr>
          <a:xfrm rot="12406169" flipH="1" flipV="1">
            <a:off x="9325932" y="3177683"/>
            <a:ext cx="186069" cy="274658"/>
          </a:xfrm>
          <a:custGeom>
            <a:avLst/>
            <a:gdLst>
              <a:gd name="connsiteX0" fmla="*/ 0 w 176913"/>
              <a:gd name="connsiteY0" fmla="*/ 180457 h 627888"/>
              <a:gd name="connsiteX1" fmla="*/ 88457 w 176913"/>
              <a:gd name="connsiteY1" fmla="*/ 0 h 627888"/>
              <a:gd name="connsiteX2" fmla="*/ 176913 w 176913"/>
              <a:gd name="connsiteY2" fmla="*/ 180457 h 627888"/>
              <a:gd name="connsiteX3" fmla="*/ 132685 w 176913"/>
              <a:gd name="connsiteY3" fmla="*/ 180457 h 627888"/>
              <a:gd name="connsiteX4" fmla="*/ 132685 w 176913"/>
              <a:gd name="connsiteY4" fmla="*/ 627888 h 627888"/>
              <a:gd name="connsiteX5" fmla="*/ 44228 w 176913"/>
              <a:gd name="connsiteY5" fmla="*/ 627888 h 627888"/>
              <a:gd name="connsiteX6" fmla="*/ 44228 w 176913"/>
              <a:gd name="connsiteY6" fmla="*/ 180457 h 627888"/>
              <a:gd name="connsiteX7" fmla="*/ 0 w 176913"/>
              <a:gd name="connsiteY7" fmla="*/ 180457 h 627888"/>
              <a:gd name="connsiteX0" fmla="*/ 71150 w 248063"/>
              <a:gd name="connsiteY0" fmla="*/ 180457 h 1433703"/>
              <a:gd name="connsiteX1" fmla="*/ 159607 w 248063"/>
              <a:gd name="connsiteY1" fmla="*/ 0 h 1433703"/>
              <a:gd name="connsiteX2" fmla="*/ 248063 w 248063"/>
              <a:gd name="connsiteY2" fmla="*/ 180457 h 1433703"/>
              <a:gd name="connsiteX3" fmla="*/ 203835 w 248063"/>
              <a:gd name="connsiteY3" fmla="*/ 180457 h 1433703"/>
              <a:gd name="connsiteX4" fmla="*/ 0 w 248063"/>
              <a:gd name="connsiteY4" fmla="*/ 1433703 h 1433703"/>
              <a:gd name="connsiteX5" fmla="*/ 115378 w 248063"/>
              <a:gd name="connsiteY5" fmla="*/ 627888 h 1433703"/>
              <a:gd name="connsiteX6" fmla="*/ 115378 w 248063"/>
              <a:gd name="connsiteY6" fmla="*/ 180457 h 1433703"/>
              <a:gd name="connsiteX7" fmla="*/ 71150 w 248063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934718"/>
              <a:gd name="connsiteX1" fmla="*/ 242349 w 330805"/>
              <a:gd name="connsiteY1" fmla="*/ 0 h 1934718"/>
              <a:gd name="connsiteX2" fmla="*/ 330805 w 330805"/>
              <a:gd name="connsiteY2" fmla="*/ 180457 h 1934718"/>
              <a:gd name="connsiteX3" fmla="*/ 286577 w 330805"/>
              <a:gd name="connsiteY3" fmla="*/ 180457 h 1934718"/>
              <a:gd name="connsiteX4" fmla="*/ 52262 w 330805"/>
              <a:gd name="connsiteY4" fmla="*/ 1934718 h 1934718"/>
              <a:gd name="connsiteX5" fmla="*/ 0 w 330805"/>
              <a:gd name="connsiteY5" fmla="*/ 1433703 h 1934718"/>
              <a:gd name="connsiteX6" fmla="*/ 198120 w 330805"/>
              <a:gd name="connsiteY6" fmla="*/ 180457 h 1934718"/>
              <a:gd name="connsiteX7" fmla="*/ 153892 w 330805"/>
              <a:gd name="connsiteY7" fmla="*/ 180457 h 193471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1079722 w 1256635"/>
              <a:gd name="connsiteY0" fmla="*/ 180457 h 2892933"/>
              <a:gd name="connsiteX1" fmla="*/ 1168179 w 1256635"/>
              <a:gd name="connsiteY1" fmla="*/ 0 h 2892933"/>
              <a:gd name="connsiteX2" fmla="*/ 1256635 w 1256635"/>
              <a:gd name="connsiteY2" fmla="*/ 180457 h 2892933"/>
              <a:gd name="connsiteX3" fmla="*/ 1212407 w 1256635"/>
              <a:gd name="connsiteY3" fmla="*/ 180457 h 2892933"/>
              <a:gd name="connsiteX4" fmla="*/ 856172 w 1256635"/>
              <a:gd name="connsiteY4" fmla="*/ 2132838 h 2892933"/>
              <a:gd name="connsiteX5" fmla="*/ 0 w 1256635"/>
              <a:gd name="connsiteY5" fmla="*/ 2892933 h 2892933"/>
              <a:gd name="connsiteX6" fmla="*/ 1123950 w 1256635"/>
              <a:gd name="connsiteY6" fmla="*/ 180457 h 2892933"/>
              <a:gd name="connsiteX7" fmla="*/ 1079722 w 1256635"/>
              <a:gd name="connsiteY7" fmla="*/ 180457 h 289293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424303"/>
              <a:gd name="connsiteX1" fmla="*/ 779559 w 868015"/>
              <a:gd name="connsiteY1" fmla="*/ 0 h 2424303"/>
              <a:gd name="connsiteX2" fmla="*/ 868015 w 868015"/>
              <a:gd name="connsiteY2" fmla="*/ 180457 h 2424303"/>
              <a:gd name="connsiteX3" fmla="*/ 823787 w 868015"/>
              <a:gd name="connsiteY3" fmla="*/ 180457 h 2424303"/>
              <a:gd name="connsiteX4" fmla="*/ 216092 w 868015"/>
              <a:gd name="connsiteY4" fmla="*/ 2418588 h 2424303"/>
              <a:gd name="connsiteX5" fmla="*/ 0 w 868015"/>
              <a:gd name="connsiteY5" fmla="*/ 2424303 h 2424303"/>
              <a:gd name="connsiteX6" fmla="*/ 735330 w 868015"/>
              <a:gd name="connsiteY6" fmla="*/ 180457 h 2424303"/>
              <a:gd name="connsiteX7" fmla="*/ 691102 w 868015"/>
              <a:gd name="connsiteY7" fmla="*/ 180457 h 2424303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8015" h="2529078">
                <a:moveTo>
                  <a:pt x="691102" y="180457"/>
                </a:moveTo>
                <a:lnTo>
                  <a:pt x="779559" y="0"/>
                </a:lnTo>
                <a:lnTo>
                  <a:pt x="868015" y="180457"/>
                </a:lnTo>
                <a:lnTo>
                  <a:pt x="823787" y="180457"/>
                </a:lnTo>
                <a:cubicBezTo>
                  <a:pt x="805372" y="1297341"/>
                  <a:pt x="432627" y="2115139"/>
                  <a:pt x="197042" y="2529078"/>
                </a:cubicBezTo>
                <a:lnTo>
                  <a:pt x="0" y="2424303"/>
                </a:lnTo>
                <a:cubicBezTo>
                  <a:pt x="462280" y="1732234"/>
                  <a:pt x="709295" y="988731"/>
                  <a:pt x="735330" y="180457"/>
                </a:cubicBezTo>
                <a:lnTo>
                  <a:pt x="691102" y="180457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93000">
                <a:srgbClr val="C00000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48" name="灰色箭头">
            <a:extLst>
              <a:ext uri="{FF2B5EF4-FFF2-40B4-BE49-F238E27FC236}">
                <a16:creationId xmlns:a16="http://schemas.microsoft.com/office/drawing/2014/main" id="{7E672CFB-E264-41F0-9FC9-948C1CD70ED4}"/>
              </a:ext>
            </a:extLst>
          </p:cNvPr>
          <p:cNvSpPr/>
          <p:nvPr/>
        </p:nvSpPr>
        <p:spPr>
          <a:xfrm rot="5400000">
            <a:off x="6215165" y="4060600"/>
            <a:ext cx="297504" cy="174199"/>
          </a:xfrm>
          <a:prstGeom prst="flowChartExtract">
            <a:avLst/>
          </a:prstGeom>
          <a:gradFill flip="none" rotWithShape="1">
            <a:gsLst>
              <a:gs pos="0">
                <a:schemeClr val="bg1">
                  <a:lumMod val="60000"/>
                  <a:lumOff val="40000"/>
                </a:schemeClr>
              </a:gs>
              <a:gs pos="100000">
                <a:schemeClr val="bg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 w="6350" cap="flat" cmpd="sng" algn="ctr">
            <a:gradFill>
              <a:gsLst>
                <a:gs pos="0">
                  <a:schemeClr val="bg1">
                    <a:lumMod val="60000"/>
                    <a:lumOff val="40000"/>
                  </a:schemeClr>
                </a:gs>
                <a:gs pos="100000">
                  <a:schemeClr val="bg1">
                    <a:lumMod val="40000"/>
                    <a:lumOff val="60000"/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rot="0" spcFirstLastPara="0" vert="horz" wrap="none" lIns="90000" tIns="46800" rIns="90000" bIns="4680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9624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9184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08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8432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97993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37617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77241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16801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91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54466401-3D42-4A4B-9838-81B349D3E09B}"/>
              </a:ext>
            </a:extLst>
          </p:cNvPr>
          <p:cNvGrpSpPr/>
          <p:nvPr/>
        </p:nvGrpSpPr>
        <p:grpSpPr>
          <a:xfrm>
            <a:off x="5372403" y="3998947"/>
            <a:ext cx="275161" cy="297504"/>
            <a:chOff x="5937782" y="3978482"/>
            <a:chExt cx="275161" cy="297504"/>
          </a:xfrm>
        </p:grpSpPr>
        <p:sp>
          <p:nvSpPr>
            <p:cNvPr id="150" name="流程图: 摘录 149">
              <a:extLst>
                <a:ext uri="{FF2B5EF4-FFF2-40B4-BE49-F238E27FC236}">
                  <a16:creationId xmlns:a16="http://schemas.microsoft.com/office/drawing/2014/main" id="{B59C6F29-BC00-42A6-A358-20B07B325901}"/>
                </a:ext>
              </a:extLst>
            </p:cNvPr>
            <p:cNvSpPr/>
            <p:nvPr/>
          </p:nvSpPr>
          <p:spPr>
            <a:xfrm rot="5400000" flipH="1">
              <a:off x="5977092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chemeClr val="bg1">
                    <a:lumMod val="40000"/>
                    <a:lumOff val="60000"/>
                    <a:alpha val="30000"/>
                  </a:schemeClr>
                </a:gs>
                <a:gs pos="0">
                  <a:schemeClr val="bg1">
                    <a:lumMod val="40000"/>
                    <a:lumOff val="60000"/>
                  </a:schemeClr>
                </a:gs>
                <a:gs pos="73000">
                  <a:schemeClr val="bg1">
                    <a:lumMod val="40000"/>
                    <a:lumOff val="60000"/>
                    <a:alpha val="3000"/>
                  </a:scheme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chemeClr val="bg1">
                      <a:lumMod val="40000"/>
                      <a:lumOff val="60000"/>
                    </a:schemeClr>
                  </a:gs>
                  <a:gs pos="94000">
                    <a:schemeClr val="bg1">
                      <a:lumMod val="40000"/>
                      <a:lumOff val="60000"/>
                      <a:alpha val="0"/>
                    </a:scheme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635">
                <a:solidFill>
                  <a:srgbClr val="666666"/>
                </a:solidFill>
                <a:latin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1" name="流程图: 摘录 150">
              <a:extLst>
                <a:ext uri="{FF2B5EF4-FFF2-40B4-BE49-F238E27FC236}">
                  <a16:creationId xmlns:a16="http://schemas.microsoft.com/office/drawing/2014/main" id="{ED86BCC9-143C-4836-AB44-8CD186EBA6AD}"/>
                </a:ext>
              </a:extLst>
            </p:cNvPr>
            <p:cNvSpPr/>
            <p:nvPr/>
          </p:nvSpPr>
          <p:spPr>
            <a:xfrm rot="5400000" flipH="1">
              <a:off x="5876130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chemeClr val="bg1">
                    <a:lumMod val="40000"/>
                    <a:lumOff val="60000"/>
                    <a:alpha val="30000"/>
                  </a:schemeClr>
                </a:gs>
                <a:gs pos="0">
                  <a:schemeClr val="bg1">
                    <a:lumMod val="40000"/>
                    <a:lumOff val="60000"/>
                  </a:schemeClr>
                </a:gs>
                <a:gs pos="73000">
                  <a:schemeClr val="bg1">
                    <a:lumMod val="40000"/>
                    <a:lumOff val="60000"/>
                    <a:alpha val="3000"/>
                  </a:scheme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chemeClr val="bg1">
                      <a:lumMod val="40000"/>
                      <a:lumOff val="60000"/>
                    </a:schemeClr>
                  </a:gs>
                  <a:gs pos="94000">
                    <a:schemeClr val="bg1">
                      <a:lumMod val="40000"/>
                      <a:lumOff val="60000"/>
                      <a:alpha val="0"/>
                    </a:scheme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35">
                <a:solidFill>
                  <a:srgbClr val="666666"/>
                </a:solidFill>
                <a:latin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CFECCE79-511C-42C1-9C34-3ED2D7C758FE}"/>
              </a:ext>
            </a:extLst>
          </p:cNvPr>
          <p:cNvGrpSpPr/>
          <p:nvPr/>
        </p:nvGrpSpPr>
        <p:grpSpPr>
          <a:xfrm>
            <a:off x="6678544" y="4048455"/>
            <a:ext cx="263412" cy="198488"/>
            <a:chOff x="2641706" y="4970995"/>
            <a:chExt cx="288847" cy="217654"/>
          </a:xfrm>
        </p:grpSpPr>
        <p:sp>
          <p:nvSpPr>
            <p:cNvPr id="153" name="箭头: V 形 406">
              <a:extLst>
                <a:ext uri="{FF2B5EF4-FFF2-40B4-BE49-F238E27FC236}">
                  <a16:creationId xmlns:a16="http://schemas.microsoft.com/office/drawing/2014/main" id="{6B3AE01F-A680-4425-8569-0F98676C52A2}"/>
                </a:ext>
              </a:extLst>
            </p:cNvPr>
            <p:cNvSpPr/>
            <p:nvPr/>
          </p:nvSpPr>
          <p:spPr>
            <a:xfrm>
              <a:off x="2758071" y="4970995"/>
              <a:ext cx="172482" cy="217654"/>
            </a:xfrm>
            <a:prstGeom prst="chevron">
              <a:avLst>
                <a:gd name="adj" fmla="val 64512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endParaRPr lang="zh-CN" altLang="en-US" sz="1798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154" name="箭头: V 形 405">
              <a:extLst>
                <a:ext uri="{FF2B5EF4-FFF2-40B4-BE49-F238E27FC236}">
                  <a16:creationId xmlns:a16="http://schemas.microsoft.com/office/drawing/2014/main" id="{1A138209-FC30-4566-B946-CEBDBF5016C3}"/>
                </a:ext>
              </a:extLst>
            </p:cNvPr>
            <p:cNvSpPr/>
            <p:nvPr/>
          </p:nvSpPr>
          <p:spPr>
            <a:xfrm>
              <a:off x="2641706" y="4970995"/>
              <a:ext cx="172482" cy="217654"/>
            </a:xfrm>
            <a:prstGeom prst="chevron">
              <a:avLst>
                <a:gd name="adj" fmla="val 64512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endParaRPr lang="zh-CN" altLang="en-US" sz="1798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sp>
        <p:nvSpPr>
          <p:cNvPr id="168" name="椭圆 167">
            <a:extLst>
              <a:ext uri="{FF2B5EF4-FFF2-40B4-BE49-F238E27FC236}">
                <a16:creationId xmlns:a16="http://schemas.microsoft.com/office/drawing/2014/main" id="{3DFBBE5B-3B75-439B-AE52-A24E187CC3D6}"/>
              </a:ext>
            </a:extLst>
          </p:cNvPr>
          <p:cNvSpPr/>
          <p:nvPr/>
        </p:nvSpPr>
        <p:spPr>
          <a:xfrm>
            <a:off x="8663911" y="3375898"/>
            <a:ext cx="1470689" cy="245927"/>
          </a:xfrm>
          <a:prstGeom prst="ellipse">
            <a:avLst/>
          </a:prstGeom>
          <a:gradFill>
            <a:gsLst>
              <a:gs pos="0">
                <a:schemeClr val="tx2">
                  <a:alpha val="0"/>
                </a:schemeClr>
              </a:gs>
              <a:gs pos="99000">
                <a:schemeClr val="bg2">
                  <a:alpha val="40000"/>
                </a:schemeClr>
              </a:gs>
            </a:gsLst>
            <a:lin ang="5400000" scaled="1"/>
          </a:gradFill>
          <a:ln>
            <a:gradFill>
              <a:gsLst>
                <a:gs pos="44000">
                  <a:schemeClr val="bg2">
                    <a:alpha val="0"/>
                  </a:schemeClr>
                </a:gs>
                <a:gs pos="99000">
                  <a:srgbClr val="C0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975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5C66313D-68CE-46BC-A990-1132121F373E}"/>
              </a:ext>
            </a:extLst>
          </p:cNvPr>
          <p:cNvSpPr/>
          <p:nvPr/>
        </p:nvSpPr>
        <p:spPr>
          <a:xfrm>
            <a:off x="8783294" y="3282924"/>
            <a:ext cx="432000" cy="214671"/>
          </a:xfrm>
          <a:prstGeom prst="roundRect">
            <a:avLst/>
          </a:prstGeom>
          <a:noFill/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ctr" defTabSz="914478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60.0</a:t>
            </a:r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FF4A1327-508C-4BB3-A2BC-126C39ACC297}"/>
              </a:ext>
            </a:extLst>
          </p:cNvPr>
          <p:cNvSpPr/>
          <p:nvPr/>
        </p:nvSpPr>
        <p:spPr>
          <a:xfrm>
            <a:off x="9563883" y="3010509"/>
            <a:ext cx="504000" cy="214671"/>
          </a:xfrm>
          <a:prstGeom prst="roundRect">
            <a:avLst/>
          </a:prstGeom>
          <a:noFill/>
          <a:ln w="3175">
            <a:solidFill>
              <a:srgbClr val="C00000">
                <a:alpha val="67000"/>
              </a:srgb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ctr" defTabSz="914478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74.8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5E98AD3D-B687-4F78-8B71-318304804C17}"/>
              </a:ext>
            </a:extLst>
          </p:cNvPr>
          <p:cNvSpPr txBox="1"/>
          <p:nvPr/>
        </p:nvSpPr>
        <p:spPr>
          <a:xfrm>
            <a:off x="8870511" y="3150499"/>
            <a:ext cx="25756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latin typeface="+mn-ea"/>
              </a:rPr>
              <a:t>2023</a:t>
            </a:r>
            <a:endParaRPr kumimoji="1"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46FB3A8B-E68F-40B3-A932-034E3E2007E9}"/>
              </a:ext>
            </a:extLst>
          </p:cNvPr>
          <p:cNvSpPr txBox="1"/>
          <p:nvPr/>
        </p:nvSpPr>
        <p:spPr>
          <a:xfrm>
            <a:off x="9687100" y="2879065"/>
            <a:ext cx="25756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latin typeface="+mn-ea"/>
              </a:rPr>
              <a:t>2024</a:t>
            </a:r>
            <a:endParaRPr kumimoji="1" lang="zh-CN" altLang="en-US" sz="7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79" name="表格 178">
            <a:extLst>
              <a:ext uri="{FF2B5EF4-FFF2-40B4-BE49-F238E27FC236}">
                <a16:creationId xmlns:a16="http://schemas.microsoft.com/office/drawing/2014/main" id="{43E22ADF-9EA3-4FBA-AD33-236ABFFCF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185289"/>
              </p:ext>
            </p:extLst>
          </p:nvPr>
        </p:nvGraphicFramePr>
        <p:xfrm>
          <a:off x="7429650" y="2286908"/>
          <a:ext cx="4246410" cy="216000"/>
        </p:xfrm>
        <a:graphic>
          <a:graphicData uri="http://schemas.openxmlformats.org/drawingml/2006/table">
            <a:tbl>
              <a:tblPr firstRow="1" bandRow="1"/>
              <a:tblGrid>
                <a:gridCol w="849282">
                  <a:extLst>
                    <a:ext uri="{9D8B030D-6E8A-4147-A177-3AD203B41FA5}">
                      <a16:colId xmlns:a16="http://schemas.microsoft.com/office/drawing/2014/main" val="1158695776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2074911385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2761059449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956578624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138145976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标签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行业地图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b="1" kern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产品地图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人力地图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周边协同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43469"/>
                  </a:ext>
                </a:extLst>
              </a:tr>
            </a:tbl>
          </a:graphicData>
        </a:graphic>
      </p:graphicFrame>
      <p:grpSp>
        <p:nvGrpSpPr>
          <p:cNvPr id="91" name="组合 90">
            <a:extLst>
              <a:ext uri="{FF2B5EF4-FFF2-40B4-BE49-F238E27FC236}">
                <a16:creationId xmlns:a16="http://schemas.microsoft.com/office/drawing/2014/main" id="{B656E222-F7D4-4D67-8D80-DCC13689F617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92" name="矩形 91">
              <a:hlinkClick r:id="rId5" action="ppaction://hlinksldjump"/>
              <a:extLst>
                <a:ext uri="{FF2B5EF4-FFF2-40B4-BE49-F238E27FC236}">
                  <a16:creationId xmlns:a16="http://schemas.microsoft.com/office/drawing/2014/main" id="{FFB75984-1607-461B-B837-A843930F1B28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00" name="直接连接符 99">
              <a:hlinkClick r:id="rId5" action="ppaction://hlinksldjump"/>
              <a:extLst>
                <a:ext uri="{FF2B5EF4-FFF2-40B4-BE49-F238E27FC236}">
                  <a16:creationId xmlns:a16="http://schemas.microsoft.com/office/drawing/2014/main" id="{3C631CB5-1BC9-4983-846E-43DAB4F74820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699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4">
            <a:extLst>
              <a:ext uri="{FF2B5EF4-FFF2-40B4-BE49-F238E27FC236}">
                <a16:creationId xmlns:a16="http://schemas.microsoft.com/office/drawing/2014/main" id="{56F2D102-079D-4B8B-92E0-94C907DD9594}"/>
              </a:ext>
            </a:extLst>
          </p:cNvPr>
          <p:cNvSpPr txBox="1">
            <a:spLocks/>
          </p:cNvSpPr>
          <p:nvPr/>
        </p:nvSpPr>
        <p:spPr>
          <a:xfrm>
            <a:off x="517525" y="261000"/>
            <a:ext cx="10728000" cy="360000"/>
          </a:xfrm>
          <a:prstGeom prst="rect">
            <a:avLst/>
          </a:prstGeom>
        </p:spPr>
        <p:txBody>
          <a:bodyPr/>
          <a:lstStyle>
            <a:lvl1pPr marL="0" indent="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None/>
              <a:defRPr sz="1819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+mn-ea"/>
                <a:ea typeface="+mn-ea"/>
              </a:rPr>
              <a:t>配色色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14F91FF-DAAE-4041-B770-7E1F37E96785}"/>
              </a:ext>
            </a:extLst>
          </p:cNvPr>
          <p:cNvSpPr/>
          <p:nvPr/>
        </p:nvSpPr>
        <p:spPr>
          <a:xfrm>
            <a:off x="6212000" y="909000"/>
            <a:ext cx="5472000" cy="525685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标题 40">
            <a:extLst>
              <a:ext uri="{FF2B5EF4-FFF2-40B4-BE49-F238E27FC236}">
                <a16:creationId xmlns:a16="http://schemas.microsoft.com/office/drawing/2014/main" id="{858E5B20-FCC8-41BB-9A5B-8C35A027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35" y="261000"/>
            <a:ext cx="11160000" cy="360000"/>
          </a:xfrm>
        </p:spPr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建议配色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9B0D89E-08E5-4437-BCE8-A25AEEC9E578}"/>
              </a:ext>
            </a:extLst>
          </p:cNvPr>
          <p:cNvSpPr/>
          <p:nvPr/>
        </p:nvSpPr>
        <p:spPr>
          <a:xfrm>
            <a:off x="520700" y="909000"/>
            <a:ext cx="2304000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360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为简化制作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PPT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难度，增强统一性，建议减少配色复杂度，常规情况下使用红色系及无色系配色，特殊情况下可使用异色系配色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如非必要，一般线框、线条、图形等元素使用灰色系配色；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文字建议使用黑色，非特殊情况不使用灰色；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强调类文字、标题、强调类线框可酌情使用红色；部分架构图，为区分内容可使用红色系，配色强调主要部分。不建议大量使用红色，易造成页面混乱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渐变色通常使用在一些图形元素的绘制中，以丰富图形元素；特殊标签也可使用渐变色。不建议滥用渐变色，易造成页面混乱</a:t>
            </a:r>
            <a:endParaRPr lang="en-US" altLang="zh-CN" sz="100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06" name="图表 105">
            <a:extLst>
              <a:ext uri="{FF2B5EF4-FFF2-40B4-BE49-F238E27FC236}">
                <a16:creationId xmlns:a16="http://schemas.microsoft.com/office/drawing/2014/main" id="{152A3D7A-2B72-46F3-9C85-CC6F28E8EF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188269"/>
              </p:ext>
            </p:extLst>
          </p:nvPr>
        </p:nvGraphicFramePr>
        <p:xfrm>
          <a:off x="6338000" y="1712976"/>
          <a:ext cx="5220000" cy="255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51FC2854-04E4-444E-A230-E4A644548BD9}"/>
              </a:ext>
            </a:extLst>
          </p:cNvPr>
          <p:cNvGrpSpPr/>
          <p:nvPr/>
        </p:nvGrpSpPr>
        <p:grpSpPr>
          <a:xfrm>
            <a:off x="7685747" y="5058277"/>
            <a:ext cx="2524506" cy="397384"/>
            <a:chOff x="1725746" y="2614006"/>
            <a:chExt cx="2524506" cy="397384"/>
          </a:xfrm>
        </p:grpSpPr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1DDF1494-1F3F-4FDC-BDA9-334CCA63D2C2}"/>
                </a:ext>
              </a:extLst>
            </p:cNvPr>
            <p:cNvSpPr>
              <a:spLocks/>
            </p:cNvSpPr>
            <p:nvPr/>
          </p:nvSpPr>
          <p:spPr>
            <a:xfrm>
              <a:off x="3782252" y="2614006"/>
              <a:ext cx="468000" cy="396000"/>
            </a:xfrm>
            <a:prstGeom prst="rect">
              <a:avLst/>
            </a:prstGeom>
            <a:solidFill>
              <a:srgbClr val="FFF1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600" dirty="0">
                  <a:solidFill>
                    <a:schemeClr val="tx1"/>
                  </a:solidFill>
                  <a:latin typeface="+mn-ea"/>
                  <a:cs typeface="Arial" charset="0"/>
                </a:rPr>
                <a:t>255/241/239</a:t>
              </a:r>
              <a:endParaRPr kumimoji="1" lang="mr-IN" altLang="zh-CN" sz="600" dirty="0">
                <a:solidFill>
                  <a:schemeClr val="tx1"/>
                </a:solidFill>
                <a:latin typeface="+mn-ea"/>
                <a:cs typeface="Arial" charset="0"/>
              </a:endParaRP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DC42B3DF-2FBF-4856-9182-566C74FE06AF}"/>
                </a:ext>
              </a:extLst>
            </p:cNvPr>
            <p:cNvSpPr>
              <a:spLocks/>
            </p:cNvSpPr>
            <p:nvPr/>
          </p:nvSpPr>
          <p:spPr>
            <a:xfrm>
              <a:off x="3269640" y="2615390"/>
              <a:ext cx="468000" cy="396000"/>
            </a:xfrm>
            <a:prstGeom prst="rect">
              <a:avLst/>
            </a:prstGeom>
            <a:solidFill>
              <a:srgbClr val="F1B4B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600" dirty="0">
                  <a:solidFill>
                    <a:srgbClr val="555553"/>
                  </a:solidFill>
                  <a:latin typeface="+mn-ea"/>
                  <a:cs typeface="Arial" charset="0"/>
                </a:rPr>
                <a:t>241/180/182</a:t>
              </a:r>
              <a:endParaRPr kumimoji="1" lang="mr-IN" altLang="zh-CN" sz="600" dirty="0">
                <a:solidFill>
                  <a:srgbClr val="555553"/>
                </a:solidFill>
                <a:latin typeface="+mn-ea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066BB8B8-5C25-4514-AC8B-15F3CBF3A361}"/>
                </a:ext>
              </a:extLst>
            </p:cNvPr>
            <p:cNvSpPr>
              <a:spLocks/>
            </p:cNvSpPr>
            <p:nvPr/>
          </p:nvSpPr>
          <p:spPr>
            <a:xfrm>
              <a:off x="2757027" y="2614928"/>
              <a:ext cx="468000" cy="396000"/>
            </a:xfrm>
            <a:prstGeom prst="rect">
              <a:avLst/>
            </a:prstGeom>
            <a:solidFill>
              <a:srgbClr val="E3787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600" dirty="0">
                  <a:solidFill>
                    <a:schemeClr val="tx2"/>
                  </a:solidFill>
                  <a:latin typeface="+mn-ea"/>
                  <a:cs typeface="Arial" charset="0"/>
                </a:rPr>
                <a:t>227/120/125</a:t>
              </a:r>
              <a:endParaRPr kumimoji="1" lang="mr-IN" altLang="zh-CN" sz="600" dirty="0">
                <a:solidFill>
                  <a:schemeClr val="tx2"/>
                </a:solidFill>
                <a:latin typeface="+mn-ea"/>
                <a:cs typeface="Arial" charset="0"/>
              </a:endParaRP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00BA5F35-1E26-456E-B830-83883837A928}"/>
                </a:ext>
              </a:extLst>
            </p:cNvPr>
            <p:cNvSpPr>
              <a:spLocks/>
            </p:cNvSpPr>
            <p:nvPr/>
          </p:nvSpPr>
          <p:spPr>
            <a:xfrm>
              <a:off x="2244414" y="2614467"/>
              <a:ext cx="468000" cy="396000"/>
            </a:xfrm>
            <a:prstGeom prst="rect">
              <a:avLst/>
            </a:prstGeom>
            <a:solidFill>
              <a:srgbClr val="D53C4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600" dirty="0">
                  <a:solidFill>
                    <a:schemeClr val="tx2"/>
                  </a:solidFill>
                  <a:latin typeface="+mn-ea"/>
                  <a:cs typeface="Arial" charset="0"/>
                </a:rPr>
                <a:t>213/60/68</a:t>
              </a:r>
              <a:endParaRPr kumimoji="1" lang="mr-IN" altLang="zh-CN" sz="600" dirty="0">
                <a:solidFill>
                  <a:schemeClr val="tx2"/>
                </a:solidFill>
                <a:latin typeface="+mn-ea"/>
                <a:cs typeface="Arial" charset="0"/>
              </a:endParaRP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7E01422-7420-40EB-ADA2-FA34434599D4}"/>
                </a:ext>
              </a:extLst>
            </p:cNvPr>
            <p:cNvSpPr>
              <a:spLocks/>
            </p:cNvSpPr>
            <p:nvPr/>
          </p:nvSpPr>
          <p:spPr>
            <a:xfrm>
              <a:off x="1725746" y="2614467"/>
              <a:ext cx="468000" cy="396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solidFill>
                    <a:schemeClr val="tx2"/>
                  </a:solidFill>
                  <a:latin typeface="+mn-ea"/>
                </a:rPr>
                <a:t>192,0,0</a:t>
              </a:r>
              <a:endParaRPr lang="mr-IN" altLang="zh-CN" sz="600" dirty="0">
                <a:solidFill>
                  <a:schemeClr val="tx2"/>
                </a:solidFill>
                <a:latin typeface="+mn-ea"/>
              </a:endParaRPr>
            </a:p>
          </p:txBody>
        </p: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F691BE64-CC0F-495E-93FA-FD60BFF422C3}"/>
              </a:ext>
            </a:extLst>
          </p:cNvPr>
          <p:cNvSpPr/>
          <p:nvPr/>
        </p:nvSpPr>
        <p:spPr>
          <a:xfrm>
            <a:off x="6212000" y="914400"/>
            <a:ext cx="5472000" cy="216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红色系配色参考</a:t>
            </a:r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67F9FEF9-EFFA-4E0B-AF8C-F99AB45A3EF9}"/>
              </a:ext>
            </a:extLst>
          </p:cNvPr>
          <p:cNvGrpSpPr/>
          <p:nvPr/>
        </p:nvGrpSpPr>
        <p:grpSpPr>
          <a:xfrm>
            <a:off x="3042350" y="909000"/>
            <a:ext cx="2952000" cy="5256850"/>
            <a:chOff x="515100" y="909000"/>
            <a:chExt cx="2952000" cy="525685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FA31438-B2D6-4EA2-85B8-AC1594A3BBF0}"/>
                </a:ext>
              </a:extLst>
            </p:cNvPr>
            <p:cNvSpPr/>
            <p:nvPr/>
          </p:nvSpPr>
          <p:spPr>
            <a:xfrm>
              <a:off x="515100" y="909000"/>
              <a:ext cx="2952000" cy="5256850"/>
            </a:xfrm>
            <a:prstGeom prst="rect">
              <a:avLst/>
            </a:prstGeom>
            <a:noFill/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39F4047-63CC-4B80-A252-EAB0DEBBF8BB}"/>
                </a:ext>
              </a:extLst>
            </p:cNvPr>
            <p:cNvSpPr txBox="1"/>
            <p:nvPr/>
          </p:nvSpPr>
          <p:spPr>
            <a:xfrm>
              <a:off x="733425" y="1228209"/>
              <a:ext cx="106840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100" dirty="0">
                  <a:solidFill>
                    <a:srgbClr val="000000"/>
                  </a:solidFill>
                  <a:latin typeface="+mn-ea"/>
                </a:rPr>
                <a:t>主色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254977B-30F8-4528-8928-69F4F455674A}"/>
                </a:ext>
              </a:extLst>
            </p:cNvPr>
            <p:cNvSpPr txBox="1"/>
            <p:nvPr/>
          </p:nvSpPr>
          <p:spPr>
            <a:xfrm>
              <a:off x="755014" y="2198001"/>
              <a:ext cx="164592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100" dirty="0">
                  <a:solidFill>
                    <a:srgbClr val="000000"/>
                  </a:solidFill>
                  <a:latin typeface="+mn-ea"/>
                </a:rPr>
                <a:t>同系辅色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932EFBA-E9E4-41F3-8F30-43F417C25D9B}"/>
                </a:ext>
              </a:extLst>
            </p:cNvPr>
            <p:cNvSpPr txBox="1"/>
            <p:nvPr/>
          </p:nvSpPr>
          <p:spPr>
            <a:xfrm>
              <a:off x="744674" y="4293220"/>
              <a:ext cx="164592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100" dirty="0">
                  <a:solidFill>
                    <a:srgbClr val="000000"/>
                  </a:solidFill>
                  <a:latin typeface="+mn-ea"/>
                </a:rPr>
                <a:t>异系辅色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6793E3F-F30C-44F5-8723-1BBCF5C631A6}"/>
                </a:ext>
              </a:extLst>
            </p:cNvPr>
            <p:cNvSpPr txBox="1"/>
            <p:nvPr/>
          </p:nvSpPr>
          <p:spPr>
            <a:xfrm>
              <a:off x="733425" y="3191246"/>
              <a:ext cx="164592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100" dirty="0">
                  <a:solidFill>
                    <a:srgbClr val="000000"/>
                  </a:solidFill>
                  <a:latin typeface="+mn-ea"/>
                </a:rPr>
                <a:t>灰色系辅色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FE29CBD-E9F1-4F1A-8F4C-85B6E81A2BBA}"/>
                </a:ext>
              </a:extLst>
            </p:cNvPr>
            <p:cNvSpPr/>
            <p:nvPr/>
          </p:nvSpPr>
          <p:spPr>
            <a:xfrm>
              <a:off x="733425" y="1440421"/>
              <a:ext cx="476160" cy="3996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+mn-ea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+mn-ea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+mn-ea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+mn-ea"/>
                  <a:cs typeface="Arial" charset="0"/>
                </a:rPr>
                <a:t>199/0/11  </a:t>
              </a: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98EEA7B-335A-4002-8FE6-72D7C240170A}"/>
                </a:ext>
              </a:extLst>
            </p:cNvPr>
            <p:cNvGrpSpPr/>
            <p:nvPr/>
          </p:nvGrpSpPr>
          <p:grpSpPr>
            <a:xfrm>
              <a:off x="733425" y="2430357"/>
              <a:ext cx="1962707" cy="396000"/>
              <a:chOff x="733425" y="2388022"/>
              <a:chExt cx="1962707" cy="396000"/>
            </a:xfrm>
          </p:grpSpPr>
          <p:sp>
            <p:nvSpPr>
              <p:cNvPr id="34" name="矩形 13">
                <a:extLst>
                  <a:ext uri="{FF2B5EF4-FFF2-40B4-BE49-F238E27FC236}">
                    <a16:creationId xmlns:a16="http://schemas.microsoft.com/office/drawing/2014/main" id="{DDFCB8A3-16F2-4E1D-8800-B073B24907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28132" y="2388022"/>
                <a:ext cx="468000" cy="396000"/>
              </a:xfrm>
              <a:prstGeom prst="rect">
                <a:avLst/>
              </a:prstGeom>
              <a:solidFill>
                <a:srgbClr val="FFF1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ts val="620"/>
                  </a:lnSpc>
                </a:pPr>
                <a:r>
                  <a:rPr kumimoji="1" lang="en-US" altLang="zh-CN" sz="500" dirty="0">
                    <a:solidFill>
                      <a:schemeClr val="tx1"/>
                    </a:solidFill>
                    <a:latin typeface="+mn-ea"/>
                    <a:cs typeface="Arial" charset="0"/>
                  </a:rPr>
                  <a:t>255/241/239</a:t>
                </a:r>
                <a:endParaRPr kumimoji="1" lang="mr-IN" altLang="zh-CN" sz="500" dirty="0">
                  <a:solidFill>
                    <a:schemeClr val="tx1"/>
                  </a:solidFill>
                  <a:latin typeface="+mn-ea"/>
                  <a:cs typeface="Arial" charset="0"/>
                </a:endParaRPr>
              </a:p>
            </p:txBody>
          </p:sp>
          <p:sp>
            <p:nvSpPr>
              <p:cNvPr id="35" name="矩形 13">
                <a:extLst>
                  <a:ext uri="{FF2B5EF4-FFF2-40B4-BE49-F238E27FC236}">
                    <a16:creationId xmlns:a16="http://schemas.microsoft.com/office/drawing/2014/main" id="{29F96112-B367-4DC4-BA6D-316B316D06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9897" y="2388022"/>
                <a:ext cx="468000" cy="396000"/>
              </a:xfrm>
              <a:prstGeom prst="rect">
                <a:avLst/>
              </a:prstGeom>
              <a:solidFill>
                <a:srgbClr val="F1B4B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ts val="620"/>
                  </a:lnSpc>
                </a:pPr>
                <a:r>
                  <a:rPr kumimoji="1" lang="en-US" altLang="zh-CN" sz="500" dirty="0">
                    <a:solidFill>
                      <a:schemeClr val="tx2"/>
                    </a:solidFill>
                    <a:latin typeface="+mn-ea"/>
                    <a:cs typeface="Arial" charset="0"/>
                  </a:rPr>
                  <a:t>241/180/182</a:t>
                </a:r>
                <a:endParaRPr kumimoji="1" lang="mr-IN" altLang="zh-CN" sz="500" dirty="0">
                  <a:solidFill>
                    <a:schemeClr val="tx2"/>
                  </a:solidFill>
                  <a:latin typeface="+mn-ea"/>
                  <a:cs typeface="Arial" charset="0"/>
                </a:endParaRPr>
              </a:p>
            </p:txBody>
          </p:sp>
          <p:sp>
            <p:nvSpPr>
              <p:cNvPr id="36" name="矩形 13">
                <a:extLst>
                  <a:ext uri="{FF2B5EF4-FFF2-40B4-BE49-F238E27FC236}">
                    <a16:creationId xmlns:a16="http://schemas.microsoft.com/office/drawing/2014/main" id="{E5AD4544-DBF7-446D-8583-87CC4CAFE2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1661" y="2388022"/>
                <a:ext cx="468000" cy="396000"/>
              </a:xfrm>
              <a:prstGeom prst="rect">
                <a:avLst/>
              </a:prstGeom>
              <a:solidFill>
                <a:srgbClr val="E3787D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ts val="620"/>
                  </a:lnSpc>
                </a:pPr>
                <a:r>
                  <a:rPr kumimoji="1" lang="en-US" altLang="zh-CN" sz="500" dirty="0">
                    <a:solidFill>
                      <a:schemeClr val="tx2"/>
                    </a:solidFill>
                    <a:latin typeface="+mn-ea"/>
                    <a:cs typeface="Arial" charset="0"/>
                  </a:rPr>
                  <a:t>227/120/125</a:t>
                </a:r>
                <a:endParaRPr kumimoji="1" lang="mr-IN" altLang="zh-CN" sz="500" dirty="0">
                  <a:solidFill>
                    <a:schemeClr val="tx2"/>
                  </a:solidFill>
                  <a:latin typeface="+mn-ea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45719FEA-1713-451F-BA78-5538DDAAA7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425" y="2388022"/>
                <a:ext cx="468000" cy="396000"/>
              </a:xfrm>
              <a:prstGeom prst="rect">
                <a:avLst/>
              </a:prstGeom>
              <a:solidFill>
                <a:srgbClr val="D53C4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ts val="620"/>
                  </a:lnSpc>
                </a:pPr>
                <a:r>
                  <a:rPr kumimoji="1" lang="en-US" altLang="zh-CN" sz="500" dirty="0">
                    <a:solidFill>
                      <a:schemeClr val="tx2"/>
                    </a:solidFill>
                    <a:latin typeface="+mn-ea"/>
                    <a:cs typeface="Arial" charset="0"/>
                  </a:rPr>
                  <a:t>213/60/68</a:t>
                </a:r>
                <a:endParaRPr kumimoji="1" lang="mr-IN" altLang="zh-CN" sz="500" dirty="0">
                  <a:solidFill>
                    <a:schemeClr val="tx2"/>
                  </a:solidFill>
                  <a:latin typeface="+mn-ea"/>
                  <a:cs typeface="Arial" charset="0"/>
                </a:endParaRPr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71AE386B-A339-42B2-AC16-D41BAA6665CB}"/>
                </a:ext>
              </a:extLst>
            </p:cNvPr>
            <p:cNvGrpSpPr/>
            <p:nvPr/>
          </p:nvGrpSpPr>
          <p:grpSpPr>
            <a:xfrm>
              <a:off x="736600" y="4545510"/>
              <a:ext cx="2524506" cy="1421529"/>
              <a:chOff x="4365747" y="5388567"/>
              <a:chExt cx="2524506" cy="1421529"/>
            </a:xfrm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997F5398-677C-4216-AEAD-BF13CE346B42}"/>
                  </a:ext>
                </a:extLst>
              </p:cNvPr>
              <p:cNvGrpSpPr/>
              <p:nvPr/>
            </p:nvGrpSpPr>
            <p:grpSpPr>
              <a:xfrm>
                <a:off x="4365747" y="5901331"/>
                <a:ext cx="2524506" cy="396000"/>
                <a:chOff x="7929174" y="4469689"/>
                <a:chExt cx="2524506" cy="396000"/>
              </a:xfrm>
            </p:grpSpPr>
            <p:sp>
              <p:nvSpPr>
                <p:cNvPr id="69" name="矩形 13">
                  <a:extLst>
                    <a:ext uri="{FF2B5EF4-FFF2-40B4-BE49-F238E27FC236}">
                      <a16:creationId xmlns:a16="http://schemas.microsoft.com/office/drawing/2014/main" id="{3EAE7862-A11C-4C7C-B454-2CF7F0239C8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985680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255,244,203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0" name="矩形 13">
                  <a:extLst>
                    <a:ext uri="{FF2B5EF4-FFF2-40B4-BE49-F238E27FC236}">
                      <a16:creationId xmlns:a16="http://schemas.microsoft.com/office/drawing/2014/main" id="{3DF44451-C0ED-45CA-B3DB-191DB293A7D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71555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255,234,152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1" name="矩形 13">
                  <a:extLst>
                    <a:ext uri="{FF2B5EF4-FFF2-40B4-BE49-F238E27FC236}">
                      <a16:creationId xmlns:a16="http://schemas.microsoft.com/office/drawing/2014/main" id="{9F3815D7-752A-4E33-B543-52FC45997E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957428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60000"/>
                    <a:lumOff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255,223,100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2" name="矩形 13">
                  <a:extLst>
                    <a:ext uri="{FF2B5EF4-FFF2-40B4-BE49-F238E27FC236}">
                      <a16:creationId xmlns:a16="http://schemas.microsoft.com/office/drawing/2014/main" id="{346300C7-A19B-4849-8CE4-B63D2150D34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43301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80000"/>
                    <a:lumOff val="2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255,212,49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3" name="矩形 13">
                  <a:extLst>
                    <a:ext uri="{FF2B5EF4-FFF2-40B4-BE49-F238E27FC236}">
                      <a16:creationId xmlns:a16="http://schemas.microsoft.com/office/drawing/2014/main" id="{3EF701AF-07F3-4AAC-8545-C34AC0C1605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29174" y="4469689"/>
                  <a:ext cx="468000" cy="396000"/>
                </a:xfrm>
                <a:prstGeom prst="rect">
                  <a:avLst/>
                </a:prstGeom>
                <a:solidFill>
                  <a:srgbClr val="FCC8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252,200,0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19A136E3-5E3D-402B-85D6-FC94186394CE}"/>
                  </a:ext>
                </a:extLst>
              </p:cNvPr>
              <p:cNvGrpSpPr/>
              <p:nvPr/>
            </p:nvGrpSpPr>
            <p:grpSpPr>
              <a:xfrm>
                <a:off x="4369133" y="6414096"/>
                <a:ext cx="2517734" cy="396000"/>
                <a:chOff x="1896351" y="4469689"/>
                <a:chExt cx="2517734" cy="396000"/>
              </a:xfrm>
            </p:grpSpPr>
            <p:sp>
              <p:nvSpPr>
                <p:cNvPr id="64" name="矩形 13">
                  <a:extLst>
                    <a:ext uri="{FF2B5EF4-FFF2-40B4-BE49-F238E27FC236}">
                      <a16:creationId xmlns:a16="http://schemas.microsoft.com/office/drawing/2014/main" id="{F9446298-3AC4-4227-83CC-4D34A7C2209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46085" y="4469689"/>
                  <a:ext cx="468000" cy="396000"/>
                </a:xfrm>
                <a:prstGeom prst="rect">
                  <a:avLst/>
                </a:prstGeom>
                <a:solidFill>
                  <a:srgbClr val="F4FA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244,250,240</a:t>
                  </a:r>
                </a:p>
              </p:txBody>
            </p:sp>
            <p:sp>
              <p:nvSpPr>
                <p:cNvPr id="65" name="矩形 13">
                  <a:extLst>
                    <a:ext uri="{FF2B5EF4-FFF2-40B4-BE49-F238E27FC236}">
                      <a16:creationId xmlns:a16="http://schemas.microsoft.com/office/drawing/2014/main" id="{6FF48ADA-42DE-427B-89A2-142FA7AC86C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33652" y="4469689"/>
                  <a:ext cx="468000" cy="396000"/>
                </a:xfrm>
                <a:prstGeom prst="rect">
                  <a:avLst/>
                </a:prstGeom>
                <a:solidFill>
                  <a:srgbClr val="CFE8C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207,232,192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6" name="矩形 13">
                  <a:extLst>
                    <a:ext uri="{FF2B5EF4-FFF2-40B4-BE49-F238E27FC236}">
                      <a16:creationId xmlns:a16="http://schemas.microsoft.com/office/drawing/2014/main" id="{9D97F51E-F1C9-4998-96A9-68FE01CB0FF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21218" y="4469689"/>
                  <a:ext cx="468000" cy="396000"/>
                </a:xfrm>
                <a:prstGeom prst="rect">
                  <a:avLst/>
                </a:prstGeom>
                <a:solidFill>
                  <a:srgbClr val="AAD69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170,214,144</a:t>
                  </a:r>
                </a:p>
              </p:txBody>
            </p:sp>
            <p:sp>
              <p:nvSpPr>
                <p:cNvPr id="67" name="矩形 13">
                  <a:extLst>
                    <a:ext uri="{FF2B5EF4-FFF2-40B4-BE49-F238E27FC236}">
                      <a16:creationId xmlns:a16="http://schemas.microsoft.com/office/drawing/2014/main" id="{6BD04FB3-4C5C-4402-A158-20DF68A6C2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08784" y="4469689"/>
                  <a:ext cx="468000" cy="396000"/>
                </a:xfrm>
                <a:prstGeom prst="rect">
                  <a:avLst/>
                </a:prstGeom>
                <a:solidFill>
                  <a:srgbClr val="85C46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133,196,96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95D151D0-E3B9-4D25-9636-34855518DB8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96351" y="4469689"/>
                  <a:ext cx="468000" cy="396000"/>
                </a:xfrm>
                <a:prstGeom prst="rect">
                  <a:avLst/>
                </a:prstGeom>
                <a:solidFill>
                  <a:srgbClr val="61B23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97,178,48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369E0005-5D14-4227-9DF5-3AD7B7C3DA57}"/>
                  </a:ext>
                </a:extLst>
              </p:cNvPr>
              <p:cNvGrpSpPr/>
              <p:nvPr/>
            </p:nvGrpSpPr>
            <p:grpSpPr>
              <a:xfrm>
                <a:off x="4369133" y="5388567"/>
                <a:ext cx="2517734" cy="396000"/>
                <a:chOff x="7712179" y="5094444"/>
                <a:chExt cx="2517734" cy="396000"/>
              </a:xfrm>
            </p:grpSpPr>
            <p:sp>
              <p:nvSpPr>
                <p:cNvPr id="49" name="矩形 13">
                  <a:extLst>
                    <a:ext uri="{FF2B5EF4-FFF2-40B4-BE49-F238E27FC236}">
                      <a16:creationId xmlns:a16="http://schemas.microsoft.com/office/drawing/2014/main" id="{41A81643-7203-4A18-BEFC-C9AA9ADF272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761913" y="5094444"/>
                  <a:ext cx="468000" cy="396000"/>
                </a:xfrm>
                <a:prstGeom prst="rect">
                  <a:avLst/>
                </a:prstGeom>
                <a:solidFill>
                  <a:srgbClr val="EEF8FE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238,248,254</a:t>
                  </a:r>
                </a:p>
              </p:txBody>
            </p:sp>
            <p:sp>
              <p:nvSpPr>
                <p:cNvPr id="50" name="矩形 13">
                  <a:extLst>
                    <a:ext uri="{FF2B5EF4-FFF2-40B4-BE49-F238E27FC236}">
                      <a16:creationId xmlns:a16="http://schemas.microsoft.com/office/drawing/2014/main" id="{39C8EA81-2660-4281-8550-21C667A7DD5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249479" y="5094444"/>
                  <a:ext cx="468000" cy="396000"/>
                </a:xfrm>
                <a:prstGeom prst="rect">
                  <a:avLst/>
                </a:prstGeom>
                <a:solidFill>
                  <a:srgbClr val="B6D1E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182,209,233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1" name="矩形 13">
                  <a:extLst>
                    <a:ext uri="{FF2B5EF4-FFF2-40B4-BE49-F238E27FC236}">
                      <a16:creationId xmlns:a16="http://schemas.microsoft.com/office/drawing/2014/main" id="{37906DC7-3EFA-4633-A5DD-0DCBFBEF7A0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737046" y="5094444"/>
                  <a:ext cx="468000" cy="396000"/>
                </a:xfrm>
                <a:prstGeom prst="rect">
                  <a:avLst/>
                </a:prstGeom>
                <a:solidFill>
                  <a:srgbClr val="7FAAD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127,170,212</a:t>
                  </a:r>
                </a:p>
              </p:txBody>
            </p:sp>
            <p:sp>
              <p:nvSpPr>
                <p:cNvPr id="52" name="矩形 13">
                  <a:extLst>
                    <a:ext uri="{FF2B5EF4-FFF2-40B4-BE49-F238E27FC236}">
                      <a16:creationId xmlns:a16="http://schemas.microsoft.com/office/drawing/2014/main" id="{E9403B97-6F66-41A0-927E-EA9514A9A7E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224613" y="5094444"/>
                  <a:ext cx="468000" cy="396000"/>
                </a:xfrm>
                <a:prstGeom prst="rect">
                  <a:avLst/>
                </a:prstGeom>
                <a:solidFill>
                  <a:srgbClr val="4883B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72,131,191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3" name="矩形 13">
                  <a:extLst>
                    <a:ext uri="{FF2B5EF4-FFF2-40B4-BE49-F238E27FC236}">
                      <a16:creationId xmlns:a16="http://schemas.microsoft.com/office/drawing/2014/main" id="{62D5FB79-D132-443A-AD81-1930BA15654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712179" y="5094444"/>
                  <a:ext cx="468000" cy="396000"/>
                </a:xfrm>
                <a:prstGeom prst="rect">
                  <a:avLst/>
                </a:prstGeom>
                <a:solidFill>
                  <a:srgbClr val="115CA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cs typeface="+mn-cs"/>
                    </a:rPr>
                    <a:t>17,92,170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DA1EE9FB-A4E2-440B-90A6-359AD1DC06D1}"/>
                </a:ext>
              </a:extLst>
            </p:cNvPr>
            <p:cNvGrpSpPr/>
            <p:nvPr/>
          </p:nvGrpSpPr>
          <p:grpSpPr>
            <a:xfrm>
              <a:off x="736600" y="3411975"/>
              <a:ext cx="2524506" cy="397384"/>
              <a:chOff x="1892965" y="4655391"/>
              <a:chExt cx="2524506" cy="397384"/>
            </a:xfrm>
          </p:grpSpPr>
          <p:sp>
            <p:nvSpPr>
              <p:cNvPr id="86" name="矩形 13">
                <a:extLst>
                  <a:ext uri="{FF2B5EF4-FFF2-40B4-BE49-F238E27FC236}">
                    <a16:creationId xmlns:a16="http://schemas.microsoft.com/office/drawing/2014/main" id="{04F0D028-43B2-4658-AC01-5287F19F08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49471" y="4655391"/>
                <a:ext cx="468000" cy="396000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242,242,242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3B5DC8D-3827-4C11-8691-D5BB8093BA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36859" y="4656775"/>
                <a:ext cx="468000" cy="396000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217,217,217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8" name="矩形 13">
                <a:extLst>
                  <a:ext uri="{FF2B5EF4-FFF2-40B4-BE49-F238E27FC236}">
                    <a16:creationId xmlns:a16="http://schemas.microsoft.com/office/drawing/2014/main" id="{21789DD1-BDBB-4714-BD7D-6C29D4A824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24246" y="4656313"/>
                <a:ext cx="468000" cy="396000"/>
              </a:xfrm>
              <a:prstGeom prst="rect">
                <a:avLst/>
              </a:prstGeom>
              <a:solidFill>
                <a:srgbClr val="FFFFFF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191,191,191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9" name="矩形 13">
                <a:extLst>
                  <a:ext uri="{FF2B5EF4-FFF2-40B4-BE49-F238E27FC236}">
                    <a16:creationId xmlns:a16="http://schemas.microsoft.com/office/drawing/2014/main" id="{94E931E4-64BB-4E0C-8F81-F33CCEC8CF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11633" y="4655852"/>
                <a:ext cx="468000" cy="396000"/>
              </a:xfrm>
              <a:prstGeom prst="rect">
                <a:avLst/>
              </a:prstGeom>
              <a:solidFill>
                <a:srgbClr val="FFFFFF">
                  <a:lumMod val="6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166,166,166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90" name="矩形 13">
                <a:extLst>
                  <a:ext uri="{FF2B5EF4-FFF2-40B4-BE49-F238E27FC236}">
                    <a16:creationId xmlns:a16="http://schemas.microsoft.com/office/drawing/2014/main" id="{FD6377BB-30C2-4109-8D6D-55A727EFF1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92965" y="4655852"/>
                <a:ext cx="468000" cy="396000"/>
              </a:xfrm>
              <a:prstGeom prst="rect">
                <a:avLst/>
              </a:prstGeom>
              <a:solidFill>
                <a:srgbClr val="8C8C8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140,140,140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43E2487-3B6E-4FE3-BF67-266187CD8971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5" name="矩形 54">
              <a:hlinkClick r:id="rId3" action="ppaction://hlinksldjump"/>
              <a:extLst>
                <a:ext uri="{FF2B5EF4-FFF2-40B4-BE49-F238E27FC236}">
                  <a16:creationId xmlns:a16="http://schemas.microsoft.com/office/drawing/2014/main" id="{16A06C97-A339-45DB-A5CC-D48505204F72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56" name="直接连接符 55">
              <a:hlinkClick r:id="rId3" action="ppaction://hlinksldjump"/>
              <a:extLst>
                <a:ext uri="{FF2B5EF4-FFF2-40B4-BE49-F238E27FC236}">
                  <a16:creationId xmlns:a16="http://schemas.microsoft.com/office/drawing/2014/main" id="{7794962F-0BE3-4834-9C9A-E5242A5F0878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3677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921E08F-E222-456A-B26F-1A969BDDF8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0225451"/>
              </p:ext>
            </p:extLst>
          </p:nvPr>
        </p:nvGraphicFramePr>
        <p:xfrm>
          <a:off x="646700" y="1711777"/>
          <a:ext cx="5220000" cy="255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0F27C17-FC69-44EE-84CB-8F22F07BC9DE}"/>
              </a:ext>
            </a:extLst>
          </p:cNvPr>
          <p:cNvSpPr/>
          <p:nvPr/>
        </p:nvSpPr>
        <p:spPr>
          <a:xfrm>
            <a:off x="520700" y="908050"/>
            <a:ext cx="5472000" cy="525780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4EB30E-C637-4A22-A9F6-E0A53D2A8DEC}"/>
              </a:ext>
            </a:extLst>
          </p:cNvPr>
          <p:cNvSpPr/>
          <p:nvPr/>
        </p:nvSpPr>
        <p:spPr>
          <a:xfrm>
            <a:off x="6219081" y="908050"/>
            <a:ext cx="5472000" cy="525780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F17A200-A430-4E67-9909-34A442512B61}"/>
              </a:ext>
            </a:extLst>
          </p:cNvPr>
          <p:cNvGrpSpPr/>
          <p:nvPr/>
        </p:nvGrpSpPr>
        <p:grpSpPr>
          <a:xfrm>
            <a:off x="1994447" y="5050916"/>
            <a:ext cx="2524506" cy="397384"/>
            <a:chOff x="1892965" y="4655391"/>
            <a:chExt cx="2524506" cy="397384"/>
          </a:xfrm>
        </p:grpSpPr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A8F095-37DE-49A8-BA63-55F4CEC5A55D}"/>
                </a:ext>
              </a:extLst>
            </p:cNvPr>
            <p:cNvSpPr>
              <a:spLocks/>
            </p:cNvSpPr>
            <p:nvPr/>
          </p:nvSpPr>
          <p:spPr>
            <a:xfrm>
              <a:off x="3949471" y="4655391"/>
              <a:ext cx="468000" cy="396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latin typeface="+mn-ea"/>
                </a:rPr>
                <a:t>242,242,242</a:t>
              </a:r>
              <a:endParaRPr lang="mr-IN" altLang="zh-CN" sz="600" dirty="0">
                <a:latin typeface="+mn-ea"/>
              </a:endParaRP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727CC0C5-3F26-4096-A13C-7919AE9A95DF}"/>
                </a:ext>
              </a:extLst>
            </p:cNvPr>
            <p:cNvSpPr>
              <a:spLocks/>
            </p:cNvSpPr>
            <p:nvPr/>
          </p:nvSpPr>
          <p:spPr>
            <a:xfrm>
              <a:off x="3436859" y="4656775"/>
              <a:ext cx="46800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latin typeface="+mn-ea"/>
                </a:rPr>
                <a:t>217,217,217</a:t>
              </a:r>
              <a:endParaRPr lang="mr-IN" altLang="zh-CN" sz="600" dirty="0">
                <a:latin typeface="+mn-ea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9380D887-8D14-4618-91F2-D78D26368D6D}"/>
                </a:ext>
              </a:extLst>
            </p:cNvPr>
            <p:cNvSpPr>
              <a:spLocks/>
            </p:cNvSpPr>
            <p:nvPr/>
          </p:nvSpPr>
          <p:spPr>
            <a:xfrm>
              <a:off x="2924246" y="4656313"/>
              <a:ext cx="468000" cy="396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solidFill>
                    <a:schemeClr val="tx2"/>
                  </a:solidFill>
                  <a:latin typeface="+mn-ea"/>
                </a:rPr>
                <a:t>191,191,191</a:t>
              </a:r>
              <a:endParaRPr lang="mr-IN" altLang="zh-CN" sz="6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2D4ACAD0-28BE-4797-9483-C215E0E3FBA2}"/>
                </a:ext>
              </a:extLst>
            </p:cNvPr>
            <p:cNvSpPr>
              <a:spLocks/>
            </p:cNvSpPr>
            <p:nvPr/>
          </p:nvSpPr>
          <p:spPr>
            <a:xfrm>
              <a:off x="2411633" y="4655852"/>
              <a:ext cx="468000" cy="396000"/>
            </a:xfrm>
            <a:prstGeom prst="rect">
              <a:avLst/>
            </a:prstGeom>
            <a:solidFill>
              <a:schemeClr val="tx2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 dirty="0">
                  <a:solidFill>
                    <a:schemeClr val="tx2"/>
                  </a:solidFill>
                  <a:latin typeface="+mn-ea"/>
                </a:rPr>
                <a:t>166,166,166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765083DB-7186-4387-A0F1-E72786E325F8}"/>
                </a:ext>
              </a:extLst>
            </p:cNvPr>
            <p:cNvSpPr>
              <a:spLocks/>
            </p:cNvSpPr>
            <p:nvPr/>
          </p:nvSpPr>
          <p:spPr>
            <a:xfrm>
              <a:off x="1892965" y="4655852"/>
              <a:ext cx="468000" cy="396000"/>
            </a:xfrm>
            <a:prstGeom prst="rect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solidFill>
                    <a:schemeClr val="tx2"/>
                  </a:solidFill>
                  <a:latin typeface="+mn-ea"/>
                </a:rPr>
                <a:t>140,140,140</a:t>
              </a:r>
              <a:endParaRPr lang="mr-IN" altLang="zh-CN" sz="600" dirty="0">
                <a:solidFill>
                  <a:schemeClr val="tx2"/>
                </a:solidFill>
                <a:latin typeface="+mn-ea"/>
              </a:endParaRPr>
            </a:p>
          </p:txBody>
        </p:sp>
      </p:grpSp>
      <p:sp>
        <p:nvSpPr>
          <p:cNvPr id="18" name="副标题 4">
            <a:extLst>
              <a:ext uri="{FF2B5EF4-FFF2-40B4-BE49-F238E27FC236}">
                <a16:creationId xmlns:a16="http://schemas.microsoft.com/office/drawing/2014/main" id="{F3DE2981-A2EE-4A7A-BFA6-5AC309E526AD}"/>
              </a:ext>
            </a:extLst>
          </p:cNvPr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>
                <a:latin typeface="+mn-ea"/>
                <a:ea typeface="+mn-ea"/>
              </a:rPr>
              <a:t>单色系配色 </a:t>
            </a:r>
            <a:r>
              <a:rPr lang="en-US" altLang="zh-CN" dirty="0">
                <a:latin typeface="+mn-ea"/>
                <a:ea typeface="+mn-ea"/>
              </a:rPr>
              <a:t>– </a:t>
            </a:r>
            <a:r>
              <a:rPr lang="zh-CN" altLang="en-US" dirty="0">
                <a:latin typeface="+mn-ea"/>
                <a:ea typeface="+mn-ea"/>
              </a:rPr>
              <a:t>柱状图</a:t>
            </a:r>
          </a:p>
        </p:txBody>
      </p:sp>
      <p:graphicFrame>
        <p:nvGraphicFramePr>
          <p:cNvPr id="20" name="图表 19">
            <a:extLst>
              <a:ext uri="{FF2B5EF4-FFF2-40B4-BE49-F238E27FC236}">
                <a16:creationId xmlns:a16="http://schemas.microsoft.com/office/drawing/2014/main" id="{E86E6D53-2B89-404E-9700-6B13EE0ED9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3772311"/>
              </p:ext>
            </p:extLst>
          </p:nvPr>
        </p:nvGraphicFramePr>
        <p:xfrm>
          <a:off x="6338000" y="1711777"/>
          <a:ext cx="5220000" cy="255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AD354B6C-C71C-4CE3-A802-B04AB409701A}"/>
              </a:ext>
            </a:extLst>
          </p:cNvPr>
          <p:cNvGrpSpPr/>
          <p:nvPr/>
        </p:nvGrpSpPr>
        <p:grpSpPr>
          <a:xfrm>
            <a:off x="7689133" y="5052300"/>
            <a:ext cx="2517734" cy="396000"/>
            <a:chOff x="7712179" y="5094444"/>
            <a:chExt cx="2517734" cy="396000"/>
          </a:xfrm>
        </p:grpSpPr>
        <p:sp>
          <p:nvSpPr>
            <p:cNvPr id="22" name="矩形 13">
              <a:extLst>
                <a:ext uri="{FF2B5EF4-FFF2-40B4-BE49-F238E27FC236}">
                  <a16:creationId xmlns:a16="http://schemas.microsoft.com/office/drawing/2014/main" id="{3B363683-F211-4C1A-968E-13EAD6EB03EA}"/>
                </a:ext>
              </a:extLst>
            </p:cNvPr>
            <p:cNvSpPr>
              <a:spLocks/>
            </p:cNvSpPr>
            <p:nvPr/>
          </p:nvSpPr>
          <p:spPr>
            <a:xfrm>
              <a:off x="9761913" y="5094444"/>
              <a:ext cx="468000" cy="396000"/>
            </a:xfrm>
            <a:prstGeom prst="rect">
              <a:avLst/>
            </a:prstGeom>
            <a:solidFill>
              <a:srgbClr val="EEF8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latin typeface="+mn-ea"/>
                </a:rPr>
                <a:t>238,248,254</a:t>
              </a:r>
              <a:endParaRPr lang="mr-IN" altLang="zh-CN" sz="600" dirty="0">
                <a:latin typeface="+mn-ea"/>
              </a:endParaRPr>
            </a:p>
          </p:txBody>
        </p:sp>
        <p:sp>
          <p:nvSpPr>
            <p:cNvPr id="23" name="矩形 13">
              <a:extLst>
                <a:ext uri="{FF2B5EF4-FFF2-40B4-BE49-F238E27FC236}">
                  <a16:creationId xmlns:a16="http://schemas.microsoft.com/office/drawing/2014/main" id="{254F8928-8F48-4D4F-A215-5F5FA3D39FAF}"/>
                </a:ext>
              </a:extLst>
            </p:cNvPr>
            <p:cNvSpPr>
              <a:spLocks/>
            </p:cNvSpPr>
            <p:nvPr/>
          </p:nvSpPr>
          <p:spPr>
            <a:xfrm>
              <a:off x="9249479" y="5094444"/>
              <a:ext cx="468000" cy="396000"/>
            </a:xfrm>
            <a:prstGeom prst="rect">
              <a:avLst/>
            </a:prstGeom>
            <a:solidFill>
              <a:srgbClr val="B6D1E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latin typeface="+mn-ea"/>
                </a:rPr>
                <a:t>182,209,233</a:t>
              </a:r>
              <a:endParaRPr lang="mr-IN" altLang="zh-CN" sz="600" dirty="0">
                <a:latin typeface="+mn-ea"/>
              </a:endParaRPr>
            </a:p>
          </p:txBody>
        </p:sp>
        <p:sp>
          <p:nvSpPr>
            <p:cNvPr id="24" name="矩形 13">
              <a:extLst>
                <a:ext uri="{FF2B5EF4-FFF2-40B4-BE49-F238E27FC236}">
                  <a16:creationId xmlns:a16="http://schemas.microsoft.com/office/drawing/2014/main" id="{429D2103-89BE-4752-883A-2166CB50850F}"/>
                </a:ext>
              </a:extLst>
            </p:cNvPr>
            <p:cNvSpPr>
              <a:spLocks/>
            </p:cNvSpPr>
            <p:nvPr/>
          </p:nvSpPr>
          <p:spPr>
            <a:xfrm>
              <a:off x="8737046" y="5094444"/>
              <a:ext cx="468000" cy="396000"/>
            </a:xfrm>
            <a:prstGeom prst="rect">
              <a:avLst/>
            </a:prstGeom>
            <a:solidFill>
              <a:srgbClr val="7FAAD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solidFill>
                    <a:schemeClr val="tx2"/>
                  </a:solidFill>
                  <a:latin typeface="+mn-ea"/>
                </a:rPr>
                <a:t>127,170,212</a:t>
              </a:r>
              <a:endParaRPr lang="mr-IN" altLang="zh-CN" sz="6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25" name="矩形 13">
              <a:extLst>
                <a:ext uri="{FF2B5EF4-FFF2-40B4-BE49-F238E27FC236}">
                  <a16:creationId xmlns:a16="http://schemas.microsoft.com/office/drawing/2014/main" id="{319B59C0-9E88-4F84-BAEE-7A0C746D3BD8}"/>
                </a:ext>
              </a:extLst>
            </p:cNvPr>
            <p:cNvSpPr>
              <a:spLocks/>
            </p:cNvSpPr>
            <p:nvPr/>
          </p:nvSpPr>
          <p:spPr>
            <a:xfrm>
              <a:off x="8224613" y="5094444"/>
              <a:ext cx="468000" cy="396000"/>
            </a:xfrm>
            <a:prstGeom prst="rect">
              <a:avLst/>
            </a:prstGeom>
            <a:solidFill>
              <a:srgbClr val="4883B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solidFill>
                    <a:schemeClr val="tx2"/>
                  </a:solidFill>
                  <a:latin typeface="+mn-ea"/>
                </a:rPr>
                <a:t>72,131,191</a:t>
              </a:r>
              <a:endParaRPr lang="mr-IN" altLang="zh-CN" sz="6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26" name="矩形 13">
              <a:extLst>
                <a:ext uri="{FF2B5EF4-FFF2-40B4-BE49-F238E27FC236}">
                  <a16:creationId xmlns:a16="http://schemas.microsoft.com/office/drawing/2014/main" id="{4A20B9E5-2478-47AB-9C63-5A65393DBC3B}"/>
                </a:ext>
              </a:extLst>
            </p:cNvPr>
            <p:cNvSpPr>
              <a:spLocks/>
            </p:cNvSpPr>
            <p:nvPr/>
          </p:nvSpPr>
          <p:spPr>
            <a:xfrm>
              <a:off x="7712179" y="5094444"/>
              <a:ext cx="468000" cy="396000"/>
            </a:xfrm>
            <a:prstGeom prst="rect">
              <a:avLst/>
            </a:prstGeom>
            <a:solidFill>
              <a:srgbClr val="115CA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lang="mr-IN" altLang="zh-CN" sz="600">
                  <a:solidFill>
                    <a:schemeClr val="tx2"/>
                  </a:solidFill>
                  <a:latin typeface="+mn-ea"/>
                </a:rPr>
                <a:t>17,92,170</a:t>
              </a:r>
              <a:endParaRPr lang="mr-IN" altLang="zh-CN" sz="600" dirty="0">
                <a:solidFill>
                  <a:schemeClr val="tx2"/>
                </a:solidFill>
                <a:latin typeface="+mn-ea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E3A6EF1B-583D-498F-839C-40281FC5F845}"/>
              </a:ext>
            </a:extLst>
          </p:cNvPr>
          <p:cNvSpPr/>
          <p:nvPr/>
        </p:nvSpPr>
        <p:spPr>
          <a:xfrm>
            <a:off x="6212000" y="914400"/>
            <a:ext cx="5472000" cy="216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蓝色系配色参考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D989EC0-84FA-4A79-BEC6-957144F98F98}"/>
              </a:ext>
            </a:extLst>
          </p:cNvPr>
          <p:cNvSpPr/>
          <p:nvPr/>
        </p:nvSpPr>
        <p:spPr>
          <a:xfrm>
            <a:off x="520700" y="914400"/>
            <a:ext cx="5472000" cy="216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灰色系配色参考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BBF73A9-8D92-4143-A84D-EDDB19418821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9" name="矩形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01C25E3D-6D2A-4745-881E-EFCFC5009186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30" name="直接连接符 29">
              <a:hlinkClick r:id="rId4" action="ppaction://hlinksldjump"/>
              <a:extLst>
                <a:ext uri="{FF2B5EF4-FFF2-40B4-BE49-F238E27FC236}">
                  <a16:creationId xmlns:a16="http://schemas.microsoft.com/office/drawing/2014/main" id="{52AD3701-02CC-43EF-A4DC-534ADB8A8DAC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9030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1D9402B-71BC-47C6-AB19-0AEA039F24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897919"/>
              </p:ext>
            </p:extLst>
          </p:nvPr>
        </p:nvGraphicFramePr>
        <p:xfrm>
          <a:off x="322401" y="1246026"/>
          <a:ext cx="5530512" cy="3601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6" name="图表 55">
            <a:extLst>
              <a:ext uri="{FF2B5EF4-FFF2-40B4-BE49-F238E27FC236}">
                <a16:creationId xmlns:a16="http://schemas.microsoft.com/office/drawing/2014/main" id="{F80BDFE6-6EA4-42D6-AA41-352C883656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6848565"/>
              </p:ext>
            </p:extLst>
          </p:nvPr>
        </p:nvGraphicFramePr>
        <p:xfrm>
          <a:off x="6343850" y="1246026"/>
          <a:ext cx="5530512" cy="3601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副标题 4">
            <a:extLst>
              <a:ext uri="{FF2B5EF4-FFF2-40B4-BE49-F238E27FC236}">
                <a16:creationId xmlns:a16="http://schemas.microsoft.com/office/drawing/2014/main" id="{B66BC925-50A7-4155-ADBF-5E563983EBB4}"/>
              </a:ext>
            </a:extLst>
          </p:cNvPr>
          <p:cNvSpPr txBox="1">
            <a:spLocks/>
          </p:cNvSpPr>
          <p:nvPr/>
        </p:nvSpPr>
        <p:spPr>
          <a:xfrm>
            <a:off x="517525" y="262300"/>
            <a:ext cx="11160000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>
                <a:latin typeface="+mn-ea"/>
                <a:ea typeface="+mn-ea"/>
              </a:rPr>
              <a:t>单色系配色 </a:t>
            </a:r>
            <a:r>
              <a:rPr lang="en-US" altLang="zh-CN" dirty="0">
                <a:latin typeface="+mn-ea"/>
                <a:ea typeface="+mn-ea"/>
              </a:rPr>
              <a:t>– </a:t>
            </a:r>
            <a:r>
              <a:rPr lang="zh-CN" altLang="en-US" dirty="0">
                <a:latin typeface="+mn-ea"/>
                <a:ea typeface="+mn-ea"/>
              </a:rPr>
              <a:t>饼图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9843C55-340B-459C-A30E-9CF3E7143D8D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7" name="矩形 6">
              <a:hlinkClick r:id="rId4" action="ppaction://hlinksldjump"/>
              <a:extLst>
                <a:ext uri="{FF2B5EF4-FFF2-40B4-BE49-F238E27FC236}">
                  <a16:creationId xmlns:a16="http://schemas.microsoft.com/office/drawing/2014/main" id="{79F3853F-7C2A-4E8A-AD0F-F3A09BB24E15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8" name="直接连接符 7">
              <a:hlinkClick r:id="rId4" action="ppaction://hlinksldjump"/>
              <a:extLst>
                <a:ext uri="{FF2B5EF4-FFF2-40B4-BE49-F238E27FC236}">
                  <a16:creationId xmlns:a16="http://schemas.microsoft.com/office/drawing/2014/main" id="{6FBC85A9-04FC-4D65-8DD0-B8A98C0CCA8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6866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>
            <a:extLst>
              <a:ext uri="{FF2B5EF4-FFF2-40B4-BE49-F238E27FC236}">
                <a16:creationId xmlns:a16="http://schemas.microsoft.com/office/drawing/2014/main" id="{27412E6B-6037-4316-84C3-C383BA109FBD}"/>
              </a:ext>
            </a:extLst>
          </p:cNvPr>
          <p:cNvSpPr/>
          <p:nvPr/>
        </p:nvSpPr>
        <p:spPr>
          <a:xfrm>
            <a:off x="5270381" y="909000"/>
            <a:ext cx="6408000" cy="518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aphicFrame>
        <p:nvGraphicFramePr>
          <p:cNvPr id="151" name="图表 150">
            <a:extLst>
              <a:ext uri="{FF2B5EF4-FFF2-40B4-BE49-F238E27FC236}">
                <a16:creationId xmlns:a16="http://schemas.microsoft.com/office/drawing/2014/main" id="{8D537258-68F6-4C6C-A6DF-643D2FD74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0557701"/>
              </p:ext>
            </p:extLst>
          </p:nvPr>
        </p:nvGraphicFramePr>
        <p:xfrm>
          <a:off x="5270382" y="1324984"/>
          <a:ext cx="6408000" cy="49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FB3B99F8-7D27-4A05-86E4-96B235A970BC}"/>
              </a:ext>
            </a:extLst>
          </p:cNvPr>
          <p:cNvSpPr/>
          <p:nvPr/>
        </p:nvSpPr>
        <p:spPr>
          <a:xfrm>
            <a:off x="5975127" y="2450236"/>
            <a:ext cx="1624900" cy="3254786"/>
          </a:xfrm>
          <a:custGeom>
            <a:avLst/>
            <a:gdLst>
              <a:gd name="connsiteX0" fmla="*/ 678184 w 1783954"/>
              <a:gd name="connsiteY0" fmla="*/ 127922 h 2558752"/>
              <a:gd name="connsiteX1" fmla="*/ 396244 w 1783954"/>
              <a:gd name="connsiteY1" fmla="*/ 89822 h 2558752"/>
              <a:gd name="connsiteX2" fmla="*/ 4 w 1783954"/>
              <a:gd name="connsiteY2" fmla="*/ 295562 h 2558752"/>
              <a:gd name="connsiteX3" fmla="*/ 403864 w 1783954"/>
              <a:gd name="connsiteY3" fmla="*/ 2322482 h 2558752"/>
              <a:gd name="connsiteX4" fmla="*/ 1744984 w 1783954"/>
              <a:gd name="connsiteY4" fmla="*/ 2276762 h 2558752"/>
              <a:gd name="connsiteX5" fmla="*/ 1356364 w 1783954"/>
              <a:gd name="connsiteY5" fmla="*/ 166022 h 2558752"/>
              <a:gd name="connsiteX6" fmla="*/ 678184 w 1783954"/>
              <a:gd name="connsiteY6" fmla="*/ 127922 h 2558752"/>
              <a:gd name="connsiteX0" fmla="*/ 530550 w 1636320"/>
              <a:gd name="connsiteY0" fmla="*/ 127922 h 2530343"/>
              <a:gd name="connsiteX1" fmla="*/ 248610 w 1636320"/>
              <a:gd name="connsiteY1" fmla="*/ 89822 h 2530343"/>
              <a:gd name="connsiteX2" fmla="*/ 8 w 1636320"/>
              <a:gd name="connsiteY2" fmla="*/ 742032 h 2530343"/>
              <a:gd name="connsiteX3" fmla="*/ 256230 w 1636320"/>
              <a:gd name="connsiteY3" fmla="*/ 2322482 h 2530343"/>
              <a:gd name="connsiteX4" fmla="*/ 1597350 w 1636320"/>
              <a:gd name="connsiteY4" fmla="*/ 2276762 h 2530343"/>
              <a:gd name="connsiteX5" fmla="*/ 1208730 w 1636320"/>
              <a:gd name="connsiteY5" fmla="*/ 166022 h 2530343"/>
              <a:gd name="connsiteX6" fmla="*/ 530550 w 1636320"/>
              <a:gd name="connsiteY6" fmla="*/ 127922 h 2530343"/>
              <a:gd name="connsiteX0" fmla="*/ 551222 w 1656992"/>
              <a:gd name="connsiteY0" fmla="*/ 141035 h 2543456"/>
              <a:gd name="connsiteX1" fmla="*/ 607419 w 1656992"/>
              <a:gd name="connsiteY1" fmla="*/ 412030 h 2543456"/>
              <a:gd name="connsiteX2" fmla="*/ 20680 w 1656992"/>
              <a:gd name="connsiteY2" fmla="*/ 755145 h 2543456"/>
              <a:gd name="connsiteX3" fmla="*/ 276902 w 1656992"/>
              <a:gd name="connsiteY3" fmla="*/ 2335595 h 2543456"/>
              <a:gd name="connsiteX4" fmla="*/ 1618022 w 1656992"/>
              <a:gd name="connsiteY4" fmla="*/ 2289875 h 2543456"/>
              <a:gd name="connsiteX5" fmla="*/ 1229402 w 1656992"/>
              <a:gd name="connsiteY5" fmla="*/ 179135 h 2543456"/>
              <a:gd name="connsiteX6" fmla="*/ 551222 w 1656992"/>
              <a:gd name="connsiteY6" fmla="*/ 141035 h 2543456"/>
              <a:gd name="connsiteX0" fmla="*/ 627422 w 1655822"/>
              <a:gd name="connsiteY0" fmla="*/ 102669 h 2573778"/>
              <a:gd name="connsiteX1" fmla="*/ 607419 w 1655822"/>
              <a:gd name="connsiteY1" fmla="*/ 442352 h 2573778"/>
              <a:gd name="connsiteX2" fmla="*/ 20680 w 1655822"/>
              <a:gd name="connsiteY2" fmla="*/ 785467 h 2573778"/>
              <a:gd name="connsiteX3" fmla="*/ 276902 w 1655822"/>
              <a:gd name="connsiteY3" fmla="*/ 2365917 h 2573778"/>
              <a:gd name="connsiteX4" fmla="*/ 1618022 w 1655822"/>
              <a:gd name="connsiteY4" fmla="*/ 2320197 h 2573778"/>
              <a:gd name="connsiteX5" fmla="*/ 1229402 w 1655822"/>
              <a:gd name="connsiteY5" fmla="*/ 209457 h 2573778"/>
              <a:gd name="connsiteX6" fmla="*/ 627422 w 1655822"/>
              <a:gd name="connsiteY6" fmla="*/ 102669 h 2573778"/>
              <a:gd name="connsiteX0" fmla="*/ 627422 w 1655822"/>
              <a:gd name="connsiteY0" fmla="*/ 120593 h 2591702"/>
              <a:gd name="connsiteX1" fmla="*/ 607419 w 1655822"/>
              <a:gd name="connsiteY1" fmla="*/ 460276 h 2591702"/>
              <a:gd name="connsiteX2" fmla="*/ 20680 w 1655822"/>
              <a:gd name="connsiteY2" fmla="*/ 803391 h 2591702"/>
              <a:gd name="connsiteX3" fmla="*/ 276902 w 1655822"/>
              <a:gd name="connsiteY3" fmla="*/ 2383841 h 2591702"/>
              <a:gd name="connsiteX4" fmla="*/ 1618022 w 1655822"/>
              <a:gd name="connsiteY4" fmla="*/ 2338121 h 2591702"/>
              <a:gd name="connsiteX5" fmla="*/ 1229402 w 1655822"/>
              <a:gd name="connsiteY5" fmla="*/ 227381 h 2591702"/>
              <a:gd name="connsiteX6" fmla="*/ 627422 w 1655822"/>
              <a:gd name="connsiteY6" fmla="*/ 120593 h 2591702"/>
              <a:gd name="connsiteX0" fmla="*/ 627422 w 1655134"/>
              <a:gd name="connsiteY0" fmla="*/ 76514 h 2547623"/>
              <a:gd name="connsiteX1" fmla="*/ 607419 w 1655134"/>
              <a:gd name="connsiteY1" fmla="*/ 416197 h 2547623"/>
              <a:gd name="connsiteX2" fmla="*/ 20680 w 1655134"/>
              <a:gd name="connsiteY2" fmla="*/ 759312 h 2547623"/>
              <a:gd name="connsiteX3" fmla="*/ 276902 w 1655134"/>
              <a:gd name="connsiteY3" fmla="*/ 2339762 h 2547623"/>
              <a:gd name="connsiteX4" fmla="*/ 1618022 w 1655134"/>
              <a:gd name="connsiteY4" fmla="*/ 2294042 h 2547623"/>
              <a:gd name="connsiteX5" fmla="*/ 1219877 w 1655134"/>
              <a:gd name="connsiteY5" fmla="*/ 225278 h 2547623"/>
              <a:gd name="connsiteX6" fmla="*/ 627422 w 1655134"/>
              <a:gd name="connsiteY6" fmla="*/ 76514 h 2547623"/>
              <a:gd name="connsiteX0" fmla="*/ 627422 w 1661738"/>
              <a:gd name="connsiteY0" fmla="*/ 73532 h 2544641"/>
              <a:gd name="connsiteX1" fmla="*/ 607419 w 1661738"/>
              <a:gd name="connsiteY1" fmla="*/ 413215 h 2544641"/>
              <a:gd name="connsiteX2" fmla="*/ 20680 w 1661738"/>
              <a:gd name="connsiteY2" fmla="*/ 756330 h 2544641"/>
              <a:gd name="connsiteX3" fmla="*/ 276902 w 1661738"/>
              <a:gd name="connsiteY3" fmla="*/ 2336780 h 2544641"/>
              <a:gd name="connsiteX4" fmla="*/ 1618022 w 1661738"/>
              <a:gd name="connsiteY4" fmla="*/ 2291060 h 2544641"/>
              <a:gd name="connsiteX5" fmla="*/ 1219877 w 1661738"/>
              <a:gd name="connsiteY5" fmla="*/ 222296 h 2544641"/>
              <a:gd name="connsiteX6" fmla="*/ 627422 w 1661738"/>
              <a:gd name="connsiteY6" fmla="*/ 73532 h 2544641"/>
              <a:gd name="connsiteX0" fmla="*/ 627422 w 1661738"/>
              <a:gd name="connsiteY0" fmla="*/ 105292 h 2576401"/>
              <a:gd name="connsiteX1" fmla="*/ 607419 w 1661738"/>
              <a:gd name="connsiteY1" fmla="*/ 444975 h 2576401"/>
              <a:gd name="connsiteX2" fmla="*/ 20680 w 1661738"/>
              <a:gd name="connsiteY2" fmla="*/ 788090 h 2576401"/>
              <a:gd name="connsiteX3" fmla="*/ 276902 w 1661738"/>
              <a:gd name="connsiteY3" fmla="*/ 2368540 h 2576401"/>
              <a:gd name="connsiteX4" fmla="*/ 1618022 w 1661738"/>
              <a:gd name="connsiteY4" fmla="*/ 2322820 h 2576401"/>
              <a:gd name="connsiteX5" fmla="*/ 1219877 w 1661738"/>
              <a:gd name="connsiteY5" fmla="*/ 254056 h 2576401"/>
              <a:gd name="connsiteX6" fmla="*/ 627422 w 1661738"/>
              <a:gd name="connsiteY6" fmla="*/ 105292 h 2576401"/>
              <a:gd name="connsiteX0" fmla="*/ 603609 w 1655400"/>
              <a:gd name="connsiteY0" fmla="*/ 121014 h 2561595"/>
              <a:gd name="connsiteX1" fmla="*/ 607419 w 1655400"/>
              <a:gd name="connsiteY1" fmla="*/ 430169 h 2561595"/>
              <a:gd name="connsiteX2" fmla="*/ 20680 w 1655400"/>
              <a:gd name="connsiteY2" fmla="*/ 773284 h 2561595"/>
              <a:gd name="connsiteX3" fmla="*/ 276902 w 1655400"/>
              <a:gd name="connsiteY3" fmla="*/ 2353734 h 2561595"/>
              <a:gd name="connsiteX4" fmla="*/ 1618022 w 1655400"/>
              <a:gd name="connsiteY4" fmla="*/ 2308014 h 2561595"/>
              <a:gd name="connsiteX5" fmla="*/ 1219877 w 1655400"/>
              <a:gd name="connsiteY5" fmla="*/ 239250 h 2561595"/>
              <a:gd name="connsiteX6" fmla="*/ 603609 w 1655400"/>
              <a:gd name="connsiteY6" fmla="*/ 121014 h 2561595"/>
              <a:gd name="connsiteX0" fmla="*/ 598700 w 1650491"/>
              <a:gd name="connsiteY0" fmla="*/ 91546 h 2532127"/>
              <a:gd name="connsiteX1" fmla="*/ 531072 w 1650491"/>
              <a:gd name="connsiteY1" fmla="*/ 400701 h 2532127"/>
              <a:gd name="connsiteX2" fmla="*/ 15771 w 1650491"/>
              <a:gd name="connsiteY2" fmla="*/ 743816 h 2532127"/>
              <a:gd name="connsiteX3" fmla="*/ 271993 w 1650491"/>
              <a:gd name="connsiteY3" fmla="*/ 2324266 h 2532127"/>
              <a:gd name="connsiteX4" fmla="*/ 1613113 w 1650491"/>
              <a:gd name="connsiteY4" fmla="*/ 2278546 h 2532127"/>
              <a:gd name="connsiteX5" fmla="*/ 1214968 w 1650491"/>
              <a:gd name="connsiteY5" fmla="*/ 209782 h 2532127"/>
              <a:gd name="connsiteX6" fmla="*/ 598700 w 1650491"/>
              <a:gd name="connsiteY6" fmla="*/ 91546 h 2532127"/>
              <a:gd name="connsiteX0" fmla="*/ 569900 w 1621691"/>
              <a:gd name="connsiteY0" fmla="*/ 91546 h 2535921"/>
              <a:gd name="connsiteX1" fmla="*/ 502272 w 1621691"/>
              <a:gd name="connsiteY1" fmla="*/ 400701 h 2535921"/>
              <a:gd name="connsiteX2" fmla="*/ 20309 w 1621691"/>
              <a:gd name="connsiteY2" fmla="*/ 682760 h 2535921"/>
              <a:gd name="connsiteX3" fmla="*/ 243193 w 1621691"/>
              <a:gd name="connsiteY3" fmla="*/ 2324266 h 2535921"/>
              <a:gd name="connsiteX4" fmla="*/ 1584313 w 1621691"/>
              <a:gd name="connsiteY4" fmla="*/ 2278546 h 2535921"/>
              <a:gd name="connsiteX5" fmla="*/ 1186168 w 1621691"/>
              <a:gd name="connsiteY5" fmla="*/ 209782 h 2535921"/>
              <a:gd name="connsiteX6" fmla="*/ 569900 w 1621691"/>
              <a:gd name="connsiteY6" fmla="*/ 91546 h 2535921"/>
              <a:gd name="connsiteX0" fmla="*/ 562532 w 1614323"/>
              <a:gd name="connsiteY0" fmla="*/ 91546 h 2575866"/>
              <a:gd name="connsiteX1" fmla="*/ 494904 w 1614323"/>
              <a:gd name="connsiteY1" fmla="*/ 400701 h 2575866"/>
              <a:gd name="connsiteX2" fmla="*/ 12941 w 1614323"/>
              <a:gd name="connsiteY2" fmla="*/ 682760 h 2575866"/>
              <a:gd name="connsiteX3" fmla="*/ 235825 w 1614323"/>
              <a:gd name="connsiteY3" fmla="*/ 2324266 h 2575866"/>
              <a:gd name="connsiteX4" fmla="*/ 1576945 w 1614323"/>
              <a:gd name="connsiteY4" fmla="*/ 2278546 h 2575866"/>
              <a:gd name="connsiteX5" fmla="*/ 1178800 w 1614323"/>
              <a:gd name="connsiteY5" fmla="*/ 209782 h 2575866"/>
              <a:gd name="connsiteX6" fmla="*/ 562532 w 1614323"/>
              <a:gd name="connsiteY6" fmla="*/ 91546 h 2575866"/>
              <a:gd name="connsiteX0" fmla="*/ 562532 w 1622682"/>
              <a:gd name="connsiteY0" fmla="*/ 91546 h 2575866"/>
              <a:gd name="connsiteX1" fmla="*/ 494904 w 1622682"/>
              <a:gd name="connsiteY1" fmla="*/ 400701 h 2575866"/>
              <a:gd name="connsiteX2" fmla="*/ 12941 w 1622682"/>
              <a:gd name="connsiteY2" fmla="*/ 682760 h 2575866"/>
              <a:gd name="connsiteX3" fmla="*/ 235825 w 1622682"/>
              <a:gd name="connsiteY3" fmla="*/ 2324266 h 2575866"/>
              <a:gd name="connsiteX4" fmla="*/ 1576945 w 1622682"/>
              <a:gd name="connsiteY4" fmla="*/ 2278546 h 2575866"/>
              <a:gd name="connsiteX5" fmla="*/ 1178800 w 1622682"/>
              <a:gd name="connsiteY5" fmla="*/ 209782 h 2575866"/>
              <a:gd name="connsiteX6" fmla="*/ 562532 w 1622682"/>
              <a:gd name="connsiteY6" fmla="*/ 91546 h 2575866"/>
              <a:gd name="connsiteX0" fmla="*/ 562532 w 1622682"/>
              <a:gd name="connsiteY0" fmla="*/ 91546 h 2579865"/>
              <a:gd name="connsiteX1" fmla="*/ 494904 w 1622682"/>
              <a:gd name="connsiteY1" fmla="*/ 400701 h 2579865"/>
              <a:gd name="connsiteX2" fmla="*/ 12941 w 1622682"/>
              <a:gd name="connsiteY2" fmla="*/ 682760 h 2579865"/>
              <a:gd name="connsiteX3" fmla="*/ 235825 w 1622682"/>
              <a:gd name="connsiteY3" fmla="*/ 2324266 h 2579865"/>
              <a:gd name="connsiteX4" fmla="*/ 1576945 w 1622682"/>
              <a:gd name="connsiteY4" fmla="*/ 2278546 h 2579865"/>
              <a:gd name="connsiteX5" fmla="*/ 1178800 w 1622682"/>
              <a:gd name="connsiteY5" fmla="*/ 209782 h 2579865"/>
              <a:gd name="connsiteX6" fmla="*/ 562532 w 1622682"/>
              <a:gd name="connsiteY6" fmla="*/ 91546 h 2579865"/>
              <a:gd name="connsiteX0" fmla="*/ 567762 w 1553264"/>
              <a:gd name="connsiteY0" fmla="*/ 90762 h 2532999"/>
              <a:gd name="connsiteX1" fmla="*/ 500134 w 1553264"/>
              <a:gd name="connsiteY1" fmla="*/ 399917 h 2532999"/>
              <a:gd name="connsiteX2" fmla="*/ 18171 w 1553264"/>
              <a:gd name="connsiteY2" fmla="*/ 681976 h 2532999"/>
              <a:gd name="connsiteX3" fmla="*/ 241055 w 1553264"/>
              <a:gd name="connsiteY3" fmla="*/ 2323482 h 2532999"/>
              <a:gd name="connsiteX4" fmla="*/ 1501212 w 1553264"/>
              <a:gd name="connsiteY4" fmla="*/ 2266314 h 2532999"/>
              <a:gd name="connsiteX5" fmla="*/ 1184030 w 1553264"/>
              <a:gd name="connsiteY5" fmla="*/ 208998 h 2532999"/>
              <a:gd name="connsiteX6" fmla="*/ 567762 w 1553264"/>
              <a:gd name="connsiteY6" fmla="*/ 90762 h 2532999"/>
              <a:gd name="connsiteX0" fmla="*/ 567762 w 1533778"/>
              <a:gd name="connsiteY0" fmla="*/ 90762 h 2563725"/>
              <a:gd name="connsiteX1" fmla="*/ 500134 w 1533778"/>
              <a:gd name="connsiteY1" fmla="*/ 399917 h 2563725"/>
              <a:gd name="connsiteX2" fmla="*/ 18171 w 1533778"/>
              <a:gd name="connsiteY2" fmla="*/ 681976 h 2563725"/>
              <a:gd name="connsiteX3" fmla="*/ 241055 w 1533778"/>
              <a:gd name="connsiteY3" fmla="*/ 2323482 h 2563725"/>
              <a:gd name="connsiteX4" fmla="*/ 1501212 w 1533778"/>
              <a:gd name="connsiteY4" fmla="*/ 2266314 h 2563725"/>
              <a:gd name="connsiteX5" fmla="*/ 1184030 w 1533778"/>
              <a:gd name="connsiteY5" fmla="*/ 208998 h 2563725"/>
              <a:gd name="connsiteX6" fmla="*/ 567762 w 1533778"/>
              <a:gd name="connsiteY6" fmla="*/ 90762 h 2563725"/>
              <a:gd name="connsiteX0" fmla="*/ 567762 w 1624900"/>
              <a:gd name="connsiteY0" fmla="*/ 90762 h 2607916"/>
              <a:gd name="connsiteX1" fmla="*/ 500134 w 1624900"/>
              <a:gd name="connsiteY1" fmla="*/ 399917 h 2607916"/>
              <a:gd name="connsiteX2" fmla="*/ 18171 w 1624900"/>
              <a:gd name="connsiteY2" fmla="*/ 681976 h 2607916"/>
              <a:gd name="connsiteX3" fmla="*/ 241055 w 1624900"/>
              <a:gd name="connsiteY3" fmla="*/ 2323482 h 2607916"/>
              <a:gd name="connsiteX4" fmla="*/ 1501212 w 1624900"/>
              <a:gd name="connsiteY4" fmla="*/ 2266314 h 2607916"/>
              <a:gd name="connsiteX5" fmla="*/ 1184030 w 1624900"/>
              <a:gd name="connsiteY5" fmla="*/ 208998 h 2607916"/>
              <a:gd name="connsiteX6" fmla="*/ 567762 w 1624900"/>
              <a:gd name="connsiteY6" fmla="*/ 90762 h 2607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4900" h="2607916">
                <a:moveTo>
                  <a:pt x="567762" y="90762"/>
                </a:moveTo>
                <a:cubicBezTo>
                  <a:pt x="453779" y="122582"/>
                  <a:pt x="591732" y="301381"/>
                  <a:pt x="500134" y="399917"/>
                </a:cubicBezTo>
                <a:cubicBezTo>
                  <a:pt x="408536" y="498453"/>
                  <a:pt x="61351" y="361382"/>
                  <a:pt x="18171" y="681976"/>
                </a:cubicBezTo>
                <a:cubicBezTo>
                  <a:pt x="-25009" y="1002570"/>
                  <a:pt x="-6118" y="2059426"/>
                  <a:pt x="241055" y="2323482"/>
                </a:cubicBezTo>
                <a:cubicBezTo>
                  <a:pt x="488228" y="2587538"/>
                  <a:pt x="1142437" y="2827207"/>
                  <a:pt x="1501212" y="2266314"/>
                </a:cubicBezTo>
                <a:cubicBezTo>
                  <a:pt x="1859987" y="1705421"/>
                  <a:pt x="1339605" y="571590"/>
                  <a:pt x="1184030" y="208998"/>
                </a:cubicBezTo>
                <a:cubicBezTo>
                  <a:pt x="1028455" y="-153594"/>
                  <a:pt x="681745" y="58942"/>
                  <a:pt x="567762" y="90762"/>
                </a:cubicBezTo>
                <a:close/>
              </a:path>
            </a:pathLst>
          </a:custGeom>
          <a:solidFill>
            <a:srgbClr val="0070C0">
              <a:alpha val="5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ED6A965A-14D4-4295-BE02-37E68D84F81B}"/>
              </a:ext>
            </a:extLst>
          </p:cNvPr>
          <p:cNvSpPr/>
          <p:nvPr/>
        </p:nvSpPr>
        <p:spPr>
          <a:xfrm>
            <a:off x="7816804" y="2307094"/>
            <a:ext cx="1426845" cy="2082348"/>
          </a:xfrm>
          <a:custGeom>
            <a:avLst/>
            <a:gdLst>
              <a:gd name="connsiteX0" fmla="*/ 916943 w 1756788"/>
              <a:gd name="connsiteY0" fmla="*/ 39509 h 2139779"/>
              <a:gd name="connsiteX1" fmla="*/ 1724663 w 1756788"/>
              <a:gd name="connsiteY1" fmla="*/ 191909 h 2139779"/>
              <a:gd name="connsiteX2" fmla="*/ 1567183 w 1756788"/>
              <a:gd name="connsiteY2" fmla="*/ 450989 h 2139779"/>
              <a:gd name="connsiteX3" fmla="*/ 1297943 w 1756788"/>
              <a:gd name="connsiteY3" fmla="*/ 522109 h 2139779"/>
              <a:gd name="connsiteX4" fmla="*/ 1435103 w 1756788"/>
              <a:gd name="connsiteY4" fmla="*/ 1212989 h 2139779"/>
              <a:gd name="connsiteX5" fmla="*/ 1104903 w 1756788"/>
              <a:gd name="connsiteY5" fmla="*/ 1187589 h 2139779"/>
              <a:gd name="connsiteX6" fmla="*/ 1013463 w 1756788"/>
              <a:gd name="connsiteY6" fmla="*/ 1878469 h 2139779"/>
              <a:gd name="connsiteX7" fmla="*/ 576583 w 1756788"/>
              <a:gd name="connsiteY7" fmla="*/ 2137549 h 2139779"/>
              <a:gd name="connsiteX8" fmla="*/ 78743 w 1756788"/>
              <a:gd name="connsiteY8" fmla="*/ 1756549 h 2139779"/>
              <a:gd name="connsiteX9" fmla="*/ 68583 w 1756788"/>
              <a:gd name="connsiteY9" fmla="*/ 501789 h 2139779"/>
              <a:gd name="connsiteX10" fmla="*/ 734063 w 1756788"/>
              <a:gd name="connsiteY10" fmla="*/ 39509 h 2139779"/>
              <a:gd name="connsiteX11" fmla="*/ 916943 w 1756788"/>
              <a:gd name="connsiteY11" fmla="*/ 39509 h 2139779"/>
              <a:gd name="connsiteX0" fmla="*/ 916943 w 1756788"/>
              <a:gd name="connsiteY0" fmla="*/ 1334 h 2101604"/>
              <a:gd name="connsiteX1" fmla="*/ 1724663 w 1756788"/>
              <a:gd name="connsiteY1" fmla="*/ 153734 h 2101604"/>
              <a:gd name="connsiteX2" fmla="*/ 1567183 w 1756788"/>
              <a:gd name="connsiteY2" fmla="*/ 412814 h 2101604"/>
              <a:gd name="connsiteX3" fmla="*/ 1297943 w 1756788"/>
              <a:gd name="connsiteY3" fmla="*/ 483934 h 2101604"/>
              <a:gd name="connsiteX4" fmla="*/ 1435103 w 1756788"/>
              <a:gd name="connsiteY4" fmla="*/ 1174814 h 2101604"/>
              <a:gd name="connsiteX5" fmla="*/ 1104903 w 1756788"/>
              <a:gd name="connsiteY5" fmla="*/ 1149414 h 2101604"/>
              <a:gd name="connsiteX6" fmla="*/ 1013463 w 1756788"/>
              <a:gd name="connsiteY6" fmla="*/ 1840294 h 2101604"/>
              <a:gd name="connsiteX7" fmla="*/ 576583 w 1756788"/>
              <a:gd name="connsiteY7" fmla="*/ 2099374 h 2101604"/>
              <a:gd name="connsiteX8" fmla="*/ 78743 w 1756788"/>
              <a:gd name="connsiteY8" fmla="*/ 1718374 h 2101604"/>
              <a:gd name="connsiteX9" fmla="*/ 68583 w 1756788"/>
              <a:gd name="connsiteY9" fmla="*/ 463614 h 2101604"/>
              <a:gd name="connsiteX10" fmla="*/ 481651 w 1756788"/>
              <a:gd name="connsiteY10" fmla="*/ 101347 h 2101604"/>
              <a:gd name="connsiteX11" fmla="*/ 916943 w 1756788"/>
              <a:gd name="connsiteY11" fmla="*/ 1334 h 2101604"/>
              <a:gd name="connsiteX0" fmla="*/ 926468 w 1756166"/>
              <a:gd name="connsiteY0" fmla="*/ 28882 h 2029140"/>
              <a:gd name="connsiteX1" fmla="*/ 1724663 w 1756166"/>
              <a:gd name="connsiteY1" fmla="*/ 81270 h 2029140"/>
              <a:gd name="connsiteX2" fmla="*/ 1567183 w 1756166"/>
              <a:gd name="connsiteY2" fmla="*/ 340350 h 2029140"/>
              <a:gd name="connsiteX3" fmla="*/ 1297943 w 1756166"/>
              <a:gd name="connsiteY3" fmla="*/ 411470 h 2029140"/>
              <a:gd name="connsiteX4" fmla="*/ 1435103 w 1756166"/>
              <a:gd name="connsiteY4" fmla="*/ 1102350 h 2029140"/>
              <a:gd name="connsiteX5" fmla="*/ 1104903 w 1756166"/>
              <a:gd name="connsiteY5" fmla="*/ 1076950 h 2029140"/>
              <a:gd name="connsiteX6" fmla="*/ 1013463 w 1756166"/>
              <a:gd name="connsiteY6" fmla="*/ 1767830 h 2029140"/>
              <a:gd name="connsiteX7" fmla="*/ 576583 w 1756166"/>
              <a:gd name="connsiteY7" fmla="*/ 2026910 h 2029140"/>
              <a:gd name="connsiteX8" fmla="*/ 78743 w 1756166"/>
              <a:gd name="connsiteY8" fmla="*/ 1645910 h 2029140"/>
              <a:gd name="connsiteX9" fmla="*/ 68583 w 1756166"/>
              <a:gd name="connsiteY9" fmla="*/ 391150 h 2029140"/>
              <a:gd name="connsiteX10" fmla="*/ 481651 w 1756166"/>
              <a:gd name="connsiteY10" fmla="*/ 28883 h 2029140"/>
              <a:gd name="connsiteX11" fmla="*/ 926468 w 1756166"/>
              <a:gd name="connsiteY11" fmla="*/ 28882 h 2029140"/>
              <a:gd name="connsiteX0" fmla="*/ 926468 w 1567899"/>
              <a:gd name="connsiteY0" fmla="*/ 29885 h 2030143"/>
              <a:gd name="connsiteX1" fmla="*/ 1200788 w 1567899"/>
              <a:gd name="connsiteY1" fmla="*/ 106086 h 2030143"/>
              <a:gd name="connsiteX2" fmla="*/ 1567183 w 1567899"/>
              <a:gd name="connsiteY2" fmla="*/ 341353 h 2030143"/>
              <a:gd name="connsiteX3" fmla="*/ 1297943 w 1567899"/>
              <a:gd name="connsiteY3" fmla="*/ 412473 h 2030143"/>
              <a:gd name="connsiteX4" fmla="*/ 1435103 w 1567899"/>
              <a:gd name="connsiteY4" fmla="*/ 1103353 h 2030143"/>
              <a:gd name="connsiteX5" fmla="*/ 1104903 w 1567899"/>
              <a:gd name="connsiteY5" fmla="*/ 1077953 h 2030143"/>
              <a:gd name="connsiteX6" fmla="*/ 1013463 w 1567899"/>
              <a:gd name="connsiteY6" fmla="*/ 1768833 h 2030143"/>
              <a:gd name="connsiteX7" fmla="*/ 576583 w 1567899"/>
              <a:gd name="connsiteY7" fmla="*/ 2027913 h 2030143"/>
              <a:gd name="connsiteX8" fmla="*/ 78743 w 1567899"/>
              <a:gd name="connsiteY8" fmla="*/ 1646913 h 2030143"/>
              <a:gd name="connsiteX9" fmla="*/ 68583 w 1567899"/>
              <a:gd name="connsiteY9" fmla="*/ 392153 h 2030143"/>
              <a:gd name="connsiteX10" fmla="*/ 481651 w 1567899"/>
              <a:gd name="connsiteY10" fmla="*/ 29886 h 2030143"/>
              <a:gd name="connsiteX11" fmla="*/ 926468 w 1567899"/>
              <a:gd name="connsiteY11" fmla="*/ 29885 h 2030143"/>
              <a:gd name="connsiteX0" fmla="*/ 840743 w 1567899"/>
              <a:gd name="connsiteY0" fmla="*/ 49487 h 2021170"/>
              <a:gd name="connsiteX1" fmla="*/ 1200788 w 1567899"/>
              <a:gd name="connsiteY1" fmla="*/ 97113 h 2021170"/>
              <a:gd name="connsiteX2" fmla="*/ 1567183 w 1567899"/>
              <a:gd name="connsiteY2" fmla="*/ 332380 h 2021170"/>
              <a:gd name="connsiteX3" fmla="*/ 1297943 w 1567899"/>
              <a:gd name="connsiteY3" fmla="*/ 403500 h 2021170"/>
              <a:gd name="connsiteX4" fmla="*/ 1435103 w 1567899"/>
              <a:gd name="connsiteY4" fmla="*/ 1094380 h 2021170"/>
              <a:gd name="connsiteX5" fmla="*/ 1104903 w 1567899"/>
              <a:gd name="connsiteY5" fmla="*/ 1068980 h 2021170"/>
              <a:gd name="connsiteX6" fmla="*/ 1013463 w 1567899"/>
              <a:gd name="connsiteY6" fmla="*/ 1759860 h 2021170"/>
              <a:gd name="connsiteX7" fmla="*/ 576583 w 1567899"/>
              <a:gd name="connsiteY7" fmla="*/ 2018940 h 2021170"/>
              <a:gd name="connsiteX8" fmla="*/ 78743 w 1567899"/>
              <a:gd name="connsiteY8" fmla="*/ 1637940 h 2021170"/>
              <a:gd name="connsiteX9" fmla="*/ 68583 w 1567899"/>
              <a:gd name="connsiteY9" fmla="*/ 383180 h 2021170"/>
              <a:gd name="connsiteX10" fmla="*/ 481651 w 1567899"/>
              <a:gd name="connsiteY10" fmla="*/ 20913 h 2021170"/>
              <a:gd name="connsiteX11" fmla="*/ 840743 w 1567899"/>
              <a:gd name="connsiteY11" fmla="*/ 49487 h 2021170"/>
              <a:gd name="connsiteX0" fmla="*/ 840743 w 1440138"/>
              <a:gd name="connsiteY0" fmla="*/ 49487 h 2021170"/>
              <a:gd name="connsiteX1" fmla="*/ 1200788 w 1440138"/>
              <a:gd name="connsiteY1" fmla="*/ 97113 h 2021170"/>
              <a:gd name="connsiteX2" fmla="*/ 1205233 w 1440138"/>
              <a:gd name="connsiteY2" fmla="*/ 294280 h 2021170"/>
              <a:gd name="connsiteX3" fmla="*/ 1297943 w 1440138"/>
              <a:gd name="connsiteY3" fmla="*/ 403500 h 2021170"/>
              <a:gd name="connsiteX4" fmla="*/ 1435103 w 1440138"/>
              <a:gd name="connsiteY4" fmla="*/ 1094380 h 2021170"/>
              <a:gd name="connsiteX5" fmla="*/ 1104903 w 1440138"/>
              <a:gd name="connsiteY5" fmla="*/ 1068980 h 2021170"/>
              <a:gd name="connsiteX6" fmla="*/ 1013463 w 1440138"/>
              <a:gd name="connsiteY6" fmla="*/ 1759860 h 2021170"/>
              <a:gd name="connsiteX7" fmla="*/ 576583 w 1440138"/>
              <a:gd name="connsiteY7" fmla="*/ 2018940 h 2021170"/>
              <a:gd name="connsiteX8" fmla="*/ 78743 w 1440138"/>
              <a:gd name="connsiteY8" fmla="*/ 1637940 h 2021170"/>
              <a:gd name="connsiteX9" fmla="*/ 68583 w 1440138"/>
              <a:gd name="connsiteY9" fmla="*/ 383180 h 2021170"/>
              <a:gd name="connsiteX10" fmla="*/ 481651 w 1440138"/>
              <a:gd name="connsiteY10" fmla="*/ 20913 h 2021170"/>
              <a:gd name="connsiteX11" fmla="*/ 840743 w 1440138"/>
              <a:gd name="connsiteY11" fmla="*/ 49487 h 2021170"/>
              <a:gd name="connsiteX0" fmla="*/ 840743 w 1436106"/>
              <a:gd name="connsiteY0" fmla="*/ 49487 h 2021170"/>
              <a:gd name="connsiteX1" fmla="*/ 1200788 w 1436106"/>
              <a:gd name="connsiteY1" fmla="*/ 97113 h 2021170"/>
              <a:gd name="connsiteX2" fmla="*/ 1205233 w 1436106"/>
              <a:gd name="connsiteY2" fmla="*/ 294280 h 2021170"/>
              <a:gd name="connsiteX3" fmla="*/ 1207455 w 1436106"/>
              <a:gd name="connsiteY3" fmla="*/ 565425 h 2021170"/>
              <a:gd name="connsiteX4" fmla="*/ 1435103 w 1436106"/>
              <a:gd name="connsiteY4" fmla="*/ 1094380 h 2021170"/>
              <a:gd name="connsiteX5" fmla="*/ 1104903 w 1436106"/>
              <a:gd name="connsiteY5" fmla="*/ 1068980 h 2021170"/>
              <a:gd name="connsiteX6" fmla="*/ 1013463 w 1436106"/>
              <a:gd name="connsiteY6" fmla="*/ 1759860 h 2021170"/>
              <a:gd name="connsiteX7" fmla="*/ 576583 w 1436106"/>
              <a:gd name="connsiteY7" fmla="*/ 2018940 h 2021170"/>
              <a:gd name="connsiteX8" fmla="*/ 78743 w 1436106"/>
              <a:gd name="connsiteY8" fmla="*/ 1637940 h 2021170"/>
              <a:gd name="connsiteX9" fmla="*/ 68583 w 1436106"/>
              <a:gd name="connsiteY9" fmla="*/ 383180 h 2021170"/>
              <a:gd name="connsiteX10" fmla="*/ 481651 w 1436106"/>
              <a:gd name="connsiteY10" fmla="*/ 20913 h 2021170"/>
              <a:gd name="connsiteX11" fmla="*/ 840743 w 1436106"/>
              <a:gd name="connsiteY11" fmla="*/ 49487 h 2021170"/>
              <a:gd name="connsiteX0" fmla="*/ 840743 w 1388704"/>
              <a:gd name="connsiteY0" fmla="*/ 49487 h 2021170"/>
              <a:gd name="connsiteX1" fmla="*/ 1200788 w 1388704"/>
              <a:gd name="connsiteY1" fmla="*/ 97113 h 2021170"/>
              <a:gd name="connsiteX2" fmla="*/ 1205233 w 1388704"/>
              <a:gd name="connsiteY2" fmla="*/ 294280 h 2021170"/>
              <a:gd name="connsiteX3" fmla="*/ 1207455 w 1388704"/>
              <a:gd name="connsiteY3" fmla="*/ 565425 h 2021170"/>
              <a:gd name="connsiteX4" fmla="*/ 1387478 w 1388704"/>
              <a:gd name="connsiteY4" fmla="*/ 965793 h 2021170"/>
              <a:gd name="connsiteX5" fmla="*/ 1104903 w 1388704"/>
              <a:gd name="connsiteY5" fmla="*/ 1068980 h 2021170"/>
              <a:gd name="connsiteX6" fmla="*/ 1013463 w 1388704"/>
              <a:gd name="connsiteY6" fmla="*/ 1759860 h 2021170"/>
              <a:gd name="connsiteX7" fmla="*/ 576583 w 1388704"/>
              <a:gd name="connsiteY7" fmla="*/ 2018940 h 2021170"/>
              <a:gd name="connsiteX8" fmla="*/ 78743 w 1388704"/>
              <a:gd name="connsiteY8" fmla="*/ 1637940 h 2021170"/>
              <a:gd name="connsiteX9" fmla="*/ 68583 w 1388704"/>
              <a:gd name="connsiteY9" fmla="*/ 383180 h 2021170"/>
              <a:gd name="connsiteX10" fmla="*/ 481651 w 1388704"/>
              <a:gd name="connsiteY10" fmla="*/ 20913 h 2021170"/>
              <a:gd name="connsiteX11" fmla="*/ 840743 w 1388704"/>
              <a:gd name="connsiteY11" fmla="*/ 49487 h 2021170"/>
              <a:gd name="connsiteX0" fmla="*/ 840743 w 1433109"/>
              <a:gd name="connsiteY0" fmla="*/ 49487 h 2021170"/>
              <a:gd name="connsiteX1" fmla="*/ 1200788 w 1433109"/>
              <a:gd name="connsiteY1" fmla="*/ 97113 h 2021170"/>
              <a:gd name="connsiteX2" fmla="*/ 1205233 w 1433109"/>
              <a:gd name="connsiteY2" fmla="*/ 294280 h 2021170"/>
              <a:gd name="connsiteX3" fmla="*/ 1207455 w 1433109"/>
              <a:gd name="connsiteY3" fmla="*/ 565425 h 2021170"/>
              <a:gd name="connsiteX4" fmla="*/ 1387478 w 1433109"/>
              <a:gd name="connsiteY4" fmla="*/ 965793 h 2021170"/>
              <a:gd name="connsiteX5" fmla="*/ 1104903 w 1433109"/>
              <a:gd name="connsiteY5" fmla="*/ 1068980 h 2021170"/>
              <a:gd name="connsiteX6" fmla="*/ 1013463 w 1433109"/>
              <a:gd name="connsiteY6" fmla="*/ 1759860 h 2021170"/>
              <a:gd name="connsiteX7" fmla="*/ 576583 w 1433109"/>
              <a:gd name="connsiteY7" fmla="*/ 2018940 h 2021170"/>
              <a:gd name="connsiteX8" fmla="*/ 78743 w 1433109"/>
              <a:gd name="connsiteY8" fmla="*/ 1637940 h 2021170"/>
              <a:gd name="connsiteX9" fmla="*/ 68583 w 1433109"/>
              <a:gd name="connsiteY9" fmla="*/ 383180 h 2021170"/>
              <a:gd name="connsiteX10" fmla="*/ 481651 w 1433109"/>
              <a:gd name="connsiteY10" fmla="*/ 20913 h 2021170"/>
              <a:gd name="connsiteX11" fmla="*/ 840743 w 1433109"/>
              <a:gd name="connsiteY11" fmla="*/ 49487 h 2021170"/>
              <a:gd name="connsiteX0" fmla="*/ 840743 w 1398243"/>
              <a:gd name="connsiteY0" fmla="*/ 49487 h 2021170"/>
              <a:gd name="connsiteX1" fmla="*/ 1200788 w 1398243"/>
              <a:gd name="connsiteY1" fmla="*/ 97113 h 2021170"/>
              <a:gd name="connsiteX2" fmla="*/ 1205233 w 1398243"/>
              <a:gd name="connsiteY2" fmla="*/ 294280 h 2021170"/>
              <a:gd name="connsiteX3" fmla="*/ 1326517 w 1398243"/>
              <a:gd name="connsiteY3" fmla="*/ 532088 h 2021170"/>
              <a:gd name="connsiteX4" fmla="*/ 1387478 w 1398243"/>
              <a:gd name="connsiteY4" fmla="*/ 965793 h 2021170"/>
              <a:gd name="connsiteX5" fmla="*/ 1104903 w 1398243"/>
              <a:gd name="connsiteY5" fmla="*/ 1068980 h 2021170"/>
              <a:gd name="connsiteX6" fmla="*/ 1013463 w 1398243"/>
              <a:gd name="connsiteY6" fmla="*/ 1759860 h 2021170"/>
              <a:gd name="connsiteX7" fmla="*/ 576583 w 1398243"/>
              <a:gd name="connsiteY7" fmla="*/ 2018940 h 2021170"/>
              <a:gd name="connsiteX8" fmla="*/ 78743 w 1398243"/>
              <a:gd name="connsiteY8" fmla="*/ 1637940 h 2021170"/>
              <a:gd name="connsiteX9" fmla="*/ 68583 w 1398243"/>
              <a:gd name="connsiteY9" fmla="*/ 383180 h 2021170"/>
              <a:gd name="connsiteX10" fmla="*/ 481651 w 1398243"/>
              <a:gd name="connsiteY10" fmla="*/ 20913 h 2021170"/>
              <a:gd name="connsiteX11" fmla="*/ 840743 w 1398243"/>
              <a:gd name="connsiteY11" fmla="*/ 49487 h 2021170"/>
              <a:gd name="connsiteX0" fmla="*/ 840743 w 1423509"/>
              <a:gd name="connsiteY0" fmla="*/ 49487 h 2021170"/>
              <a:gd name="connsiteX1" fmla="*/ 1200788 w 1423509"/>
              <a:gd name="connsiteY1" fmla="*/ 97113 h 2021170"/>
              <a:gd name="connsiteX2" fmla="*/ 1205233 w 1423509"/>
              <a:gd name="connsiteY2" fmla="*/ 294280 h 2021170"/>
              <a:gd name="connsiteX3" fmla="*/ 1326517 w 1423509"/>
              <a:gd name="connsiteY3" fmla="*/ 532088 h 2021170"/>
              <a:gd name="connsiteX4" fmla="*/ 1387478 w 1423509"/>
              <a:gd name="connsiteY4" fmla="*/ 965793 h 2021170"/>
              <a:gd name="connsiteX5" fmla="*/ 1104903 w 1423509"/>
              <a:gd name="connsiteY5" fmla="*/ 1068980 h 2021170"/>
              <a:gd name="connsiteX6" fmla="*/ 1013463 w 1423509"/>
              <a:gd name="connsiteY6" fmla="*/ 1759860 h 2021170"/>
              <a:gd name="connsiteX7" fmla="*/ 576583 w 1423509"/>
              <a:gd name="connsiteY7" fmla="*/ 2018940 h 2021170"/>
              <a:gd name="connsiteX8" fmla="*/ 78743 w 1423509"/>
              <a:gd name="connsiteY8" fmla="*/ 1637940 h 2021170"/>
              <a:gd name="connsiteX9" fmla="*/ 68583 w 1423509"/>
              <a:gd name="connsiteY9" fmla="*/ 383180 h 2021170"/>
              <a:gd name="connsiteX10" fmla="*/ 481651 w 1423509"/>
              <a:gd name="connsiteY10" fmla="*/ 20913 h 2021170"/>
              <a:gd name="connsiteX11" fmla="*/ 840743 w 1423509"/>
              <a:gd name="connsiteY11" fmla="*/ 49487 h 2021170"/>
              <a:gd name="connsiteX0" fmla="*/ 840743 w 1427623"/>
              <a:gd name="connsiteY0" fmla="*/ 49487 h 2020922"/>
              <a:gd name="connsiteX1" fmla="*/ 1200788 w 1427623"/>
              <a:gd name="connsiteY1" fmla="*/ 97113 h 2020922"/>
              <a:gd name="connsiteX2" fmla="*/ 1205233 w 1427623"/>
              <a:gd name="connsiteY2" fmla="*/ 294280 h 2020922"/>
              <a:gd name="connsiteX3" fmla="*/ 1326517 w 1427623"/>
              <a:gd name="connsiteY3" fmla="*/ 532088 h 2020922"/>
              <a:gd name="connsiteX4" fmla="*/ 1387478 w 1427623"/>
              <a:gd name="connsiteY4" fmla="*/ 965793 h 2020922"/>
              <a:gd name="connsiteX5" fmla="*/ 1042990 w 1427623"/>
              <a:gd name="connsiteY5" fmla="*/ 1178517 h 2020922"/>
              <a:gd name="connsiteX6" fmla="*/ 1013463 w 1427623"/>
              <a:gd name="connsiteY6" fmla="*/ 1759860 h 2020922"/>
              <a:gd name="connsiteX7" fmla="*/ 576583 w 1427623"/>
              <a:gd name="connsiteY7" fmla="*/ 2018940 h 2020922"/>
              <a:gd name="connsiteX8" fmla="*/ 78743 w 1427623"/>
              <a:gd name="connsiteY8" fmla="*/ 1637940 h 2020922"/>
              <a:gd name="connsiteX9" fmla="*/ 68583 w 1427623"/>
              <a:gd name="connsiteY9" fmla="*/ 383180 h 2020922"/>
              <a:gd name="connsiteX10" fmla="*/ 481651 w 1427623"/>
              <a:gd name="connsiteY10" fmla="*/ 20913 h 2020922"/>
              <a:gd name="connsiteX11" fmla="*/ 840743 w 1427623"/>
              <a:gd name="connsiteY11" fmla="*/ 49487 h 2020922"/>
              <a:gd name="connsiteX0" fmla="*/ 839965 w 1426845"/>
              <a:gd name="connsiteY0" fmla="*/ 49487 h 2082348"/>
              <a:gd name="connsiteX1" fmla="*/ 1200010 w 1426845"/>
              <a:gd name="connsiteY1" fmla="*/ 97113 h 2082348"/>
              <a:gd name="connsiteX2" fmla="*/ 1204455 w 1426845"/>
              <a:gd name="connsiteY2" fmla="*/ 294280 h 2082348"/>
              <a:gd name="connsiteX3" fmla="*/ 1325739 w 1426845"/>
              <a:gd name="connsiteY3" fmla="*/ 532088 h 2082348"/>
              <a:gd name="connsiteX4" fmla="*/ 1386700 w 1426845"/>
              <a:gd name="connsiteY4" fmla="*/ 965793 h 2082348"/>
              <a:gd name="connsiteX5" fmla="*/ 1042212 w 1426845"/>
              <a:gd name="connsiteY5" fmla="*/ 1178517 h 2082348"/>
              <a:gd name="connsiteX6" fmla="*/ 1012685 w 1426845"/>
              <a:gd name="connsiteY6" fmla="*/ 1759860 h 2082348"/>
              <a:gd name="connsiteX7" fmla="*/ 561517 w 1426845"/>
              <a:gd name="connsiteY7" fmla="*/ 2080853 h 2082348"/>
              <a:gd name="connsiteX8" fmla="*/ 77965 w 1426845"/>
              <a:gd name="connsiteY8" fmla="*/ 1637940 h 2082348"/>
              <a:gd name="connsiteX9" fmla="*/ 67805 w 1426845"/>
              <a:gd name="connsiteY9" fmla="*/ 383180 h 2082348"/>
              <a:gd name="connsiteX10" fmla="*/ 480873 w 1426845"/>
              <a:gd name="connsiteY10" fmla="*/ 20913 h 2082348"/>
              <a:gd name="connsiteX11" fmla="*/ 839965 w 1426845"/>
              <a:gd name="connsiteY11" fmla="*/ 49487 h 2082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6845" h="2082348">
                <a:moveTo>
                  <a:pt x="839965" y="49487"/>
                </a:moveTo>
                <a:cubicBezTo>
                  <a:pt x="959821" y="62187"/>
                  <a:pt x="1139262" y="56314"/>
                  <a:pt x="1200010" y="97113"/>
                </a:cubicBezTo>
                <a:cubicBezTo>
                  <a:pt x="1260758" y="137912"/>
                  <a:pt x="1183500" y="221784"/>
                  <a:pt x="1204455" y="294280"/>
                </a:cubicBezTo>
                <a:cubicBezTo>
                  <a:pt x="1225410" y="366776"/>
                  <a:pt x="1185828" y="429694"/>
                  <a:pt x="1325739" y="532088"/>
                </a:cubicBezTo>
                <a:cubicBezTo>
                  <a:pt x="1465650" y="634482"/>
                  <a:pt x="1433955" y="858055"/>
                  <a:pt x="1386700" y="965793"/>
                </a:cubicBezTo>
                <a:cubicBezTo>
                  <a:pt x="1339446" y="1073531"/>
                  <a:pt x="1104548" y="1046172"/>
                  <a:pt x="1042212" y="1178517"/>
                </a:cubicBezTo>
                <a:cubicBezTo>
                  <a:pt x="979876" y="1310862"/>
                  <a:pt x="1092801" y="1609471"/>
                  <a:pt x="1012685" y="1759860"/>
                </a:cubicBezTo>
                <a:cubicBezTo>
                  <a:pt x="932569" y="1910249"/>
                  <a:pt x="717304" y="2101173"/>
                  <a:pt x="561517" y="2080853"/>
                </a:cubicBezTo>
                <a:cubicBezTo>
                  <a:pt x="405730" y="2060533"/>
                  <a:pt x="160250" y="1920886"/>
                  <a:pt x="77965" y="1637940"/>
                </a:cubicBezTo>
                <a:cubicBezTo>
                  <a:pt x="-4320" y="1354995"/>
                  <a:pt x="-41415" y="669353"/>
                  <a:pt x="67805" y="383180"/>
                </a:cubicBezTo>
                <a:cubicBezTo>
                  <a:pt x="177025" y="97007"/>
                  <a:pt x="352180" y="76528"/>
                  <a:pt x="480873" y="20913"/>
                </a:cubicBezTo>
                <a:cubicBezTo>
                  <a:pt x="609566" y="-34702"/>
                  <a:pt x="720109" y="36787"/>
                  <a:pt x="839965" y="49487"/>
                </a:cubicBezTo>
                <a:close/>
              </a:path>
            </a:pathLst>
          </a:custGeom>
          <a:solidFill>
            <a:srgbClr val="61B230">
              <a:lumMod val="75000"/>
              <a:alpha val="10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E3BA09C7-514E-4B0B-923B-7222D7A37029}"/>
              </a:ext>
            </a:extLst>
          </p:cNvPr>
          <p:cNvSpPr/>
          <p:nvPr/>
        </p:nvSpPr>
        <p:spPr>
          <a:xfrm>
            <a:off x="9058244" y="1826011"/>
            <a:ext cx="1943170" cy="1365072"/>
          </a:xfrm>
          <a:custGeom>
            <a:avLst/>
            <a:gdLst>
              <a:gd name="connsiteX0" fmla="*/ 1245486 w 2255472"/>
              <a:gd name="connsiteY0" fmla="*/ 12843 h 1664733"/>
              <a:gd name="connsiteX1" fmla="*/ 879726 w 2255472"/>
              <a:gd name="connsiteY1" fmla="*/ 129683 h 1664733"/>
              <a:gd name="connsiteX2" fmla="*/ 839086 w 2255472"/>
              <a:gd name="connsiteY2" fmla="*/ 271923 h 1664733"/>
              <a:gd name="connsiteX3" fmla="*/ 625726 w 2255472"/>
              <a:gd name="connsiteY3" fmla="*/ 404003 h 1664733"/>
              <a:gd name="connsiteX4" fmla="*/ 473326 w 2255472"/>
              <a:gd name="connsiteY4" fmla="*/ 495443 h 1664733"/>
              <a:gd name="connsiteX5" fmla="*/ 351406 w 2255472"/>
              <a:gd name="connsiteY5" fmla="*/ 490363 h 1664733"/>
              <a:gd name="connsiteX6" fmla="*/ 285366 w 2255472"/>
              <a:gd name="connsiteY6" fmla="*/ 627523 h 1664733"/>
              <a:gd name="connsiteX7" fmla="*/ 295526 w 2255472"/>
              <a:gd name="connsiteY7" fmla="*/ 825643 h 1664733"/>
              <a:gd name="connsiteX8" fmla="*/ 366646 w 2255472"/>
              <a:gd name="connsiteY8" fmla="*/ 1069483 h 1664733"/>
              <a:gd name="connsiteX9" fmla="*/ 386966 w 2255472"/>
              <a:gd name="connsiteY9" fmla="*/ 1262523 h 1664733"/>
              <a:gd name="connsiteX10" fmla="*/ 326006 w 2255472"/>
              <a:gd name="connsiteY10" fmla="*/ 1293003 h 1664733"/>
              <a:gd name="connsiteX11" fmla="*/ 244726 w 2255472"/>
              <a:gd name="connsiteY11" fmla="*/ 1247283 h 1664733"/>
              <a:gd name="connsiteX12" fmla="*/ 122806 w 2255472"/>
              <a:gd name="connsiteY12" fmla="*/ 1237123 h 1664733"/>
              <a:gd name="connsiteX13" fmla="*/ 31366 w 2255472"/>
              <a:gd name="connsiteY13" fmla="*/ 1425083 h 1664733"/>
              <a:gd name="connsiteX14" fmla="*/ 72006 w 2255472"/>
              <a:gd name="connsiteY14" fmla="*/ 1663843 h 1664733"/>
              <a:gd name="connsiteX15" fmla="*/ 793366 w 2255472"/>
              <a:gd name="connsiteY15" fmla="*/ 1486043 h 1664733"/>
              <a:gd name="connsiteX16" fmla="*/ 2037966 w 2255472"/>
              <a:gd name="connsiteY16" fmla="*/ 1003443 h 1664733"/>
              <a:gd name="connsiteX17" fmla="*/ 2251326 w 2255472"/>
              <a:gd name="connsiteY17" fmla="*/ 581803 h 1664733"/>
              <a:gd name="connsiteX18" fmla="*/ 1992246 w 2255472"/>
              <a:gd name="connsiteY18" fmla="*/ 195723 h 1664733"/>
              <a:gd name="connsiteX19" fmla="*/ 1580766 w 2255472"/>
              <a:gd name="connsiteY19" fmla="*/ 23003 h 1664733"/>
              <a:gd name="connsiteX20" fmla="*/ 1245486 w 2255472"/>
              <a:gd name="connsiteY20" fmla="*/ 12843 h 1664733"/>
              <a:gd name="connsiteX0" fmla="*/ 1214267 w 2224253"/>
              <a:gd name="connsiteY0" fmla="*/ 12843 h 1545914"/>
              <a:gd name="connsiteX1" fmla="*/ 848507 w 2224253"/>
              <a:gd name="connsiteY1" fmla="*/ 129683 h 1545914"/>
              <a:gd name="connsiteX2" fmla="*/ 807867 w 2224253"/>
              <a:gd name="connsiteY2" fmla="*/ 271923 h 1545914"/>
              <a:gd name="connsiteX3" fmla="*/ 594507 w 2224253"/>
              <a:gd name="connsiteY3" fmla="*/ 404003 h 1545914"/>
              <a:gd name="connsiteX4" fmla="*/ 442107 w 2224253"/>
              <a:gd name="connsiteY4" fmla="*/ 495443 h 1545914"/>
              <a:gd name="connsiteX5" fmla="*/ 320187 w 2224253"/>
              <a:gd name="connsiteY5" fmla="*/ 490363 h 1545914"/>
              <a:gd name="connsiteX6" fmla="*/ 254147 w 2224253"/>
              <a:gd name="connsiteY6" fmla="*/ 627523 h 1545914"/>
              <a:gd name="connsiteX7" fmla="*/ 264307 w 2224253"/>
              <a:gd name="connsiteY7" fmla="*/ 825643 h 1545914"/>
              <a:gd name="connsiteX8" fmla="*/ 335427 w 2224253"/>
              <a:gd name="connsiteY8" fmla="*/ 1069483 h 1545914"/>
              <a:gd name="connsiteX9" fmla="*/ 355747 w 2224253"/>
              <a:gd name="connsiteY9" fmla="*/ 1262523 h 1545914"/>
              <a:gd name="connsiteX10" fmla="*/ 294787 w 2224253"/>
              <a:gd name="connsiteY10" fmla="*/ 1293003 h 1545914"/>
              <a:gd name="connsiteX11" fmla="*/ 213507 w 2224253"/>
              <a:gd name="connsiteY11" fmla="*/ 1247283 h 1545914"/>
              <a:gd name="connsiteX12" fmla="*/ 91587 w 2224253"/>
              <a:gd name="connsiteY12" fmla="*/ 1237123 h 1545914"/>
              <a:gd name="connsiteX13" fmla="*/ 147 w 2224253"/>
              <a:gd name="connsiteY13" fmla="*/ 1425083 h 1545914"/>
              <a:gd name="connsiteX14" fmla="*/ 106827 w 2224253"/>
              <a:gd name="connsiteY14" fmla="*/ 1531763 h 1545914"/>
              <a:gd name="connsiteX15" fmla="*/ 762147 w 2224253"/>
              <a:gd name="connsiteY15" fmla="*/ 1486043 h 1545914"/>
              <a:gd name="connsiteX16" fmla="*/ 2006747 w 2224253"/>
              <a:gd name="connsiteY16" fmla="*/ 1003443 h 1545914"/>
              <a:gd name="connsiteX17" fmla="*/ 2220107 w 2224253"/>
              <a:gd name="connsiteY17" fmla="*/ 581803 h 1545914"/>
              <a:gd name="connsiteX18" fmla="*/ 1961027 w 2224253"/>
              <a:gd name="connsiteY18" fmla="*/ 195723 h 1545914"/>
              <a:gd name="connsiteX19" fmla="*/ 1549547 w 2224253"/>
              <a:gd name="connsiteY19" fmla="*/ 23003 h 1545914"/>
              <a:gd name="connsiteX20" fmla="*/ 1214267 w 2224253"/>
              <a:gd name="connsiteY20" fmla="*/ 12843 h 1545914"/>
              <a:gd name="connsiteX0" fmla="*/ 1214267 w 2224253"/>
              <a:gd name="connsiteY0" fmla="*/ 12843 h 1545914"/>
              <a:gd name="connsiteX1" fmla="*/ 848507 w 2224253"/>
              <a:gd name="connsiteY1" fmla="*/ 129683 h 1545914"/>
              <a:gd name="connsiteX2" fmla="*/ 807867 w 2224253"/>
              <a:gd name="connsiteY2" fmla="*/ 271923 h 1545914"/>
              <a:gd name="connsiteX3" fmla="*/ 594507 w 2224253"/>
              <a:gd name="connsiteY3" fmla="*/ 404003 h 1545914"/>
              <a:gd name="connsiteX4" fmla="*/ 442107 w 2224253"/>
              <a:gd name="connsiteY4" fmla="*/ 495443 h 1545914"/>
              <a:gd name="connsiteX5" fmla="*/ 320187 w 2224253"/>
              <a:gd name="connsiteY5" fmla="*/ 490363 h 1545914"/>
              <a:gd name="connsiteX6" fmla="*/ 254147 w 2224253"/>
              <a:gd name="connsiteY6" fmla="*/ 627523 h 1545914"/>
              <a:gd name="connsiteX7" fmla="*/ 264307 w 2224253"/>
              <a:gd name="connsiteY7" fmla="*/ 825643 h 1545914"/>
              <a:gd name="connsiteX8" fmla="*/ 335427 w 2224253"/>
              <a:gd name="connsiteY8" fmla="*/ 1069483 h 1545914"/>
              <a:gd name="connsiteX9" fmla="*/ 401467 w 2224253"/>
              <a:gd name="connsiteY9" fmla="*/ 1176163 h 1545914"/>
              <a:gd name="connsiteX10" fmla="*/ 294787 w 2224253"/>
              <a:gd name="connsiteY10" fmla="*/ 1293003 h 1545914"/>
              <a:gd name="connsiteX11" fmla="*/ 213507 w 2224253"/>
              <a:gd name="connsiteY11" fmla="*/ 1247283 h 1545914"/>
              <a:gd name="connsiteX12" fmla="*/ 91587 w 2224253"/>
              <a:gd name="connsiteY12" fmla="*/ 1237123 h 1545914"/>
              <a:gd name="connsiteX13" fmla="*/ 147 w 2224253"/>
              <a:gd name="connsiteY13" fmla="*/ 1425083 h 1545914"/>
              <a:gd name="connsiteX14" fmla="*/ 106827 w 2224253"/>
              <a:gd name="connsiteY14" fmla="*/ 1531763 h 1545914"/>
              <a:gd name="connsiteX15" fmla="*/ 762147 w 2224253"/>
              <a:gd name="connsiteY15" fmla="*/ 1486043 h 1545914"/>
              <a:gd name="connsiteX16" fmla="*/ 2006747 w 2224253"/>
              <a:gd name="connsiteY16" fmla="*/ 1003443 h 1545914"/>
              <a:gd name="connsiteX17" fmla="*/ 2220107 w 2224253"/>
              <a:gd name="connsiteY17" fmla="*/ 581803 h 1545914"/>
              <a:gd name="connsiteX18" fmla="*/ 1961027 w 2224253"/>
              <a:gd name="connsiteY18" fmla="*/ 195723 h 1545914"/>
              <a:gd name="connsiteX19" fmla="*/ 1549547 w 2224253"/>
              <a:gd name="connsiteY19" fmla="*/ 23003 h 1545914"/>
              <a:gd name="connsiteX20" fmla="*/ 1214267 w 2224253"/>
              <a:gd name="connsiteY20" fmla="*/ 12843 h 1545914"/>
              <a:gd name="connsiteX0" fmla="*/ 1214267 w 2224253"/>
              <a:gd name="connsiteY0" fmla="*/ 12843 h 1545914"/>
              <a:gd name="connsiteX1" fmla="*/ 848507 w 2224253"/>
              <a:gd name="connsiteY1" fmla="*/ 129683 h 1545914"/>
              <a:gd name="connsiteX2" fmla="*/ 807867 w 2224253"/>
              <a:gd name="connsiteY2" fmla="*/ 271923 h 1545914"/>
              <a:gd name="connsiteX3" fmla="*/ 594507 w 2224253"/>
              <a:gd name="connsiteY3" fmla="*/ 404003 h 1545914"/>
              <a:gd name="connsiteX4" fmla="*/ 442107 w 2224253"/>
              <a:gd name="connsiteY4" fmla="*/ 495443 h 1545914"/>
              <a:gd name="connsiteX5" fmla="*/ 320187 w 2224253"/>
              <a:gd name="connsiteY5" fmla="*/ 490363 h 1545914"/>
              <a:gd name="connsiteX6" fmla="*/ 254147 w 2224253"/>
              <a:gd name="connsiteY6" fmla="*/ 627523 h 1545914"/>
              <a:gd name="connsiteX7" fmla="*/ 264307 w 2224253"/>
              <a:gd name="connsiteY7" fmla="*/ 825643 h 1545914"/>
              <a:gd name="connsiteX8" fmla="*/ 335427 w 2224253"/>
              <a:gd name="connsiteY8" fmla="*/ 1069483 h 1545914"/>
              <a:gd name="connsiteX9" fmla="*/ 401467 w 2224253"/>
              <a:gd name="connsiteY9" fmla="*/ 1176163 h 1545914"/>
              <a:gd name="connsiteX10" fmla="*/ 569107 w 2224253"/>
              <a:gd name="connsiteY10" fmla="*/ 1282843 h 1545914"/>
              <a:gd name="connsiteX11" fmla="*/ 213507 w 2224253"/>
              <a:gd name="connsiteY11" fmla="*/ 1247283 h 1545914"/>
              <a:gd name="connsiteX12" fmla="*/ 91587 w 2224253"/>
              <a:gd name="connsiteY12" fmla="*/ 1237123 h 1545914"/>
              <a:gd name="connsiteX13" fmla="*/ 147 w 2224253"/>
              <a:gd name="connsiteY13" fmla="*/ 1425083 h 1545914"/>
              <a:gd name="connsiteX14" fmla="*/ 106827 w 2224253"/>
              <a:gd name="connsiteY14" fmla="*/ 1531763 h 1545914"/>
              <a:gd name="connsiteX15" fmla="*/ 762147 w 2224253"/>
              <a:gd name="connsiteY15" fmla="*/ 1486043 h 1545914"/>
              <a:gd name="connsiteX16" fmla="*/ 2006747 w 2224253"/>
              <a:gd name="connsiteY16" fmla="*/ 1003443 h 1545914"/>
              <a:gd name="connsiteX17" fmla="*/ 2220107 w 2224253"/>
              <a:gd name="connsiteY17" fmla="*/ 581803 h 1545914"/>
              <a:gd name="connsiteX18" fmla="*/ 1961027 w 2224253"/>
              <a:gd name="connsiteY18" fmla="*/ 195723 h 1545914"/>
              <a:gd name="connsiteX19" fmla="*/ 1549547 w 2224253"/>
              <a:gd name="connsiteY19" fmla="*/ 23003 h 1545914"/>
              <a:gd name="connsiteX20" fmla="*/ 1214267 w 2224253"/>
              <a:gd name="connsiteY20" fmla="*/ 12843 h 1545914"/>
              <a:gd name="connsiteX0" fmla="*/ 1217253 w 2227239"/>
              <a:gd name="connsiteY0" fmla="*/ 12843 h 1545914"/>
              <a:gd name="connsiteX1" fmla="*/ 851493 w 2227239"/>
              <a:gd name="connsiteY1" fmla="*/ 129683 h 1545914"/>
              <a:gd name="connsiteX2" fmla="*/ 810853 w 2227239"/>
              <a:gd name="connsiteY2" fmla="*/ 271923 h 1545914"/>
              <a:gd name="connsiteX3" fmla="*/ 597493 w 2227239"/>
              <a:gd name="connsiteY3" fmla="*/ 404003 h 1545914"/>
              <a:gd name="connsiteX4" fmla="*/ 445093 w 2227239"/>
              <a:gd name="connsiteY4" fmla="*/ 495443 h 1545914"/>
              <a:gd name="connsiteX5" fmla="*/ 323173 w 2227239"/>
              <a:gd name="connsiteY5" fmla="*/ 490363 h 1545914"/>
              <a:gd name="connsiteX6" fmla="*/ 257133 w 2227239"/>
              <a:gd name="connsiteY6" fmla="*/ 627523 h 1545914"/>
              <a:gd name="connsiteX7" fmla="*/ 267293 w 2227239"/>
              <a:gd name="connsiteY7" fmla="*/ 825643 h 1545914"/>
              <a:gd name="connsiteX8" fmla="*/ 338413 w 2227239"/>
              <a:gd name="connsiteY8" fmla="*/ 1069483 h 1545914"/>
              <a:gd name="connsiteX9" fmla="*/ 404453 w 2227239"/>
              <a:gd name="connsiteY9" fmla="*/ 1176163 h 1545914"/>
              <a:gd name="connsiteX10" fmla="*/ 572093 w 2227239"/>
              <a:gd name="connsiteY10" fmla="*/ 1282843 h 1545914"/>
              <a:gd name="connsiteX11" fmla="*/ 694013 w 2227239"/>
              <a:gd name="connsiteY11" fmla="*/ 1343803 h 1545914"/>
              <a:gd name="connsiteX12" fmla="*/ 94573 w 2227239"/>
              <a:gd name="connsiteY12" fmla="*/ 1237123 h 1545914"/>
              <a:gd name="connsiteX13" fmla="*/ 3133 w 2227239"/>
              <a:gd name="connsiteY13" fmla="*/ 1425083 h 1545914"/>
              <a:gd name="connsiteX14" fmla="*/ 109813 w 2227239"/>
              <a:gd name="connsiteY14" fmla="*/ 1531763 h 1545914"/>
              <a:gd name="connsiteX15" fmla="*/ 765133 w 2227239"/>
              <a:gd name="connsiteY15" fmla="*/ 1486043 h 1545914"/>
              <a:gd name="connsiteX16" fmla="*/ 2009733 w 2227239"/>
              <a:gd name="connsiteY16" fmla="*/ 1003443 h 1545914"/>
              <a:gd name="connsiteX17" fmla="*/ 2223093 w 2227239"/>
              <a:gd name="connsiteY17" fmla="*/ 581803 h 1545914"/>
              <a:gd name="connsiteX18" fmla="*/ 1964013 w 2227239"/>
              <a:gd name="connsiteY18" fmla="*/ 195723 h 1545914"/>
              <a:gd name="connsiteX19" fmla="*/ 1552533 w 2227239"/>
              <a:gd name="connsiteY19" fmla="*/ 23003 h 1545914"/>
              <a:gd name="connsiteX20" fmla="*/ 1217253 w 2227239"/>
              <a:gd name="connsiteY20" fmla="*/ 12843 h 1545914"/>
              <a:gd name="connsiteX0" fmla="*/ 1270871 w 2280857"/>
              <a:gd name="connsiteY0" fmla="*/ 12843 h 1545914"/>
              <a:gd name="connsiteX1" fmla="*/ 905111 w 2280857"/>
              <a:gd name="connsiteY1" fmla="*/ 129683 h 1545914"/>
              <a:gd name="connsiteX2" fmla="*/ 864471 w 2280857"/>
              <a:gd name="connsiteY2" fmla="*/ 271923 h 1545914"/>
              <a:gd name="connsiteX3" fmla="*/ 651111 w 2280857"/>
              <a:gd name="connsiteY3" fmla="*/ 404003 h 1545914"/>
              <a:gd name="connsiteX4" fmla="*/ 498711 w 2280857"/>
              <a:gd name="connsiteY4" fmla="*/ 495443 h 1545914"/>
              <a:gd name="connsiteX5" fmla="*/ 376791 w 2280857"/>
              <a:gd name="connsiteY5" fmla="*/ 490363 h 1545914"/>
              <a:gd name="connsiteX6" fmla="*/ 310751 w 2280857"/>
              <a:gd name="connsiteY6" fmla="*/ 627523 h 1545914"/>
              <a:gd name="connsiteX7" fmla="*/ 320911 w 2280857"/>
              <a:gd name="connsiteY7" fmla="*/ 825643 h 1545914"/>
              <a:gd name="connsiteX8" fmla="*/ 392031 w 2280857"/>
              <a:gd name="connsiteY8" fmla="*/ 1069483 h 1545914"/>
              <a:gd name="connsiteX9" fmla="*/ 458071 w 2280857"/>
              <a:gd name="connsiteY9" fmla="*/ 1176163 h 1545914"/>
              <a:gd name="connsiteX10" fmla="*/ 625711 w 2280857"/>
              <a:gd name="connsiteY10" fmla="*/ 1282843 h 1545914"/>
              <a:gd name="connsiteX11" fmla="*/ 747631 w 2280857"/>
              <a:gd name="connsiteY11" fmla="*/ 1343803 h 1545914"/>
              <a:gd name="connsiteX12" fmla="*/ 920351 w 2280857"/>
              <a:gd name="connsiteY12" fmla="*/ 1389523 h 1545914"/>
              <a:gd name="connsiteX13" fmla="*/ 56751 w 2280857"/>
              <a:gd name="connsiteY13" fmla="*/ 1425083 h 1545914"/>
              <a:gd name="connsiteX14" fmla="*/ 163431 w 2280857"/>
              <a:gd name="connsiteY14" fmla="*/ 1531763 h 1545914"/>
              <a:gd name="connsiteX15" fmla="*/ 818751 w 2280857"/>
              <a:gd name="connsiteY15" fmla="*/ 1486043 h 1545914"/>
              <a:gd name="connsiteX16" fmla="*/ 2063351 w 2280857"/>
              <a:gd name="connsiteY16" fmla="*/ 1003443 h 1545914"/>
              <a:gd name="connsiteX17" fmla="*/ 2276711 w 2280857"/>
              <a:gd name="connsiteY17" fmla="*/ 581803 h 1545914"/>
              <a:gd name="connsiteX18" fmla="*/ 2017631 w 2280857"/>
              <a:gd name="connsiteY18" fmla="*/ 195723 h 1545914"/>
              <a:gd name="connsiteX19" fmla="*/ 1606151 w 2280857"/>
              <a:gd name="connsiteY19" fmla="*/ 23003 h 1545914"/>
              <a:gd name="connsiteX20" fmla="*/ 1270871 w 2280857"/>
              <a:gd name="connsiteY20" fmla="*/ 12843 h 1545914"/>
              <a:gd name="connsiteX0" fmla="*/ 1112076 w 2122062"/>
              <a:gd name="connsiteY0" fmla="*/ 12843 h 1553223"/>
              <a:gd name="connsiteX1" fmla="*/ 746316 w 2122062"/>
              <a:gd name="connsiteY1" fmla="*/ 129683 h 1553223"/>
              <a:gd name="connsiteX2" fmla="*/ 705676 w 2122062"/>
              <a:gd name="connsiteY2" fmla="*/ 271923 h 1553223"/>
              <a:gd name="connsiteX3" fmla="*/ 492316 w 2122062"/>
              <a:gd name="connsiteY3" fmla="*/ 404003 h 1553223"/>
              <a:gd name="connsiteX4" fmla="*/ 339916 w 2122062"/>
              <a:gd name="connsiteY4" fmla="*/ 495443 h 1553223"/>
              <a:gd name="connsiteX5" fmla="*/ 217996 w 2122062"/>
              <a:gd name="connsiteY5" fmla="*/ 490363 h 1553223"/>
              <a:gd name="connsiteX6" fmla="*/ 151956 w 2122062"/>
              <a:gd name="connsiteY6" fmla="*/ 627523 h 1553223"/>
              <a:gd name="connsiteX7" fmla="*/ 162116 w 2122062"/>
              <a:gd name="connsiteY7" fmla="*/ 825643 h 1553223"/>
              <a:gd name="connsiteX8" fmla="*/ 233236 w 2122062"/>
              <a:gd name="connsiteY8" fmla="*/ 1069483 h 1553223"/>
              <a:gd name="connsiteX9" fmla="*/ 299276 w 2122062"/>
              <a:gd name="connsiteY9" fmla="*/ 1176163 h 1553223"/>
              <a:gd name="connsiteX10" fmla="*/ 466916 w 2122062"/>
              <a:gd name="connsiteY10" fmla="*/ 1282843 h 1553223"/>
              <a:gd name="connsiteX11" fmla="*/ 588836 w 2122062"/>
              <a:gd name="connsiteY11" fmla="*/ 1343803 h 1553223"/>
              <a:gd name="connsiteX12" fmla="*/ 761556 w 2122062"/>
              <a:gd name="connsiteY12" fmla="*/ 1389523 h 1553223"/>
              <a:gd name="connsiteX13" fmla="*/ 969836 w 2122062"/>
              <a:gd name="connsiteY13" fmla="*/ 1318403 h 1553223"/>
              <a:gd name="connsiteX14" fmla="*/ 4636 w 2122062"/>
              <a:gd name="connsiteY14" fmla="*/ 1531763 h 1553223"/>
              <a:gd name="connsiteX15" fmla="*/ 659956 w 2122062"/>
              <a:gd name="connsiteY15" fmla="*/ 1486043 h 1553223"/>
              <a:gd name="connsiteX16" fmla="*/ 1904556 w 2122062"/>
              <a:gd name="connsiteY16" fmla="*/ 1003443 h 1553223"/>
              <a:gd name="connsiteX17" fmla="*/ 2117916 w 2122062"/>
              <a:gd name="connsiteY17" fmla="*/ 581803 h 1553223"/>
              <a:gd name="connsiteX18" fmla="*/ 1858836 w 2122062"/>
              <a:gd name="connsiteY18" fmla="*/ 195723 h 1553223"/>
              <a:gd name="connsiteX19" fmla="*/ 1447356 w 2122062"/>
              <a:gd name="connsiteY19" fmla="*/ 23003 h 1553223"/>
              <a:gd name="connsiteX20" fmla="*/ 1112076 w 2122062"/>
              <a:gd name="connsiteY20" fmla="*/ 12843 h 1553223"/>
              <a:gd name="connsiteX0" fmla="*/ 964636 w 1974622"/>
              <a:gd name="connsiteY0" fmla="*/ 12843 h 1491530"/>
              <a:gd name="connsiteX1" fmla="*/ 598876 w 1974622"/>
              <a:gd name="connsiteY1" fmla="*/ 129683 h 1491530"/>
              <a:gd name="connsiteX2" fmla="*/ 558236 w 1974622"/>
              <a:gd name="connsiteY2" fmla="*/ 271923 h 1491530"/>
              <a:gd name="connsiteX3" fmla="*/ 344876 w 1974622"/>
              <a:gd name="connsiteY3" fmla="*/ 404003 h 1491530"/>
              <a:gd name="connsiteX4" fmla="*/ 192476 w 1974622"/>
              <a:gd name="connsiteY4" fmla="*/ 495443 h 1491530"/>
              <a:gd name="connsiteX5" fmla="*/ 70556 w 1974622"/>
              <a:gd name="connsiteY5" fmla="*/ 490363 h 1491530"/>
              <a:gd name="connsiteX6" fmla="*/ 4516 w 1974622"/>
              <a:gd name="connsiteY6" fmla="*/ 627523 h 1491530"/>
              <a:gd name="connsiteX7" fmla="*/ 14676 w 1974622"/>
              <a:gd name="connsiteY7" fmla="*/ 825643 h 1491530"/>
              <a:gd name="connsiteX8" fmla="*/ 85796 w 1974622"/>
              <a:gd name="connsiteY8" fmla="*/ 1069483 h 1491530"/>
              <a:gd name="connsiteX9" fmla="*/ 151836 w 1974622"/>
              <a:gd name="connsiteY9" fmla="*/ 1176163 h 1491530"/>
              <a:gd name="connsiteX10" fmla="*/ 319476 w 1974622"/>
              <a:gd name="connsiteY10" fmla="*/ 1282843 h 1491530"/>
              <a:gd name="connsiteX11" fmla="*/ 441396 w 1974622"/>
              <a:gd name="connsiteY11" fmla="*/ 1343803 h 1491530"/>
              <a:gd name="connsiteX12" fmla="*/ 614116 w 1974622"/>
              <a:gd name="connsiteY12" fmla="*/ 1389523 h 1491530"/>
              <a:gd name="connsiteX13" fmla="*/ 822396 w 1974622"/>
              <a:gd name="connsiteY13" fmla="*/ 1318403 h 1491530"/>
              <a:gd name="connsiteX14" fmla="*/ 1025596 w 1974622"/>
              <a:gd name="connsiteY14" fmla="*/ 1267603 h 1491530"/>
              <a:gd name="connsiteX15" fmla="*/ 512516 w 1974622"/>
              <a:gd name="connsiteY15" fmla="*/ 1486043 h 1491530"/>
              <a:gd name="connsiteX16" fmla="*/ 1757116 w 1974622"/>
              <a:gd name="connsiteY16" fmla="*/ 1003443 h 1491530"/>
              <a:gd name="connsiteX17" fmla="*/ 1970476 w 1974622"/>
              <a:gd name="connsiteY17" fmla="*/ 581803 h 1491530"/>
              <a:gd name="connsiteX18" fmla="*/ 1711396 w 1974622"/>
              <a:gd name="connsiteY18" fmla="*/ 195723 h 1491530"/>
              <a:gd name="connsiteX19" fmla="*/ 1299916 w 1974622"/>
              <a:gd name="connsiteY19" fmla="*/ 23003 h 1491530"/>
              <a:gd name="connsiteX20" fmla="*/ 964636 w 1974622"/>
              <a:gd name="connsiteY20" fmla="*/ 12843 h 1491530"/>
              <a:gd name="connsiteX0" fmla="*/ 964636 w 1970946"/>
              <a:gd name="connsiteY0" fmla="*/ 12843 h 1389902"/>
              <a:gd name="connsiteX1" fmla="*/ 598876 w 1970946"/>
              <a:gd name="connsiteY1" fmla="*/ 129683 h 1389902"/>
              <a:gd name="connsiteX2" fmla="*/ 558236 w 1970946"/>
              <a:gd name="connsiteY2" fmla="*/ 271923 h 1389902"/>
              <a:gd name="connsiteX3" fmla="*/ 344876 w 1970946"/>
              <a:gd name="connsiteY3" fmla="*/ 404003 h 1389902"/>
              <a:gd name="connsiteX4" fmla="*/ 192476 w 1970946"/>
              <a:gd name="connsiteY4" fmla="*/ 495443 h 1389902"/>
              <a:gd name="connsiteX5" fmla="*/ 70556 w 1970946"/>
              <a:gd name="connsiteY5" fmla="*/ 490363 h 1389902"/>
              <a:gd name="connsiteX6" fmla="*/ 4516 w 1970946"/>
              <a:gd name="connsiteY6" fmla="*/ 627523 h 1389902"/>
              <a:gd name="connsiteX7" fmla="*/ 14676 w 1970946"/>
              <a:gd name="connsiteY7" fmla="*/ 825643 h 1389902"/>
              <a:gd name="connsiteX8" fmla="*/ 85796 w 1970946"/>
              <a:gd name="connsiteY8" fmla="*/ 1069483 h 1389902"/>
              <a:gd name="connsiteX9" fmla="*/ 151836 w 1970946"/>
              <a:gd name="connsiteY9" fmla="*/ 1176163 h 1389902"/>
              <a:gd name="connsiteX10" fmla="*/ 319476 w 1970946"/>
              <a:gd name="connsiteY10" fmla="*/ 1282843 h 1389902"/>
              <a:gd name="connsiteX11" fmla="*/ 441396 w 1970946"/>
              <a:gd name="connsiteY11" fmla="*/ 1343803 h 1389902"/>
              <a:gd name="connsiteX12" fmla="*/ 614116 w 1970946"/>
              <a:gd name="connsiteY12" fmla="*/ 1389523 h 1389902"/>
              <a:gd name="connsiteX13" fmla="*/ 822396 w 1970946"/>
              <a:gd name="connsiteY13" fmla="*/ 1318403 h 1389902"/>
              <a:gd name="connsiteX14" fmla="*/ 1025596 w 1970946"/>
              <a:gd name="connsiteY14" fmla="*/ 1267603 h 1389902"/>
              <a:gd name="connsiteX15" fmla="*/ 1157676 w 1970946"/>
              <a:gd name="connsiteY15" fmla="*/ 1226963 h 1389902"/>
              <a:gd name="connsiteX16" fmla="*/ 1757116 w 1970946"/>
              <a:gd name="connsiteY16" fmla="*/ 1003443 h 1389902"/>
              <a:gd name="connsiteX17" fmla="*/ 1970476 w 1970946"/>
              <a:gd name="connsiteY17" fmla="*/ 581803 h 1389902"/>
              <a:gd name="connsiteX18" fmla="*/ 1711396 w 1970946"/>
              <a:gd name="connsiteY18" fmla="*/ 195723 h 1389902"/>
              <a:gd name="connsiteX19" fmla="*/ 1299916 w 1970946"/>
              <a:gd name="connsiteY19" fmla="*/ 23003 h 1389902"/>
              <a:gd name="connsiteX20" fmla="*/ 964636 w 1970946"/>
              <a:gd name="connsiteY20" fmla="*/ 12843 h 1389902"/>
              <a:gd name="connsiteX0" fmla="*/ 964636 w 1970946"/>
              <a:gd name="connsiteY0" fmla="*/ 12843 h 1396653"/>
              <a:gd name="connsiteX1" fmla="*/ 598876 w 1970946"/>
              <a:gd name="connsiteY1" fmla="*/ 129683 h 1396653"/>
              <a:gd name="connsiteX2" fmla="*/ 558236 w 1970946"/>
              <a:gd name="connsiteY2" fmla="*/ 271923 h 1396653"/>
              <a:gd name="connsiteX3" fmla="*/ 344876 w 1970946"/>
              <a:gd name="connsiteY3" fmla="*/ 404003 h 1396653"/>
              <a:gd name="connsiteX4" fmla="*/ 192476 w 1970946"/>
              <a:gd name="connsiteY4" fmla="*/ 495443 h 1396653"/>
              <a:gd name="connsiteX5" fmla="*/ 70556 w 1970946"/>
              <a:gd name="connsiteY5" fmla="*/ 490363 h 1396653"/>
              <a:gd name="connsiteX6" fmla="*/ 4516 w 1970946"/>
              <a:gd name="connsiteY6" fmla="*/ 627523 h 1396653"/>
              <a:gd name="connsiteX7" fmla="*/ 14676 w 1970946"/>
              <a:gd name="connsiteY7" fmla="*/ 825643 h 1396653"/>
              <a:gd name="connsiteX8" fmla="*/ 85796 w 1970946"/>
              <a:gd name="connsiteY8" fmla="*/ 1069483 h 1396653"/>
              <a:gd name="connsiteX9" fmla="*/ 151836 w 1970946"/>
              <a:gd name="connsiteY9" fmla="*/ 1176163 h 1396653"/>
              <a:gd name="connsiteX10" fmla="*/ 319476 w 1970946"/>
              <a:gd name="connsiteY10" fmla="*/ 1282843 h 1396653"/>
              <a:gd name="connsiteX11" fmla="*/ 441396 w 1970946"/>
              <a:gd name="connsiteY11" fmla="*/ 1343803 h 1396653"/>
              <a:gd name="connsiteX12" fmla="*/ 614116 w 1970946"/>
              <a:gd name="connsiteY12" fmla="*/ 1389523 h 1396653"/>
              <a:gd name="connsiteX13" fmla="*/ 719526 w 1970946"/>
              <a:gd name="connsiteY13" fmla="*/ 1185053 h 1396653"/>
              <a:gd name="connsiteX14" fmla="*/ 1025596 w 1970946"/>
              <a:gd name="connsiteY14" fmla="*/ 1267603 h 1396653"/>
              <a:gd name="connsiteX15" fmla="*/ 1157676 w 1970946"/>
              <a:gd name="connsiteY15" fmla="*/ 1226963 h 1396653"/>
              <a:gd name="connsiteX16" fmla="*/ 1757116 w 1970946"/>
              <a:gd name="connsiteY16" fmla="*/ 1003443 h 1396653"/>
              <a:gd name="connsiteX17" fmla="*/ 1970476 w 1970946"/>
              <a:gd name="connsiteY17" fmla="*/ 581803 h 1396653"/>
              <a:gd name="connsiteX18" fmla="*/ 1711396 w 1970946"/>
              <a:gd name="connsiteY18" fmla="*/ 195723 h 1396653"/>
              <a:gd name="connsiteX19" fmla="*/ 1299916 w 1970946"/>
              <a:gd name="connsiteY19" fmla="*/ 23003 h 1396653"/>
              <a:gd name="connsiteX20" fmla="*/ 964636 w 1970946"/>
              <a:gd name="connsiteY20" fmla="*/ 12843 h 1396653"/>
              <a:gd name="connsiteX0" fmla="*/ 964636 w 1970946"/>
              <a:gd name="connsiteY0" fmla="*/ 12843 h 1396653"/>
              <a:gd name="connsiteX1" fmla="*/ 598876 w 1970946"/>
              <a:gd name="connsiteY1" fmla="*/ 129683 h 1396653"/>
              <a:gd name="connsiteX2" fmla="*/ 558236 w 1970946"/>
              <a:gd name="connsiteY2" fmla="*/ 271923 h 1396653"/>
              <a:gd name="connsiteX3" fmla="*/ 344876 w 1970946"/>
              <a:gd name="connsiteY3" fmla="*/ 404003 h 1396653"/>
              <a:gd name="connsiteX4" fmla="*/ 192476 w 1970946"/>
              <a:gd name="connsiteY4" fmla="*/ 495443 h 1396653"/>
              <a:gd name="connsiteX5" fmla="*/ 70556 w 1970946"/>
              <a:gd name="connsiteY5" fmla="*/ 490363 h 1396653"/>
              <a:gd name="connsiteX6" fmla="*/ 4516 w 1970946"/>
              <a:gd name="connsiteY6" fmla="*/ 627523 h 1396653"/>
              <a:gd name="connsiteX7" fmla="*/ 14676 w 1970946"/>
              <a:gd name="connsiteY7" fmla="*/ 825643 h 1396653"/>
              <a:gd name="connsiteX8" fmla="*/ 85796 w 1970946"/>
              <a:gd name="connsiteY8" fmla="*/ 1069483 h 1396653"/>
              <a:gd name="connsiteX9" fmla="*/ 151836 w 1970946"/>
              <a:gd name="connsiteY9" fmla="*/ 1176163 h 1396653"/>
              <a:gd name="connsiteX10" fmla="*/ 319476 w 1970946"/>
              <a:gd name="connsiteY10" fmla="*/ 1282843 h 1396653"/>
              <a:gd name="connsiteX11" fmla="*/ 441396 w 1970946"/>
              <a:gd name="connsiteY11" fmla="*/ 1343803 h 1396653"/>
              <a:gd name="connsiteX12" fmla="*/ 614116 w 1970946"/>
              <a:gd name="connsiteY12" fmla="*/ 1389523 h 1396653"/>
              <a:gd name="connsiteX13" fmla="*/ 719526 w 1970946"/>
              <a:gd name="connsiteY13" fmla="*/ 1185053 h 1396653"/>
              <a:gd name="connsiteX14" fmla="*/ 949396 w 1970946"/>
              <a:gd name="connsiteY14" fmla="*/ 1176163 h 1396653"/>
              <a:gd name="connsiteX15" fmla="*/ 1157676 w 1970946"/>
              <a:gd name="connsiteY15" fmla="*/ 1226963 h 1396653"/>
              <a:gd name="connsiteX16" fmla="*/ 1757116 w 1970946"/>
              <a:gd name="connsiteY16" fmla="*/ 1003443 h 1396653"/>
              <a:gd name="connsiteX17" fmla="*/ 1970476 w 1970946"/>
              <a:gd name="connsiteY17" fmla="*/ 581803 h 1396653"/>
              <a:gd name="connsiteX18" fmla="*/ 1711396 w 1970946"/>
              <a:gd name="connsiteY18" fmla="*/ 195723 h 1396653"/>
              <a:gd name="connsiteX19" fmla="*/ 1299916 w 1970946"/>
              <a:gd name="connsiteY19" fmla="*/ 23003 h 1396653"/>
              <a:gd name="connsiteX20" fmla="*/ 964636 w 1970946"/>
              <a:gd name="connsiteY20" fmla="*/ 12843 h 1396653"/>
              <a:gd name="connsiteX0" fmla="*/ 950047 w 1956357"/>
              <a:gd name="connsiteY0" fmla="*/ 12843 h 1396653"/>
              <a:gd name="connsiteX1" fmla="*/ 584287 w 1956357"/>
              <a:gd name="connsiteY1" fmla="*/ 129683 h 1396653"/>
              <a:gd name="connsiteX2" fmla="*/ 543647 w 1956357"/>
              <a:gd name="connsiteY2" fmla="*/ 271923 h 1396653"/>
              <a:gd name="connsiteX3" fmla="*/ 330287 w 1956357"/>
              <a:gd name="connsiteY3" fmla="*/ 404003 h 1396653"/>
              <a:gd name="connsiteX4" fmla="*/ 177887 w 1956357"/>
              <a:gd name="connsiteY4" fmla="*/ 495443 h 1396653"/>
              <a:gd name="connsiteX5" fmla="*/ 55967 w 1956357"/>
              <a:gd name="connsiteY5" fmla="*/ 490363 h 1396653"/>
              <a:gd name="connsiteX6" fmla="*/ 56602 w 1956357"/>
              <a:gd name="connsiteY6" fmla="*/ 684673 h 1396653"/>
              <a:gd name="connsiteX7" fmla="*/ 87 w 1956357"/>
              <a:gd name="connsiteY7" fmla="*/ 825643 h 1396653"/>
              <a:gd name="connsiteX8" fmla="*/ 71207 w 1956357"/>
              <a:gd name="connsiteY8" fmla="*/ 1069483 h 1396653"/>
              <a:gd name="connsiteX9" fmla="*/ 137247 w 1956357"/>
              <a:gd name="connsiteY9" fmla="*/ 1176163 h 1396653"/>
              <a:gd name="connsiteX10" fmla="*/ 304887 w 1956357"/>
              <a:gd name="connsiteY10" fmla="*/ 1282843 h 1396653"/>
              <a:gd name="connsiteX11" fmla="*/ 426807 w 1956357"/>
              <a:gd name="connsiteY11" fmla="*/ 1343803 h 1396653"/>
              <a:gd name="connsiteX12" fmla="*/ 599527 w 1956357"/>
              <a:gd name="connsiteY12" fmla="*/ 1389523 h 1396653"/>
              <a:gd name="connsiteX13" fmla="*/ 704937 w 1956357"/>
              <a:gd name="connsiteY13" fmla="*/ 1185053 h 1396653"/>
              <a:gd name="connsiteX14" fmla="*/ 934807 w 1956357"/>
              <a:gd name="connsiteY14" fmla="*/ 1176163 h 1396653"/>
              <a:gd name="connsiteX15" fmla="*/ 1143087 w 1956357"/>
              <a:gd name="connsiteY15" fmla="*/ 1226963 h 1396653"/>
              <a:gd name="connsiteX16" fmla="*/ 1742527 w 1956357"/>
              <a:gd name="connsiteY16" fmla="*/ 1003443 h 1396653"/>
              <a:gd name="connsiteX17" fmla="*/ 1955887 w 1956357"/>
              <a:gd name="connsiteY17" fmla="*/ 581803 h 1396653"/>
              <a:gd name="connsiteX18" fmla="*/ 1696807 w 1956357"/>
              <a:gd name="connsiteY18" fmla="*/ 195723 h 1396653"/>
              <a:gd name="connsiteX19" fmla="*/ 1285327 w 1956357"/>
              <a:gd name="connsiteY19" fmla="*/ 23003 h 1396653"/>
              <a:gd name="connsiteX20" fmla="*/ 950047 w 1956357"/>
              <a:gd name="connsiteY20" fmla="*/ 12843 h 1396653"/>
              <a:gd name="connsiteX0" fmla="*/ 923917 w 1930227"/>
              <a:gd name="connsiteY0" fmla="*/ 12843 h 1396653"/>
              <a:gd name="connsiteX1" fmla="*/ 558157 w 1930227"/>
              <a:gd name="connsiteY1" fmla="*/ 129683 h 1396653"/>
              <a:gd name="connsiteX2" fmla="*/ 517517 w 1930227"/>
              <a:gd name="connsiteY2" fmla="*/ 271923 h 1396653"/>
              <a:gd name="connsiteX3" fmla="*/ 304157 w 1930227"/>
              <a:gd name="connsiteY3" fmla="*/ 404003 h 1396653"/>
              <a:gd name="connsiteX4" fmla="*/ 151757 w 1930227"/>
              <a:gd name="connsiteY4" fmla="*/ 495443 h 1396653"/>
              <a:gd name="connsiteX5" fmla="*/ 29837 w 1930227"/>
              <a:gd name="connsiteY5" fmla="*/ 490363 h 1396653"/>
              <a:gd name="connsiteX6" fmla="*/ 30472 w 1930227"/>
              <a:gd name="connsiteY6" fmla="*/ 684673 h 1396653"/>
              <a:gd name="connsiteX7" fmla="*/ 151 w 1930227"/>
              <a:gd name="connsiteY7" fmla="*/ 837549 h 1396653"/>
              <a:gd name="connsiteX8" fmla="*/ 45077 w 1930227"/>
              <a:gd name="connsiteY8" fmla="*/ 1069483 h 1396653"/>
              <a:gd name="connsiteX9" fmla="*/ 111117 w 1930227"/>
              <a:gd name="connsiteY9" fmla="*/ 1176163 h 1396653"/>
              <a:gd name="connsiteX10" fmla="*/ 278757 w 1930227"/>
              <a:gd name="connsiteY10" fmla="*/ 1282843 h 1396653"/>
              <a:gd name="connsiteX11" fmla="*/ 400677 w 1930227"/>
              <a:gd name="connsiteY11" fmla="*/ 1343803 h 1396653"/>
              <a:gd name="connsiteX12" fmla="*/ 573397 w 1930227"/>
              <a:gd name="connsiteY12" fmla="*/ 1389523 h 1396653"/>
              <a:gd name="connsiteX13" fmla="*/ 678807 w 1930227"/>
              <a:gd name="connsiteY13" fmla="*/ 1185053 h 1396653"/>
              <a:gd name="connsiteX14" fmla="*/ 908677 w 1930227"/>
              <a:gd name="connsiteY14" fmla="*/ 1176163 h 1396653"/>
              <a:gd name="connsiteX15" fmla="*/ 1116957 w 1930227"/>
              <a:gd name="connsiteY15" fmla="*/ 1226963 h 1396653"/>
              <a:gd name="connsiteX16" fmla="*/ 1716397 w 1930227"/>
              <a:gd name="connsiteY16" fmla="*/ 1003443 h 1396653"/>
              <a:gd name="connsiteX17" fmla="*/ 1929757 w 1930227"/>
              <a:gd name="connsiteY17" fmla="*/ 581803 h 1396653"/>
              <a:gd name="connsiteX18" fmla="*/ 1670677 w 1930227"/>
              <a:gd name="connsiteY18" fmla="*/ 195723 h 1396653"/>
              <a:gd name="connsiteX19" fmla="*/ 1259197 w 1930227"/>
              <a:gd name="connsiteY19" fmla="*/ 23003 h 1396653"/>
              <a:gd name="connsiteX20" fmla="*/ 923917 w 1930227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113561 w 1932671"/>
              <a:gd name="connsiteY9" fmla="*/ 1176163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113561 w 1932671"/>
              <a:gd name="connsiteY9" fmla="*/ 1176163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218336 w 1932671"/>
              <a:gd name="connsiteY9" fmla="*/ 1202357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218336 w 1932671"/>
              <a:gd name="connsiteY9" fmla="*/ 1202357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15153 w 1921463"/>
              <a:gd name="connsiteY0" fmla="*/ 12843 h 1396653"/>
              <a:gd name="connsiteX1" fmla="*/ 549393 w 1921463"/>
              <a:gd name="connsiteY1" fmla="*/ 129683 h 1396653"/>
              <a:gd name="connsiteX2" fmla="*/ 508753 w 1921463"/>
              <a:gd name="connsiteY2" fmla="*/ 271923 h 1396653"/>
              <a:gd name="connsiteX3" fmla="*/ 295393 w 1921463"/>
              <a:gd name="connsiteY3" fmla="*/ 404003 h 1396653"/>
              <a:gd name="connsiteX4" fmla="*/ 142993 w 1921463"/>
              <a:gd name="connsiteY4" fmla="*/ 495443 h 1396653"/>
              <a:gd name="connsiteX5" fmla="*/ 21073 w 1921463"/>
              <a:gd name="connsiteY5" fmla="*/ 490363 h 1396653"/>
              <a:gd name="connsiteX6" fmla="*/ 21708 w 1921463"/>
              <a:gd name="connsiteY6" fmla="*/ 684673 h 1396653"/>
              <a:gd name="connsiteX7" fmla="*/ 3293 w 1921463"/>
              <a:gd name="connsiteY7" fmla="*/ 901843 h 1396653"/>
              <a:gd name="connsiteX8" fmla="*/ 98226 w 1921463"/>
              <a:gd name="connsiteY8" fmla="*/ 1031383 h 1396653"/>
              <a:gd name="connsiteX9" fmla="*/ 207128 w 1921463"/>
              <a:gd name="connsiteY9" fmla="*/ 1202357 h 1396653"/>
              <a:gd name="connsiteX10" fmla="*/ 269993 w 1921463"/>
              <a:gd name="connsiteY10" fmla="*/ 1282843 h 1396653"/>
              <a:gd name="connsiteX11" fmla="*/ 391913 w 1921463"/>
              <a:gd name="connsiteY11" fmla="*/ 1343803 h 1396653"/>
              <a:gd name="connsiteX12" fmla="*/ 564633 w 1921463"/>
              <a:gd name="connsiteY12" fmla="*/ 1389523 h 1396653"/>
              <a:gd name="connsiteX13" fmla="*/ 670043 w 1921463"/>
              <a:gd name="connsiteY13" fmla="*/ 1185053 h 1396653"/>
              <a:gd name="connsiteX14" fmla="*/ 899913 w 1921463"/>
              <a:gd name="connsiteY14" fmla="*/ 1176163 h 1396653"/>
              <a:gd name="connsiteX15" fmla="*/ 1108193 w 1921463"/>
              <a:gd name="connsiteY15" fmla="*/ 1226963 h 1396653"/>
              <a:gd name="connsiteX16" fmla="*/ 1707633 w 1921463"/>
              <a:gd name="connsiteY16" fmla="*/ 1003443 h 1396653"/>
              <a:gd name="connsiteX17" fmla="*/ 1920993 w 1921463"/>
              <a:gd name="connsiteY17" fmla="*/ 581803 h 1396653"/>
              <a:gd name="connsiteX18" fmla="*/ 1661913 w 1921463"/>
              <a:gd name="connsiteY18" fmla="*/ 195723 h 1396653"/>
              <a:gd name="connsiteX19" fmla="*/ 1250433 w 1921463"/>
              <a:gd name="connsiteY19" fmla="*/ 23003 h 1396653"/>
              <a:gd name="connsiteX20" fmla="*/ 915153 w 1921463"/>
              <a:gd name="connsiteY20" fmla="*/ 12843 h 1396653"/>
              <a:gd name="connsiteX0" fmla="*/ 918863 w 1925173"/>
              <a:gd name="connsiteY0" fmla="*/ 12843 h 1396653"/>
              <a:gd name="connsiteX1" fmla="*/ 553103 w 1925173"/>
              <a:gd name="connsiteY1" fmla="*/ 129683 h 1396653"/>
              <a:gd name="connsiteX2" fmla="*/ 512463 w 1925173"/>
              <a:gd name="connsiteY2" fmla="*/ 271923 h 1396653"/>
              <a:gd name="connsiteX3" fmla="*/ 299103 w 1925173"/>
              <a:gd name="connsiteY3" fmla="*/ 404003 h 1396653"/>
              <a:gd name="connsiteX4" fmla="*/ 146703 w 1925173"/>
              <a:gd name="connsiteY4" fmla="*/ 495443 h 1396653"/>
              <a:gd name="connsiteX5" fmla="*/ 24783 w 1925173"/>
              <a:gd name="connsiteY5" fmla="*/ 490363 h 1396653"/>
              <a:gd name="connsiteX6" fmla="*/ 25418 w 1925173"/>
              <a:gd name="connsiteY6" fmla="*/ 684673 h 1396653"/>
              <a:gd name="connsiteX7" fmla="*/ 7003 w 1925173"/>
              <a:gd name="connsiteY7" fmla="*/ 901843 h 1396653"/>
              <a:gd name="connsiteX8" fmla="*/ 101936 w 1925173"/>
              <a:gd name="connsiteY8" fmla="*/ 1031383 h 1396653"/>
              <a:gd name="connsiteX9" fmla="*/ 210838 w 1925173"/>
              <a:gd name="connsiteY9" fmla="*/ 1202357 h 1396653"/>
              <a:gd name="connsiteX10" fmla="*/ 273703 w 1925173"/>
              <a:gd name="connsiteY10" fmla="*/ 1282843 h 1396653"/>
              <a:gd name="connsiteX11" fmla="*/ 395623 w 1925173"/>
              <a:gd name="connsiteY11" fmla="*/ 1343803 h 1396653"/>
              <a:gd name="connsiteX12" fmla="*/ 568343 w 1925173"/>
              <a:gd name="connsiteY12" fmla="*/ 1389523 h 1396653"/>
              <a:gd name="connsiteX13" fmla="*/ 673753 w 1925173"/>
              <a:gd name="connsiteY13" fmla="*/ 1185053 h 1396653"/>
              <a:gd name="connsiteX14" fmla="*/ 903623 w 1925173"/>
              <a:gd name="connsiteY14" fmla="*/ 1176163 h 1396653"/>
              <a:gd name="connsiteX15" fmla="*/ 1111903 w 1925173"/>
              <a:gd name="connsiteY15" fmla="*/ 1226963 h 1396653"/>
              <a:gd name="connsiteX16" fmla="*/ 1711343 w 1925173"/>
              <a:gd name="connsiteY16" fmla="*/ 1003443 h 1396653"/>
              <a:gd name="connsiteX17" fmla="*/ 1924703 w 1925173"/>
              <a:gd name="connsiteY17" fmla="*/ 581803 h 1396653"/>
              <a:gd name="connsiteX18" fmla="*/ 1665623 w 1925173"/>
              <a:gd name="connsiteY18" fmla="*/ 195723 h 1396653"/>
              <a:gd name="connsiteX19" fmla="*/ 1254143 w 1925173"/>
              <a:gd name="connsiteY19" fmla="*/ 23003 h 1396653"/>
              <a:gd name="connsiteX20" fmla="*/ 918863 w 1925173"/>
              <a:gd name="connsiteY20" fmla="*/ 12843 h 1396653"/>
              <a:gd name="connsiteX0" fmla="*/ 916807 w 1923117"/>
              <a:gd name="connsiteY0" fmla="*/ 12843 h 1396653"/>
              <a:gd name="connsiteX1" fmla="*/ 551047 w 1923117"/>
              <a:gd name="connsiteY1" fmla="*/ 129683 h 1396653"/>
              <a:gd name="connsiteX2" fmla="*/ 510407 w 1923117"/>
              <a:gd name="connsiteY2" fmla="*/ 271923 h 1396653"/>
              <a:gd name="connsiteX3" fmla="*/ 297047 w 1923117"/>
              <a:gd name="connsiteY3" fmla="*/ 404003 h 1396653"/>
              <a:gd name="connsiteX4" fmla="*/ 144647 w 1923117"/>
              <a:gd name="connsiteY4" fmla="*/ 495443 h 1396653"/>
              <a:gd name="connsiteX5" fmla="*/ 22727 w 1923117"/>
              <a:gd name="connsiteY5" fmla="*/ 490363 h 1396653"/>
              <a:gd name="connsiteX6" fmla="*/ 23362 w 1923117"/>
              <a:gd name="connsiteY6" fmla="*/ 684673 h 1396653"/>
              <a:gd name="connsiteX7" fmla="*/ 4947 w 1923117"/>
              <a:gd name="connsiteY7" fmla="*/ 901843 h 1396653"/>
              <a:gd name="connsiteX8" fmla="*/ 126074 w 1923117"/>
              <a:gd name="connsiteY8" fmla="*/ 1064720 h 1396653"/>
              <a:gd name="connsiteX9" fmla="*/ 208782 w 1923117"/>
              <a:gd name="connsiteY9" fmla="*/ 1202357 h 1396653"/>
              <a:gd name="connsiteX10" fmla="*/ 271647 w 1923117"/>
              <a:gd name="connsiteY10" fmla="*/ 1282843 h 1396653"/>
              <a:gd name="connsiteX11" fmla="*/ 393567 w 1923117"/>
              <a:gd name="connsiteY11" fmla="*/ 1343803 h 1396653"/>
              <a:gd name="connsiteX12" fmla="*/ 566287 w 1923117"/>
              <a:gd name="connsiteY12" fmla="*/ 1389523 h 1396653"/>
              <a:gd name="connsiteX13" fmla="*/ 671697 w 1923117"/>
              <a:gd name="connsiteY13" fmla="*/ 1185053 h 1396653"/>
              <a:gd name="connsiteX14" fmla="*/ 901567 w 1923117"/>
              <a:gd name="connsiteY14" fmla="*/ 1176163 h 1396653"/>
              <a:gd name="connsiteX15" fmla="*/ 1109847 w 1923117"/>
              <a:gd name="connsiteY15" fmla="*/ 1226963 h 1396653"/>
              <a:gd name="connsiteX16" fmla="*/ 1709287 w 1923117"/>
              <a:gd name="connsiteY16" fmla="*/ 1003443 h 1396653"/>
              <a:gd name="connsiteX17" fmla="*/ 1922647 w 1923117"/>
              <a:gd name="connsiteY17" fmla="*/ 581803 h 1396653"/>
              <a:gd name="connsiteX18" fmla="*/ 1663567 w 1923117"/>
              <a:gd name="connsiteY18" fmla="*/ 195723 h 1396653"/>
              <a:gd name="connsiteX19" fmla="*/ 1252087 w 1923117"/>
              <a:gd name="connsiteY19" fmla="*/ 23003 h 1396653"/>
              <a:gd name="connsiteX20" fmla="*/ 916807 w 1923117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298499 w 1924569"/>
              <a:gd name="connsiteY3" fmla="*/ 404003 h 1396653"/>
              <a:gd name="connsiteX4" fmla="*/ 146099 w 1924569"/>
              <a:gd name="connsiteY4" fmla="*/ 495443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298499 w 1924569"/>
              <a:gd name="connsiteY3" fmla="*/ 404003 h 1396653"/>
              <a:gd name="connsiteX4" fmla="*/ 141337 w 1924569"/>
              <a:gd name="connsiteY4" fmla="*/ 450200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334217 w 1924569"/>
              <a:gd name="connsiteY3" fmla="*/ 375428 h 1396653"/>
              <a:gd name="connsiteX4" fmla="*/ 141337 w 1924569"/>
              <a:gd name="connsiteY4" fmla="*/ 450200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334217 w 1924569"/>
              <a:gd name="connsiteY3" fmla="*/ 375428 h 1396653"/>
              <a:gd name="connsiteX4" fmla="*/ 141337 w 1924569"/>
              <a:gd name="connsiteY4" fmla="*/ 450200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362 h 1396172"/>
              <a:gd name="connsiteX1" fmla="*/ 640605 w 1924569"/>
              <a:gd name="connsiteY1" fmla="*/ 122058 h 1396172"/>
              <a:gd name="connsiteX2" fmla="*/ 511859 w 1924569"/>
              <a:gd name="connsiteY2" fmla="*/ 271442 h 1396172"/>
              <a:gd name="connsiteX3" fmla="*/ 334217 w 1924569"/>
              <a:gd name="connsiteY3" fmla="*/ 374947 h 1396172"/>
              <a:gd name="connsiteX4" fmla="*/ 141337 w 1924569"/>
              <a:gd name="connsiteY4" fmla="*/ 449719 h 1396172"/>
              <a:gd name="connsiteX5" fmla="*/ 93236 w 1924569"/>
              <a:gd name="connsiteY5" fmla="*/ 594657 h 1396172"/>
              <a:gd name="connsiteX6" fmla="*/ 24814 w 1924569"/>
              <a:gd name="connsiteY6" fmla="*/ 684192 h 1396172"/>
              <a:gd name="connsiteX7" fmla="*/ 6399 w 1924569"/>
              <a:gd name="connsiteY7" fmla="*/ 901362 h 1396172"/>
              <a:gd name="connsiteX8" fmla="*/ 127526 w 1924569"/>
              <a:gd name="connsiteY8" fmla="*/ 1064239 h 1396172"/>
              <a:gd name="connsiteX9" fmla="*/ 210234 w 1924569"/>
              <a:gd name="connsiteY9" fmla="*/ 1201876 h 1396172"/>
              <a:gd name="connsiteX10" fmla="*/ 273099 w 1924569"/>
              <a:gd name="connsiteY10" fmla="*/ 1282362 h 1396172"/>
              <a:gd name="connsiteX11" fmla="*/ 395019 w 1924569"/>
              <a:gd name="connsiteY11" fmla="*/ 1343322 h 1396172"/>
              <a:gd name="connsiteX12" fmla="*/ 567739 w 1924569"/>
              <a:gd name="connsiteY12" fmla="*/ 1389042 h 1396172"/>
              <a:gd name="connsiteX13" fmla="*/ 673149 w 1924569"/>
              <a:gd name="connsiteY13" fmla="*/ 1184572 h 1396172"/>
              <a:gd name="connsiteX14" fmla="*/ 903019 w 1924569"/>
              <a:gd name="connsiteY14" fmla="*/ 1175682 h 1396172"/>
              <a:gd name="connsiteX15" fmla="*/ 1111299 w 1924569"/>
              <a:gd name="connsiteY15" fmla="*/ 1226482 h 1396172"/>
              <a:gd name="connsiteX16" fmla="*/ 1710739 w 1924569"/>
              <a:gd name="connsiteY16" fmla="*/ 1002962 h 1396172"/>
              <a:gd name="connsiteX17" fmla="*/ 1924099 w 1924569"/>
              <a:gd name="connsiteY17" fmla="*/ 581322 h 1396172"/>
              <a:gd name="connsiteX18" fmla="*/ 1665019 w 1924569"/>
              <a:gd name="connsiteY18" fmla="*/ 195242 h 1396172"/>
              <a:gd name="connsiteX19" fmla="*/ 1253539 w 1924569"/>
              <a:gd name="connsiteY19" fmla="*/ 22522 h 1396172"/>
              <a:gd name="connsiteX20" fmla="*/ 918259 w 1924569"/>
              <a:gd name="connsiteY20" fmla="*/ 12362 h 1396172"/>
              <a:gd name="connsiteX0" fmla="*/ 989697 w 1924569"/>
              <a:gd name="connsiteY0" fmla="*/ 64659 h 1377031"/>
              <a:gd name="connsiteX1" fmla="*/ 640605 w 1924569"/>
              <a:gd name="connsiteY1" fmla="*/ 102917 h 1377031"/>
              <a:gd name="connsiteX2" fmla="*/ 511859 w 1924569"/>
              <a:gd name="connsiteY2" fmla="*/ 252301 h 1377031"/>
              <a:gd name="connsiteX3" fmla="*/ 334217 w 1924569"/>
              <a:gd name="connsiteY3" fmla="*/ 355806 h 1377031"/>
              <a:gd name="connsiteX4" fmla="*/ 141337 w 1924569"/>
              <a:gd name="connsiteY4" fmla="*/ 430578 h 1377031"/>
              <a:gd name="connsiteX5" fmla="*/ 93236 w 1924569"/>
              <a:gd name="connsiteY5" fmla="*/ 575516 h 1377031"/>
              <a:gd name="connsiteX6" fmla="*/ 24814 w 1924569"/>
              <a:gd name="connsiteY6" fmla="*/ 665051 h 1377031"/>
              <a:gd name="connsiteX7" fmla="*/ 6399 w 1924569"/>
              <a:gd name="connsiteY7" fmla="*/ 882221 h 1377031"/>
              <a:gd name="connsiteX8" fmla="*/ 127526 w 1924569"/>
              <a:gd name="connsiteY8" fmla="*/ 1045098 h 1377031"/>
              <a:gd name="connsiteX9" fmla="*/ 210234 w 1924569"/>
              <a:gd name="connsiteY9" fmla="*/ 1182735 h 1377031"/>
              <a:gd name="connsiteX10" fmla="*/ 273099 w 1924569"/>
              <a:gd name="connsiteY10" fmla="*/ 1263221 h 1377031"/>
              <a:gd name="connsiteX11" fmla="*/ 395019 w 1924569"/>
              <a:gd name="connsiteY11" fmla="*/ 1324181 h 1377031"/>
              <a:gd name="connsiteX12" fmla="*/ 567739 w 1924569"/>
              <a:gd name="connsiteY12" fmla="*/ 1369901 h 1377031"/>
              <a:gd name="connsiteX13" fmla="*/ 673149 w 1924569"/>
              <a:gd name="connsiteY13" fmla="*/ 1165431 h 1377031"/>
              <a:gd name="connsiteX14" fmla="*/ 903019 w 1924569"/>
              <a:gd name="connsiteY14" fmla="*/ 1156541 h 1377031"/>
              <a:gd name="connsiteX15" fmla="*/ 1111299 w 1924569"/>
              <a:gd name="connsiteY15" fmla="*/ 1207341 h 1377031"/>
              <a:gd name="connsiteX16" fmla="*/ 1710739 w 1924569"/>
              <a:gd name="connsiteY16" fmla="*/ 983821 h 1377031"/>
              <a:gd name="connsiteX17" fmla="*/ 1924099 w 1924569"/>
              <a:gd name="connsiteY17" fmla="*/ 562181 h 1377031"/>
              <a:gd name="connsiteX18" fmla="*/ 1665019 w 1924569"/>
              <a:gd name="connsiteY18" fmla="*/ 176101 h 1377031"/>
              <a:gd name="connsiteX19" fmla="*/ 1253539 w 1924569"/>
              <a:gd name="connsiteY19" fmla="*/ 3381 h 1377031"/>
              <a:gd name="connsiteX20" fmla="*/ 989697 w 1924569"/>
              <a:gd name="connsiteY20" fmla="*/ 64659 h 1377031"/>
              <a:gd name="connsiteX0" fmla="*/ 989697 w 1924569"/>
              <a:gd name="connsiteY0" fmla="*/ 4999 h 1317371"/>
              <a:gd name="connsiteX1" fmla="*/ 640605 w 1924569"/>
              <a:gd name="connsiteY1" fmla="*/ 43257 h 1317371"/>
              <a:gd name="connsiteX2" fmla="*/ 511859 w 1924569"/>
              <a:gd name="connsiteY2" fmla="*/ 192641 h 1317371"/>
              <a:gd name="connsiteX3" fmla="*/ 334217 w 1924569"/>
              <a:gd name="connsiteY3" fmla="*/ 296146 h 1317371"/>
              <a:gd name="connsiteX4" fmla="*/ 141337 w 1924569"/>
              <a:gd name="connsiteY4" fmla="*/ 370918 h 1317371"/>
              <a:gd name="connsiteX5" fmla="*/ 93236 w 1924569"/>
              <a:gd name="connsiteY5" fmla="*/ 515856 h 1317371"/>
              <a:gd name="connsiteX6" fmla="*/ 24814 w 1924569"/>
              <a:gd name="connsiteY6" fmla="*/ 605391 h 1317371"/>
              <a:gd name="connsiteX7" fmla="*/ 6399 w 1924569"/>
              <a:gd name="connsiteY7" fmla="*/ 822561 h 1317371"/>
              <a:gd name="connsiteX8" fmla="*/ 127526 w 1924569"/>
              <a:gd name="connsiteY8" fmla="*/ 985438 h 1317371"/>
              <a:gd name="connsiteX9" fmla="*/ 210234 w 1924569"/>
              <a:gd name="connsiteY9" fmla="*/ 1123075 h 1317371"/>
              <a:gd name="connsiteX10" fmla="*/ 273099 w 1924569"/>
              <a:gd name="connsiteY10" fmla="*/ 1203561 h 1317371"/>
              <a:gd name="connsiteX11" fmla="*/ 395019 w 1924569"/>
              <a:gd name="connsiteY11" fmla="*/ 1264521 h 1317371"/>
              <a:gd name="connsiteX12" fmla="*/ 567739 w 1924569"/>
              <a:gd name="connsiteY12" fmla="*/ 1310241 h 1317371"/>
              <a:gd name="connsiteX13" fmla="*/ 673149 w 1924569"/>
              <a:gd name="connsiteY13" fmla="*/ 1105771 h 1317371"/>
              <a:gd name="connsiteX14" fmla="*/ 903019 w 1924569"/>
              <a:gd name="connsiteY14" fmla="*/ 1096881 h 1317371"/>
              <a:gd name="connsiteX15" fmla="*/ 1111299 w 1924569"/>
              <a:gd name="connsiteY15" fmla="*/ 1147681 h 1317371"/>
              <a:gd name="connsiteX16" fmla="*/ 1710739 w 1924569"/>
              <a:gd name="connsiteY16" fmla="*/ 924161 h 1317371"/>
              <a:gd name="connsiteX17" fmla="*/ 1924099 w 1924569"/>
              <a:gd name="connsiteY17" fmla="*/ 502521 h 1317371"/>
              <a:gd name="connsiteX18" fmla="*/ 1665019 w 1924569"/>
              <a:gd name="connsiteY18" fmla="*/ 116441 h 1317371"/>
              <a:gd name="connsiteX19" fmla="*/ 1379745 w 1924569"/>
              <a:gd name="connsiteY19" fmla="*/ 12777 h 1317371"/>
              <a:gd name="connsiteX20" fmla="*/ 989697 w 1924569"/>
              <a:gd name="connsiteY20" fmla="*/ 4999 h 1317371"/>
              <a:gd name="connsiteX0" fmla="*/ 989697 w 1924179"/>
              <a:gd name="connsiteY0" fmla="*/ 10180 h 1322552"/>
              <a:gd name="connsiteX1" fmla="*/ 640605 w 1924179"/>
              <a:gd name="connsiteY1" fmla="*/ 48438 h 1322552"/>
              <a:gd name="connsiteX2" fmla="*/ 511859 w 1924179"/>
              <a:gd name="connsiteY2" fmla="*/ 197822 h 1322552"/>
              <a:gd name="connsiteX3" fmla="*/ 334217 w 1924179"/>
              <a:gd name="connsiteY3" fmla="*/ 301327 h 1322552"/>
              <a:gd name="connsiteX4" fmla="*/ 141337 w 1924179"/>
              <a:gd name="connsiteY4" fmla="*/ 376099 h 1322552"/>
              <a:gd name="connsiteX5" fmla="*/ 93236 w 1924179"/>
              <a:gd name="connsiteY5" fmla="*/ 521037 h 1322552"/>
              <a:gd name="connsiteX6" fmla="*/ 24814 w 1924179"/>
              <a:gd name="connsiteY6" fmla="*/ 610572 h 1322552"/>
              <a:gd name="connsiteX7" fmla="*/ 6399 w 1924179"/>
              <a:gd name="connsiteY7" fmla="*/ 827742 h 1322552"/>
              <a:gd name="connsiteX8" fmla="*/ 127526 w 1924179"/>
              <a:gd name="connsiteY8" fmla="*/ 990619 h 1322552"/>
              <a:gd name="connsiteX9" fmla="*/ 210234 w 1924179"/>
              <a:gd name="connsiteY9" fmla="*/ 1128256 h 1322552"/>
              <a:gd name="connsiteX10" fmla="*/ 273099 w 1924179"/>
              <a:gd name="connsiteY10" fmla="*/ 1208742 h 1322552"/>
              <a:gd name="connsiteX11" fmla="*/ 395019 w 1924179"/>
              <a:gd name="connsiteY11" fmla="*/ 1269702 h 1322552"/>
              <a:gd name="connsiteX12" fmla="*/ 567739 w 1924179"/>
              <a:gd name="connsiteY12" fmla="*/ 1315422 h 1322552"/>
              <a:gd name="connsiteX13" fmla="*/ 673149 w 1924179"/>
              <a:gd name="connsiteY13" fmla="*/ 1110952 h 1322552"/>
              <a:gd name="connsiteX14" fmla="*/ 903019 w 1924179"/>
              <a:gd name="connsiteY14" fmla="*/ 1102062 h 1322552"/>
              <a:gd name="connsiteX15" fmla="*/ 1111299 w 1924179"/>
              <a:gd name="connsiteY15" fmla="*/ 1152862 h 1322552"/>
              <a:gd name="connsiteX16" fmla="*/ 1710739 w 1924179"/>
              <a:gd name="connsiteY16" fmla="*/ 929342 h 1322552"/>
              <a:gd name="connsiteX17" fmla="*/ 1924099 w 1924179"/>
              <a:gd name="connsiteY17" fmla="*/ 507702 h 1322552"/>
              <a:gd name="connsiteX18" fmla="*/ 1729312 w 1924179"/>
              <a:gd name="connsiteY18" fmla="*/ 200203 h 1322552"/>
              <a:gd name="connsiteX19" fmla="*/ 1379745 w 1924179"/>
              <a:gd name="connsiteY19" fmla="*/ 17958 h 1322552"/>
              <a:gd name="connsiteX20" fmla="*/ 989697 w 1924179"/>
              <a:gd name="connsiteY20" fmla="*/ 10180 h 1322552"/>
              <a:gd name="connsiteX0" fmla="*/ 989697 w 1955115"/>
              <a:gd name="connsiteY0" fmla="*/ 10180 h 1322552"/>
              <a:gd name="connsiteX1" fmla="*/ 640605 w 1955115"/>
              <a:gd name="connsiteY1" fmla="*/ 48438 h 1322552"/>
              <a:gd name="connsiteX2" fmla="*/ 511859 w 1955115"/>
              <a:gd name="connsiteY2" fmla="*/ 197822 h 1322552"/>
              <a:gd name="connsiteX3" fmla="*/ 334217 w 1955115"/>
              <a:gd name="connsiteY3" fmla="*/ 301327 h 1322552"/>
              <a:gd name="connsiteX4" fmla="*/ 141337 w 1955115"/>
              <a:gd name="connsiteY4" fmla="*/ 376099 h 1322552"/>
              <a:gd name="connsiteX5" fmla="*/ 93236 w 1955115"/>
              <a:gd name="connsiteY5" fmla="*/ 521037 h 1322552"/>
              <a:gd name="connsiteX6" fmla="*/ 24814 w 1955115"/>
              <a:gd name="connsiteY6" fmla="*/ 610572 h 1322552"/>
              <a:gd name="connsiteX7" fmla="*/ 6399 w 1955115"/>
              <a:gd name="connsiteY7" fmla="*/ 827742 h 1322552"/>
              <a:gd name="connsiteX8" fmla="*/ 127526 w 1955115"/>
              <a:gd name="connsiteY8" fmla="*/ 990619 h 1322552"/>
              <a:gd name="connsiteX9" fmla="*/ 210234 w 1955115"/>
              <a:gd name="connsiteY9" fmla="*/ 1128256 h 1322552"/>
              <a:gd name="connsiteX10" fmla="*/ 273099 w 1955115"/>
              <a:gd name="connsiteY10" fmla="*/ 1208742 h 1322552"/>
              <a:gd name="connsiteX11" fmla="*/ 395019 w 1955115"/>
              <a:gd name="connsiteY11" fmla="*/ 1269702 h 1322552"/>
              <a:gd name="connsiteX12" fmla="*/ 567739 w 1955115"/>
              <a:gd name="connsiteY12" fmla="*/ 1315422 h 1322552"/>
              <a:gd name="connsiteX13" fmla="*/ 673149 w 1955115"/>
              <a:gd name="connsiteY13" fmla="*/ 1110952 h 1322552"/>
              <a:gd name="connsiteX14" fmla="*/ 903019 w 1955115"/>
              <a:gd name="connsiteY14" fmla="*/ 1102062 h 1322552"/>
              <a:gd name="connsiteX15" fmla="*/ 1111299 w 1955115"/>
              <a:gd name="connsiteY15" fmla="*/ 1152862 h 1322552"/>
              <a:gd name="connsiteX16" fmla="*/ 1710739 w 1955115"/>
              <a:gd name="connsiteY16" fmla="*/ 929342 h 1322552"/>
              <a:gd name="connsiteX17" fmla="*/ 1955055 w 1955115"/>
              <a:gd name="connsiteY17" fmla="*/ 664864 h 1322552"/>
              <a:gd name="connsiteX18" fmla="*/ 1729312 w 1955115"/>
              <a:gd name="connsiteY18" fmla="*/ 200203 h 1322552"/>
              <a:gd name="connsiteX19" fmla="*/ 1379745 w 1955115"/>
              <a:gd name="connsiteY19" fmla="*/ 17958 h 1322552"/>
              <a:gd name="connsiteX20" fmla="*/ 989697 w 1955115"/>
              <a:gd name="connsiteY20" fmla="*/ 10180 h 1322552"/>
              <a:gd name="connsiteX0" fmla="*/ 989697 w 1945595"/>
              <a:gd name="connsiteY0" fmla="*/ 10180 h 1322552"/>
              <a:gd name="connsiteX1" fmla="*/ 640605 w 1945595"/>
              <a:gd name="connsiteY1" fmla="*/ 48438 h 1322552"/>
              <a:gd name="connsiteX2" fmla="*/ 511859 w 1945595"/>
              <a:gd name="connsiteY2" fmla="*/ 197822 h 1322552"/>
              <a:gd name="connsiteX3" fmla="*/ 334217 w 1945595"/>
              <a:gd name="connsiteY3" fmla="*/ 301327 h 1322552"/>
              <a:gd name="connsiteX4" fmla="*/ 141337 w 1945595"/>
              <a:gd name="connsiteY4" fmla="*/ 376099 h 1322552"/>
              <a:gd name="connsiteX5" fmla="*/ 93236 w 1945595"/>
              <a:gd name="connsiteY5" fmla="*/ 521037 h 1322552"/>
              <a:gd name="connsiteX6" fmla="*/ 24814 w 1945595"/>
              <a:gd name="connsiteY6" fmla="*/ 610572 h 1322552"/>
              <a:gd name="connsiteX7" fmla="*/ 6399 w 1945595"/>
              <a:gd name="connsiteY7" fmla="*/ 827742 h 1322552"/>
              <a:gd name="connsiteX8" fmla="*/ 127526 w 1945595"/>
              <a:gd name="connsiteY8" fmla="*/ 990619 h 1322552"/>
              <a:gd name="connsiteX9" fmla="*/ 210234 w 1945595"/>
              <a:gd name="connsiteY9" fmla="*/ 1128256 h 1322552"/>
              <a:gd name="connsiteX10" fmla="*/ 273099 w 1945595"/>
              <a:gd name="connsiteY10" fmla="*/ 1208742 h 1322552"/>
              <a:gd name="connsiteX11" fmla="*/ 395019 w 1945595"/>
              <a:gd name="connsiteY11" fmla="*/ 1269702 h 1322552"/>
              <a:gd name="connsiteX12" fmla="*/ 567739 w 1945595"/>
              <a:gd name="connsiteY12" fmla="*/ 1315422 h 1322552"/>
              <a:gd name="connsiteX13" fmla="*/ 673149 w 1945595"/>
              <a:gd name="connsiteY13" fmla="*/ 1110952 h 1322552"/>
              <a:gd name="connsiteX14" fmla="*/ 903019 w 1945595"/>
              <a:gd name="connsiteY14" fmla="*/ 1102062 h 1322552"/>
              <a:gd name="connsiteX15" fmla="*/ 1111299 w 1945595"/>
              <a:gd name="connsiteY15" fmla="*/ 1152862 h 1322552"/>
              <a:gd name="connsiteX16" fmla="*/ 1710739 w 1945595"/>
              <a:gd name="connsiteY16" fmla="*/ 929342 h 1322552"/>
              <a:gd name="connsiteX17" fmla="*/ 1945530 w 1945595"/>
              <a:gd name="connsiteY17" fmla="*/ 683914 h 1322552"/>
              <a:gd name="connsiteX18" fmla="*/ 1729312 w 1945595"/>
              <a:gd name="connsiteY18" fmla="*/ 200203 h 1322552"/>
              <a:gd name="connsiteX19" fmla="*/ 1379745 w 1945595"/>
              <a:gd name="connsiteY19" fmla="*/ 17958 h 1322552"/>
              <a:gd name="connsiteX20" fmla="*/ 989697 w 1945595"/>
              <a:gd name="connsiteY20" fmla="*/ 10180 h 1322552"/>
              <a:gd name="connsiteX0" fmla="*/ 989697 w 1945597"/>
              <a:gd name="connsiteY0" fmla="*/ 10180 h 1322552"/>
              <a:gd name="connsiteX1" fmla="*/ 640605 w 1945597"/>
              <a:gd name="connsiteY1" fmla="*/ 48438 h 1322552"/>
              <a:gd name="connsiteX2" fmla="*/ 511859 w 1945597"/>
              <a:gd name="connsiteY2" fmla="*/ 197822 h 1322552"/>
              <a:gd name="connsiteX3" fmla="*/ 334217 w 1945597"/>
              <a:gd name="connsiteY3" fmla="*/ 301327 h 1322552"/>
              <a:gd name="connsiteX4" fmla="*/ 141337 w 1945597"/>
              <a:gd name="connsiteY4" fmla="*/ 376099 h 1322552"/>
              <a:gd name="connsiteX5" fmla="*/ 93236 w 1945597"/>
              <a:gd name="connsiteY5" fmla="*/ 521037 h 1322552"/>
              <a:gd name="connsiteX6" fmla="*/ 24814 w 1945597"/>
              <a:gd name="connsiteY6" fmla="*/ 610572 h 1322552"/>
              <a:gd name="connsiteX7" fmla="*/ 6399 w 1945597"/>
              <a:gd name="connsiteY7" fmla="*/ 827742 h 1322552"/>
              <a:gd name="connsiteX8" fmla="*/ 127526 w 1945597"/>
              <a:gd name="connsiteY8" fmla="*/ 990619 h 1322552"/>
              <a:gd name="connsiteX9" fmla="*/ 210234 w 1945597"/>
              <a:gd name="connsiteY9" fmla="*/ 1128256 h 1322552"/>
              <a:gd name="connsiteX10" fmla="*/ 273099 w 1945597"/>
              <a:gd name="connsiteY10" fmla="*/ 1208742 h 1322552"/>
              <a:gd name="connsiteX11" fmla="*/ 395019 w 1945597"/>
              <a:gd name="connsiteY11" fmla="*/ 1269702 h 1322552"/>
              <a:gd name="connsiteX12" fmla="*/ 567739 w 1945597"/>
              <a:gd name="connsiteY12" fmla="*/ 1315422 h 1322552"/>
              <a:gd name="connsiteX13" fmla="*/ 673149 w 1945597"/>
              <a:gd name="connsiteY13" fmla="*/ 1110952 h 1322552"/>
              <a:gd name="connsiteX14" fmla="*/ 903019 w 1945597"/>
              <a:gd name="connsiteY14" fmla="*/ 1102062 h 1322552"/>
              <a:gd name="connsiteX15" fmla="*/ 1111299 w 1945597"/>
              <a:gd name="connsiteY15" fmla="*/ 1152862 h 1322552"/>
              <a:gd name="connsiteX16" fmla="*/ 1744076 w 1945597"/>
              <a:gd name="connsiteY16" fmla="*/ 1231761 h 1322552"/>
              <a:gd name="connsiteX17" fmla="*/ 1945530 w 1945597"/>
              <a:gd name="connsiteY17" fmla="*/ 683914 h 1322552"/>
              <a:gd name="connsiteX18" fmla="*/ 1729312 w 1945597"/>
              <a:gd name="connsiteY18" fmla="*/ 200203 h 1322552"/>
              <a:gd name="connsiteX19" fmla="*/ 1379745 w 1945597"/>
              <a:gd name="connsiteY19" fmla="*/ 17958 h 1322552"/>
              <a:gd name="connsiteX20" fmla="*/ 989697 w 1945597"/>
              <a:gd name="connsiteY20" fmla="*/ 10180 h 1322552"/>
              <a:gd name="connsiteX0" fmla="*/ 989697 w 1945586"/>
              <a:gd name="connsiteY0" fmla="*/ 10180 h 1359299"/>
              <a:gd name="connsiteX1" fmla="*/ 640605 w 1945586"/>
              <a:gd name="connsiteY1" fmla="*/ 48438 h 1359299"/>
              <a:gd name="connsiteX2" fmla="*/ 511859 w 1945586"/>
              <a:gd name="connsiteY2" fmla="*/ 197822 h 1359299"/>
              <a:gd name="connsiteX3" fmla="*/ 334217 w 1945586"/>
              <a:gd name="connsiteY3" fmla="*/ 301327 h 1359299"/>
              <a:gd name="connsiteX4" fmla="*/ 141337 w 1945586"/>
              <a:gd name="connsiteY4" fmla="*/ 376099 h 1359299"/>
              <a:gd name="connsiteX5" fmla="*/ 93236 w 1945586"/>
              <a:gd name="connsiteY5" fmla="*/ 521037 h 1359299"/>
              <a:gd name="connsiteX6" fmla="*/ 24814 w 1945586"/>
              <a:gd name="connsiteY6" fmla="*/ 610572 h 1359299"/>
              <a:gd name="connsiteX7" fmla="*/ 6399 w 1945586"/>
              <a:gd name="connsiteY7" fmla="*/ 827742 h 1359299"/>
              <a:gd name="connsiteX8" fmla="*/ 127526 w 1945586"/>
              <a:gd name="connsiteY8" fmla="*/ 990619 h 1359299"/>
              <a:gd name="connsiteX9" fmla="*/ 210234 w 1945586"/>
              <a:gd name="connsiteY9" fmla="*/ 1128256 h 1359299"/>
              <a:gd name="connsiteX10" fmla="*/ 273099 w 1945586"/>
              <a:gd name="connsiteY10" fmla="*/ 1208742 h 1359299"/>
              <a:gd name="connsiteX11" fmla="*/ 395019 w 1945586"/>
              <a:gd name="connsiteY11" fmla="*/ 1269702 h 1359299"/>
              <a:gd name="connsiteX12" fmla="*/ 567739 w 1945586"/>
              <a:gd name="connsiteY12" fmla="*/ 1315422 h 1359299"/>
              <a:gd name="connsiteX13" fmla="*/ 673149 w 1945586"/>
              <a:gd name="connsiteY13" fmla="*/ 1110952 h 1359299"/>
              <a:gd name="connsiteX14" fmla="*/ 903019 w 1945586"/>
              <a:gd name="connsiteY14" fmla="*/ 1102062 h 1359299"/>
              <a:gd name="connsiteX15" fmla="*/ 1194643 w 1945586"/>
              <a:gd name="connsiteY15" fmla="*/ 1352887 h 1359299"/>
              <a:gd name="connsiteX16" fmla="*/ 1744076 w 1945586"/>
              <a:gd name="connsiteY16" fmla="*/ 1231761 h 1359299"/>
              <a:gd name="connsiteX17" fmla="*/ 1945530 w 1945586"/>
              <a:gd name="connsiteY17" fmla="*/ 683914 h 1359299"/>
              <a:gd name="connsiteX18" fmla="*/ 1729312 w 1945586"/>
              <a:gd name="connsiteY18" fmla="*/ 200203 h 1359299"/>
              <a:gd name="connsiteX19" fmla="*/ 1379745 w 1945586"/>
              <a:gd name="connsiteY19" fmla="*/ 17958 h 1359299"/>
              <a:gd name="connsiteX20" fmla="*/ 989697 w 1945586"/>
              <a:gd name="connsiteY20" fmla="*/ 10180 h 1359299"/>
              <a:gd name="connsiteX0" fmla="*/ 989697 w 1945633"/>
              <a:gd name="connsiteY0" fmla="*/ 10180 h 1365952"/>
              <a:gd name="connsiteX1" fmla="*/ 640605 w 1945633"/>
              <a:gd name="connsiteY1" fmla="*/ 48438 h 1365952"/>
              <a:gd name="connsiteX2" fmla="*/ 511859 w 1945633"/>
              <a:gd name="connsiteY2" fmla="*/ 197822 h 1365952"/>
              <a:gd name="connsiteX3" fmla="*/ 334217 w 1945633"/>
              <a:gd name="connsiteY3" fmla="*/ 301327 h 1365952"/>
              <a:gd name="connsiteX4" fmla="*/ 141337 w 1945633"/>
              <a:gd name="connsiteY4" fmla="*/ 376099 h 1365952"/>
              <a:gd name="connsiteX5" fmla="*/ 93236 w 1945633"/>
              <a:gd name="connsiteY5" fmla="*/ 521037 h 1365952"/>
              <a:gd name="connsiteX6" fmla="*/ 24814 w 1945633"/>
              <a:gd name="connsiteY6" fmla="*/ 610572 h 1365952"/>
              <a:gd name="connsiteX7" fmla="*/ 6399 w 1945633"/>
              <a:gd name="connsiteY7" fmla="*/ 827742 h 1365952"/>
              <a:gd name="connsiteX8" fmla="*/ 127526 w 1945633"/>
              <a:gd name="connsiteY8" fmla="*/ 990619 h 1365952"/>
              <a:gd name="connsiteX9" fmla="*/ 210234 w 1945633"/>
              <a:gd name="connsiteY9" fmla="*/ 1128256 h 1365952"/>
              <a:gd name="connsiteX10" fmla="*/ 273099 w 1945633"/>
              <a:gd name="connsiteY10" fmla="*/ 1208742 h 1365952"/>
              <a:gd name="connsiteX11" fmla="*/ 395019 w 1945633"/>
              <a:gd name="connsiteY11" fmla="*/ 1269702 h 1365952"/>
              <a:gd name="connsiteX12" fmla="*/ 567739 w 1945633"/>
              <a:gd name="connsiteY12" fmla="*/ 1315422 h 1365952"/>
              <a:gd name="connsiteX13" fmla="*/ 673149 w 1945633"/>
              <a:gd name="connsiteY13" fmla="*/ 1110952 h 1365952"/>
              <a:gd name="connsiteX14" fmla="*/ 903019 w 1945633"/>
              <a:gd name="connsiteY14" fmla="*/ 1102062 h 1365952"/>
              <a:gd name="connsiteX15" fmla="*/ 1194643 w 1945633"/>
              <a:gd name="connsiteY15" fmla="*/ 1352887 h 1365952"/>
              <a:gd name="connsiteX16" fmla="*/ 1744076 w 1945633"/>
              <a:gd name="connsiteY16" fmla="*/ 1231761 h 1365952"/>
              <a:gd name="connsiteX17" fmla="*/ 1945530 w 1945633"/>
              <a:gd name="connsiteY17" fmla="*/ 683914 h 1365952"/>
              <a:gd name="connsiteX18" fmla="*/ 1729312 w 1945633"/>
              <a:gd name="connsiteY18" fmla="*/ 200203 h 1365952"/>
              <a:gd name="connsiteX19" fmla="*/ 1379745 w 1945633"/>
              <a:gd name="connsiteY19" fmla="*/ 17958 h 1365952"/>
              <a:gd name="connsiteX20" fmla="*/ 989697 w 1945633"/>
              <a:gd name="connsiteY20" fmla="*/ 10180 h 1365952"/>
              <a:gd name="connsiteX0" fmla="*/ 989697 w 1945633"/>
              <a:gd name="connsiteY0" fmla="*/ 10180 h 1353493"/>
              <a:gd name="connsiteX1" fmla="*/ 640605 w 1945633"/>
              <a:gd name="connsiteY1" fmla="*/ 48438 h 1353493"/>
              <a:gd name="connsiteX2" fmla="*/ 511859 w 1945633"/>
              <a:gd name="connsiteY2" fmla="*/ 197822 h 1353493"/>
              <a:gd name="connsiteX3" fmla="*/ 334217 w 1945633"/>
              <a:gd name="connsiteY3" fmla="*/ 301327 h 1353493"/>
              <a:gd name="connsiteX4" fmla="*/ 141337 w 1945633"/>
              <a:gd name="connsiteY4" fmla="*/ 376099 h 1353493"/>
              <a:gd name="connsiteX5" fmla="*/ 93236 w 1945633"/>
              <a:gd name="connsiteY5" fmla="*/ 521037 h 1353493"/>
              <a:gd name="connsiteX6" fmla="*/ 24814 w 1945633"/>
              <a:gd name="connsiteY6" fmla="*/ 610572 h 1353493"/>
              <a:gd name="connsiteX7" fmla="*/ 6399 w 1945633"/>
              <a:gd name="connsiteY7" fmla="*/ 827742 h 1353493"/>
              <a:gd name="connsiteX8" fmla="*/ 127526 w 1945633"/>
              <a:gd name="connsiteY8" fmla="*/ 990619 h 1353493"/>
              <a:gd name="connsiteX9" fmla="*/ 210234 w 1945633"/>
              <a:gd name="connsiteY9" fmla="*/ 1128256 h 1353493"/>
              <a:gd name="connsiteX10" fmla="*/ 273099 w 1945633"/>
              <a:gd name="connsiteY10" fmla="*/ 1208742 h 1353493"/>
              <a:gd name="connsiteX11" fmla="*/ 395019 w 1945633"/>
              <a:gd name="connsiteY11" fmla="*/ 1269702 h 1353493"/>
              <a:gd name="connsiteX12" fmla="*/ 567739 w 1945633"/>
              <a:gd name="connsiteY12" fmla="*/ 1315422 h 1353493"/>
              <a:gd name="connsiteX13" fmla="*/ 673149 w 1945633"/>
              <a:gd name="connsiteY13" fmla="*/ 1110952 h 1353493"/>
              <a:gd name="connsiteX14" fmla="*/ 855394 w 1945633"/>
              <a:gd name="connsiteY14" fmla="*/ 1271131 h 1353493"/>
              <a:gd name="connsiteX15" fmla="*/ 1194643 w 1945633"/>
              <a:gd name="connsiteY15" fmla="*/ 1352887 h 1353493"/>
              <a:gd name="connsiteX16" fmla="*/ 1744076 w 1945633"/>
              <a:gd name="connsiteY16" fmla="*/ 1231761 h 1353493"/>
              <a:gd name="connsiteX17" fmla="*/ 1945530 w 1945633"/>
              <a:gd name="connsiteY17" fmla="*/ 683914 h 1353493"/>
              <a:gd name="connsiteX18" fmla="*/ 1729312 w 1945633"/>
              <a:gd name="connsiteY18" fmla="*/ 200203 h 1353493"/>
              <a:gd name="connsiteX19" fmla="*/ 1379745 w 1945633"/>
              <a:gd name="connsiteY19" fmla="*/ 17958 h 1353493"/>
              <a:gd name="connsiteX20" fmla="*/ 989697 w 1945633"/>
              <a:gd name="connsiteY20" fmla="*/ 10180 h 1353493"/>
              <a:gd name="connsiteX0" fmla="*/ 989697 w 1945633"/>
              <a:gd name="connsiteY0" fmla="*/ 10180 h 1353458"/>
              <a:gd name="connsiteX1" fmla="*/ 640605 w 1945633"/>
              <a:gd name="connsiteY1" fmla="*/ 48438 h 1353458"/>
              <a:gd name="connsiteX2" fmla="*/ 511859 w 1945633"/>
              <a:gd name="connsiteY2" fmla="*/ 197822 h 1353458"/>
              <a:gd name="connsiteX3" fmla="*/ 334217 w 1945633"/>
              <a:gd name="connsiteY3" fmla="*/ 301327 h 1353458"/>
              <a:gd name="connsiteX4" fmla="*/ 141337 w 1945633"/>
              <a:gd name="connsiteY4" fmla="*/ 376099 h 1353458"/>
              <a:gd name="connsiteX5" fmla="*/ 93236 w 1945633"/>
              <a:gd name="connsiteY5" fmla="*/ 521037 h 1353458"/>
              <a:gd name="connsiteX6" fmla="*/ 24814 w 1945633"/>
              <a:gd name="connsiteY6" fmla="*/ 610572 h 1353458"/>
              <a:gd name="connsiteX7" fmla="*/ 6399 w 1945633"/>
              <a:gd name="connsiteY7" fmla="*/ 827742 h 1353458"/>
              <a:gd name="connsiteX8" fmla="*/ 127526 w 1945633"/>
              <a:gd name="connsiteY8" fmla="*/ 990619 h 1353458"/>
              <a:gd name="connsiteX9" fmla="*/ 210234 w 1945633"/>
              <a:gd name="connsiteY9" fmla="*/ 1128256 h 1353458"/>
              <a:gd name="connsiteX10" fmla="*/ 273099 w 1945633"/>
              <a:gd name="connsiteY10" fmla="*/ 1208742 h 1353458"/>
              <a:gd name="connsiteX11" fmla="*/ 395019 w 1945633"/>
              <a:gd name="connsiteY11" fmla="*/ 1269702 h 1353458"/>
              <a:gd name="connsiteX12" fmla="*/ 567739 w 1945633"/>
              <a:gd name="connsiteY12" fmla="*/ 1315422 h 1353458"/>
              <a:gd name="connsiteX13" fmla="*/ 673149 w 1945633"/>
              <a:gd name="connsiteY13" fmla="*/ 1110952 h 1353458"/>
              <a:gd name="connsiteX14" fmla="*/ 855394 w 1945633"/>
              <a:gd name="connsiteY14" fmla="*/ 1271131 h 1353458"/>
              <a:gd name="connsiteX15" fmla="*/ 1194643 w 1945633"/>
              <a:gd name="connsiteY15" fmla="*/ 1352887 h 1353458"/>
              <a:gd name="connsiteX16" fmla="*/ 1744076 w 1945633"/>
              <a:gd name="connsiteY16" fmla="*/ 1231761 h 1353458"/>
              <a:gd name="connsiteX17" fmla="*/ 1945530 w 1945633"/>
              <a:gd name="connsiteY17" fmla="*/ 683914 h 1353458"/>
              <a:gd name="connsiteX18" fmla="*/ 1729312 w 1945633"/>
              <a:gd name="connsiteY18" fmla="*/ 200203 h 1353458"/>
              <a:gd name="connsiteX19" fmla="*/ 1379745 w 1945633"/>
              <a:gd name="connsiteY19" fmla="*/ 17958 h 1353458"/>
              <a:gd name="connsiteX20" fmla="*/ 989697 w 1945633"/>
              <a:gd name="connsiteY20" fmla="*/ 10180 h 1353458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395019 w 1945633"/>
              <a:gd name="connsiteY11" fmla="*/ 1269702 h 1365072"/>
              <a:gd name="connsiteX12" fmla="*/ 567739 w 1945633"/>
              <a:gd name="connsiteY12" fmla="*/ 1315422 h 1365072"/>
              <a:gd name="connsiteX13" fmla="*/ 673149 w 1945633"/>
              <a:gd name="connsiteY13" fmla="*/ 1110952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395019 w 1945633"/>
              <a:gd name="connsiteY11" fmla="*/ 1269702 h 1365072"/>
              <a:gd name="connsiteX12" fmla="*/ 567739 w 1945633"/>
              <a:gd name="connsiteY12" fmla="*/ 1315422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395019 w 1945633"/>
              <a:gd name="connsiteY11" fmla="*/ 1269702 h 1365072"/>
              <a:gd name="connsiteX12" fmla="*/ 508208 w 1945633"/>
              <a:gd name="connsiteY12" fmla="*/ 1208266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18831 w 1945633"/>
              <a:gd name="connsiteY11" fmla="*/ 1281609 h 1365072"/>
              <a:gd name="connsiteX12" fmla="*/ 508208 w 1945633"/>
              <a:gd name="connsiteY12" fmla="*/ 1208266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18831 w 1945633"/>
              <a:gd name="connsiteY11" fmla="*/ 1281609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18831 w 1945633"/>
              <a:gd name="connsiteY11" fmla="*/ 1281609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37881 w 1945633"/>
              <a:gd name="connsiteY11" fmla="*/ 1269703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37881 w 1945633"/>
              <a:gd name="connsiteY11" fmla="*/ 1269703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1945 w 1937881"/>
              <a:gd name="connsiteY0" fmla="*/ 10180 h 1365072"/>
              <a:gd name="connsiteX1" fmla="*/ 632853 w 1937881"/>
              <a:gd name="connsiteY1" fmla="*/ 48438 h 1365072"/>
              <a:gd name="connsiteX2" fmla="*/ 504107 w 1937881"/>
              <a:gd name="connsiteY2" fmla="*/ 197822 h 1365072"/>
              <a:gd name="connsiteX3" fmla="*/ 326465 w 1937881"/>
              <a:gd name="connsiteY3" fmla="*/ 301327 h 1365072"/>
              <a:gd name="connsiteX4" fmla="*/ 133585 w 1937881"/>
              <a:gd name="connsiteY4" fmla="*/ 376099 h 1365072"/>
              <a:gd name="connsiteX5" fmla="*/ 85484 w 1937881"/>
              <a:gd name="connsiteY5" fmla="*/ 521037 h 1365072"/>
              <a:gd name="connsiteX6" fmla="*/ 17062 w 1937881"/>
              <a:gd name="connsiteY6" fmla="*/ 610572 h 1365072"/>
              <a:gd name="connsiteX7" fmla="*/ 8172 w 1937881"/>
              <a:gd name="connsiteY7" fmla="*/ 834886 h 1365072"/>
              <a:gd name="connsiteX8" fmla="*/ 119774 w 1937881"/>
              <a:gd name="connsiteY8" fmla="*/ 990619 h 1365072"/>
              <a:gd name="connsiteX9" fmla="*/ 202482 w 1937881"/>
              <a:gd name="connsiteY9" fmla="*/ 1128256 h 1365072"/>
              <a:gd name="connsiteX10" fmla="*/ 265347 w 1937881"/>
              <a:gd name="connsiteY10" fmla="*/ 1208742 h 1365072"/>
              <a:gd name="connsiteX11" fmla="*/ 430129 w 1937881"/>
              <a:gd name="connsiteY11" fmla="*/ 1269703 h 1365072"/>
              <a:gd name="connsiteX12" fmla="*/ 548081 w 1937881"/>
              <a:gd name="connsiteY12" fmla="*/ 1210648 h 1365072"/>
              <a:gd name="connsiteX13" fmla="*/ 672541 w 1937881"/>
              <a:gd name="connsiteY13" fmla="*/ 1201439 h 1365072"/>
              <a:gd name="connsiteX14" fmla="*/ 847642 w 1937881"/>
              <a:gd name="connsiteY14" fmla="*/ 1271131 h 1365072"/>
              <a:gd name="connsiteX15" fmla="*/ 1186891 w 1937881"/>
              <a:gd name="connsiteY15" fmla="*/ 1352887 h 1365072"/>
              <a:gd name="connsiteX16" fmla="*/ 1736324 w 1937881"/>
              <a:gd name="connsiteY16" fmla="*/ 1231761 h 1365072"/>
              <a:gd name="connsiteX17" fmla="*/ 1937778 w 1937881"/>
              <a:gd name="connsiteY17" fmla="*/ 683914 h 1365072"/>
              <a:gd name="connsiteX18" fmla="*/ 1721560 w 1937881"/>
              <a:gd name="connsiteY18" fmla="*/ 200203 h 1365072"/>
              <a:gd name="connsiteX19" fmla="*/ 1371993 w 1937881"/>
              <a:gd name="connsiteY19" fmla="*/ 17958 h 1365072"/>
              <a:gd name="connsiteX20" fmla="*/ 981945 w 1937881"/>
              <a:gd name="connsiteY20" fmla="*/ 10180 h 1365072"/>
              <a:gd name="connsiteX0" fmla="*/ 987234 w 1943170"/>
              <a:gd name="connsiteY0" fmla="*/ 10180 h 1365072"/>
              <a:gd name="connsiteX1" fmla="*/ 638142 w 1943170"/>
              <a:gd name="connsiteY1" fmla="*/ 48438 h 1365072"/>
              <a:gd name="connsiteX2" fmla="*/ 509396 w 1943170"/>
              <a:gd name="connsiteY2" fmla="*/ 197822 h 1365072"/>
              <a:gd name="connsiteX3" fmla="*/ 331754 w 1943170"/>
              <a:gd name="connsiteY3" fmla="*/ 301327 h 1365072"/>
              <a:gd name="connsiteX4" fmla="*/ 138874 w 1943170"/>
              <a:gd name="connsiteY4" fmla="*/ 376099 h 1365072"/>
              <a:gd name="connsiteX5" fmla="*/ 90773 w 1943170"/>
              <a:gd name="connsiteY5" fmla="*/ 521037 h 1365072"/>
              <a:gd name="connsiteX6" fmla="*/ 22351 w 1943170"/>
              <a:gd name="connsiteY6" fmla="*/ 610572 h 1365072"/>
              <a:gd name="connsiteX7" fmla="*/ 13461 w 1943170"/>
              <a:gd name="connsiteY7" fmla="*/ 834886 h 1365072"/>
              <a:gd name="connsiteX8" fmla="*/ 125063 w 1943170"/>
              <a:gd name="connsiteY8" fmla="*/ 990619 h 1365072"/>
              <a:gd name="connsiteX9" fmla="*/ 207771 w 1943170"/>
              <a:gd name="connsiteY9" fmla="*/ 1128256 h 1365072"/>
              <a:gd name="connsiteX10" fmla="*/ 270636 w 1943170"/>
              <a:gd name="connsiteY10" fmla="*/ 1208742 h 1365072"/>
              <a:gd name="connsiteX11" fmla="*/ 435418 w 1943170"/>
              <a:gd name="connsiteY11" fmla="*/ 1269703 h 1365072"/>
              <a:gd name="connsiteX12" fmla="*/ 553370 w 1943170"/>
              <a:gd name="connsiteY12" fmla="*/ 1210648 h 1365072"/>
              <a:gd name="connsiteX13" fmla="*/ 677830 w 1943170"/>
              <a:gd name="connsiteY13" fmla="*/ 1201439 h 1365072"/>
              <a:gd name="connsiteX14" fmla="*/ 852931 w 1943170"/>
              <a:gd name="connsiteY14" fmla="*/ 1271131 h 1365072"/>
              <a:gd name="connsiteX15" fmla="*/ 1192180 w 1943170"/>
              <a:gd name="connsiteY15" fmla="*/ 1352887 h 1365072"/>
              <a:gd name="connsiteX16" fmla="*/ 1741613 w 1943170"/>
              <a:gd name="connsiteY16" fmla="*/ 1231761 h 1365072"/>
              <a:gd name="connsiteX17" fmla="*/ 1943067 w 1943170"/>
              <a:gd name="connsiteY17" fmla="*/ 683914 h 1365072"/>
              <a:gd name="connsiteX18" fmla="*/ 1726849 w 1943170"/>
              <a:gd name="connsiteY18" fmla="*/ 200203 h 1365072"/>
              <a:gd name="connsiteX19" fmla="*/ 1377282 w 1943170"/>
              <a:gd name="connsiteY19" fmla="*/ 17958 h 1365072"/>
              <a:gd name="connsiteX20" fmla="*/ 987234 w 1943170"/>
              <a:gd name="connsiteY20" fmla="*/ 10180 h 136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43170" h="1365072">
                <a:moveTo>
                  <a:pt x="987234" y="10180"/>
                </a:moveTo>
                <a:cubicBezTo>
                  <a:pt x="864044" y="15260"/>
                  <a:pt x="717782" y="17164"/>
                  <a:pt x="638142" y="48438"/>
                </a:cubicBezTo>
                <a:cubicBezTo>
                  <a:pt x="558502" y="79712"/>
                  <a:pt x="560461" y="155674"/>
                  <a:pt x="509396" y="197822"/>
                </a:cubicBezTo>
                <a:cubicBezTo>
                  <a:pt x="458331" y="239970"/>
                  <a:pt x="424464" y="302570"/>
                  <a:pt x="331754" y="301327"/>
                </a:cubicBezTo>
                <a:cubicBezTo>
                  <a:pt x="239044" y="300084"/>
                  <a:pt x="179038" y="339481"/>
                  <a:pt x="138874" y="376099"/>
                </a:cubicBezTo>
                <a:cubicBezTo>
                  <a:pt x="98711" y="412717"/>
                  <a:pt x="110193" y="481958"/>
                  <a:pt x="90773" y="521037"/>
                </a:cubicBezTo>
                <a:cubicBezTo>
                  <a:pt x="71353" y="560116"/>
                  <a:pt x="35236" y="558264"/>
                  <a:pt x="22351" y="610572"/>
                </a:cubicBezTo>
                <a:cubicBezTo>
                  <a:pt x="9466" y="662880"/>
                  <a:pt x="-15564" y="735826"/>
                  <a:pt x="13461" y="834886"/>
                </a:cubicBezTo>
                <a:cubicBezTo>
                  <a:pt x="42486" y="933946"/>
                  <a:pt x="92678" y="941724"/>
                  <a:pt x="125063" y="990619"/>
                </a:cubicBezTo>
                <a:cubicBezTo>
                  <a:pt x="157448" y="1039514"/>
                  <a:pt x="183509" y="1091902"/>
                  <a:pt x="207771" y="1128256"/>
                </a:cubicBezTo>
                <a:cubicBezTo>
                  <a:pt x="232033" y="1164610"/>
                  <a:pt x="216026" y="1151831"/>
                  <a:pt x="270636" y="1208742"/>
                </a:cubicBezTo>
                <a:cubicBezTo>
                  <a:pt x="325246" y="1265653"/>
                  <a:pt x="388296" y="1269385"/>
                  <a:pt x="435418" y="1269703"/>
                </a:cubicBezTo>
                <a:cubicBezTo>
                  <a:pt x="482540" y="1270021"/>
                  <a:pt x="512968" y="1222025"/>
                  <a:pt x="553370" y="1210648"/>
                </a:cubicBezTo>
                <a:cubicBezTo>
                  <a:pt x="593772" y="1199271"/>
                  <a:pt x="627903" y="1191359"/>
                  <a:pt x="677830" y="1201439"/>
                </a:cubicBezTo>
                <a:cubicBezTo>
                  <a:pt x="727757" y="1211520"/>
                  <a:pt x="767206" y="1245890"/>
                  <a:pt x="852931" y="1271131"/>
                </a:cubicBezTo>
                <a:cubicBezTo>
                  <a:pt x="938656" y="1296372"/>
                  <a:pt x="1041685" y="1333255"/>
                  <a:pt x="1192180" y="1352887"/>
                </a:cubicBezTo>
                <a:cubicBezTo>
                  <a:pt x="1342675" y="1372519"/>
                  <a:pt x="1578365" y="1388500"/>
                  <a:pt x="1741613" y="1231761"/>
                </a:cubicBezTo>
                <a:cubicBezTo>
                  <a:pt x="1904861" y="1075022"/>
                  <a:pt x="1945528" y="855840"/>
                  <a:pt x="1943067" y="683914"/>
                </a:cubicBezTo>
                <a:cubicBezTo>
                  <a:pt x="1940606" y="511988"/>
                  <a:pt x="1838609" y="293336"/>
                  <a:pt x="1726849" y="200203"/>
                </a:cubicBezTo>
                <a:cubicBezTo>
                  <a:pt x="1615089" y="107070"/>
                  <a:pt x="1500551" y="49629"/>
                  <a:pt x="1377282" y="17958"/>
                </a:cubicBezTo>
                <a:cubicBezTo>
                  <a:pt x="1254013" y="-13713"/>
                  <a:pt x="1110424" y="5100"/>
                  <a:pt x="987234" y="10180"/>
                </a:cubicBezTo>
                <a:close/>
              </a:path>
            </a:pathLst>
          </a:custGeom>
          <a:solidFill>
            <a:srgbClr val="C00000">
              <a:alpha val="5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4F98E514-4511-43AC-9878-BA9B22824803}"/>
              </a:ext>
            </a:extLst>
          </p:cNvPr>
          <p:cNvSpPr/>
          <p:nvPr/>
        </p:nvSpPr>
        <p:spPr>
          <a:xfrm>
            <a:off x="8691696" y="3138914"/>
            <a:ext cx="1717472" cy="1908243"/>
          </a:xfrm>
          <a:custGeom>
            <a:avLst/>
            <a:gdLst>
              <a:gd name="connsiteX0" fmla="*/ 1789931 w 2089297"/>
              <a:gd name="connsiteY0" fmla="*/ 57528 h 1779349"/>
              <a:gd name="connsiteX1" fmla="*/ 1351392 w 2089297"/>
              <a:gd name="connsiteY1" fmla="*/ 1544 h 1779349"/>
              <a:gd name="connsiteX2" fmla="*/ 1146118 w 2089297"/>
              <a:gd name="connsiteY2" fmla="*/ 113511 h 1779349"/>
              <a:gd name="connsiteX3" fmla="*/ 1136788 w 2089297"/>
              <a:gd name="connsiteY3" fmla="*/ 234809 h 1779349"/>
              <a:gd name="connsiteX4" fmla="*/ 959506 w 2089297"/>
              <a:gd name="connsiteY4" fmla="*/ 178826 h 1779349"/>
              <a:gd name="connsiteX5" fmla="*/ 698249 w 2089297"/>
              <a:gd name="connsiteY5" fmla="*/ 1544 h 1779349"/>
              <a:gd name="connsiteX6" fmla="*/ 604943 w 2089297"/>
              <a:gd name="connsiteY6" fmla="*/ 104181 h 1779349"/>
              <a:gd name="connsiteX7" fmla="*/ 530298 w 2089297"/>
              <a:gd name="connsiteY7" fmla="*/ 300124 h 1779349"/>
              <a:gd name="connsiteX8" fmla="*/ 418331 w 2089297"/>
              <a:gd name="connsiteY8" fmla="*/ 393430 h 1779349"/>
              <a:gd name="connsiteX9" fmla="*/ 82429 w 2089297"/>
              <a:gd name="connsiteY9" fmla="*/ 1111887 h 1779349"/>
              <a:gd name="connsiteX10" fmla="*/ 17114 w 2089297"/>
              <a:gd name="connsiteY10" fmla="*/ 1401136 h 1779349"/>
              <a:gd name="connsiteX11" fmla="*/ 334355 w 2089297"/>
              <a:gd name="connsiteY11" fmla="*/ 1746369 h 1779349"/>
              <a:gd name="connsiteX12" fmla="*/ 679588 w 2089297"/>
              <a:gd name="connsiteY12" fmla="*/ 1746369 h 1779349"/>
              <a:gd name="connsiteX13" fmla="*/ 1248755 w 2089297"/>
              <a:gd name="connsiteY13" fmla="*/ 1578418 h 1779349"/>
              <a:gd name="connsiteX14" fmla="*/ 1519343 w 2089297"/>
              <a:gd name="connsiteY14" fmla="*/ 1055903 h 1779349"/>
              <a:gd name="connsiteX15" fmla="*/ 1677963 w 2089297"/>
              <a:gd name="connsiteY15" fmla="*/ 822638 h 1779349"/>
              <a:gd name="connsiteX16" fmla="*/ 1976543 w 2089297"/>
              <a:gd name="connsiteY16" fmla="*/ 477405 h 1779349"/>
              <a:gd name="connsiteX17" fmla="*/ 2079180 w 2089297"/>
              <a:gd name="connsiteY17" fmla="*/ 178826 h 1779349"/>
              <a:gd name="connsiteX18" fmla="*/ 1789931 w 2089297"/>
              <a:gd name="connsiteY18" fmla="*/ 57528 h 1779349"/>
              <a:gd name="connsiteX0" fmla="*/ 1789931 w 2089297"/>
              <a:gd name="connsiteY0" fmla="*/ 66373 h 1788194"/>
              <a:gd name="connsiteX1" fmla="*/ 1351392 w 2089297"/>
              <a:gd name="connsiteY1" fmla="*/ 10389 h 1788194"/>
              <a:gd name="connsiteX2" fmla="*/ 1146118 w 2089297"/>
              <a:gd name="connsiteY2" fmla="*/ 122356 h 1788194"/>
              <a:gd name="connsiteX3" fmla="*/ 1136788 w 2089297"/>
              <a:gd name="connsiteY3" fmla="*/ 243654 h 1788194"/>
              <a:gd name="connsiteX4" fmla="*/ 959506 w 2089297"/>
              <a:gd name="connsiteY4" fmla="*/ 187671 h 1788194"/>
              <a:gd name="connsiteX5" fmla="*/ 796674 w 2089297"/>
              <a:gd name="connsiteY5" fmla="*/ 1406 h 1788194"/>
              <a:gd name="connsiteX6" fmla="*/ 604943 w 2089297"/>
              <a:gd name="connsiteY6" fmla="*/ 113026 h 1788194"/>
              <a:gd name="connsiteX7" fmla="*/ 530298 w 2089297"/>
              <a:gd name="connsiteY7" fmla="*/ 308969 h 1788194"/>
              <a:gd name="connsiteX8" fmla="*/ 418331 w 2089297"/>
              <a:gd name="connsiteY8" fmla="*/ 402275 h 1788194"/>
              <a:gd name="connsiteX9" fmla="*/ 82429 w 2089297"/>
              <a:gd name="connsiteY9" fmla="*/ 1120732 h 1788194"/>
              <a:gd name="connsiteX10" fmla="*/ 17114 w 2089297"/>
              <a:gd name="connsiteY10" fmla="*/ 1409981 h 1788194"/>
              <a:gd name="connsiteX11" fmla="*/ 334355 w 2089297"/>
              <a:gd name="connsiteY11" fmla="*/ 1755214 h 1788194"/>
              <a:gd name="connsiteX12" fmla="*/ 679588 w 2089297"/>
              <a:gd name="connsiteY12" fmla="*/ 1755214 h 1788194"/>
              <a:gd name="connsiteX13" fmla="*/ 1248755 w 2089297"/>
              <a:gd name="connsiteY13" fmla="*/ 1587263 h 1788194"/>
              <a:gd name="connsiteX14" fmla="*/ 1519343 w 2089297"/>
              <a:gd name="connsiteY14" fmla="*/ 1064748 h 1788194"/>
              <a:gd name="connsiteX15" fmla="*/ 1677963 w 2089297"/>
              <a:gd name="connsiteY15" fmla="*/ 831483 h 1788194"/>
              <a:gd name="connsiteX16" fmla="*/ 1976543 w 2089297"/>
              <a:gd name="connsiteY16" fmla="*/ 486250 h 1788194"/>
              <a:gd name="connsiteX17" fmla="*/ 2079180 w 2089297"/>
              <a:gd name="connsiteY17" fmla="*/ 187671 h 1788194"/>
              <a:gd name="connsiteX18" fmla="*/ 1789931 w 2089297"/>
              <a:gd name="connsiteY18" fmla="*/ 66373 h 1788194"/>
              <a:gd name="connsiteX0" fmla="*/ 1789931 w 2089297"/>
              <a:gd name="connsiteY0" fmla="*/ 65115 h 1786936"/>
              <a:gd name="connsiteX1" fmla="*/ 1351392 w 2089297"/>
              <a:gd name="connsiteY1" fmla="*/ 9131 h 1786936"/>
              <a:gd name="connsiteX2" fmla="*/ 1146118 w 2089297"/>
              <a:gd name="connsiteY2" fmla="*/ 121098 h 1786936"/>
              <a:gd name="connsiteX3" fmla="*/ 1136788 w 2089297"/>
              <a:gd name="connsiteY3" fmla="*/ 242396 h 1786936"/>
              <a:gd name="connsiteX4" fmla="*/ 959506 w 2089297"/>
              <a:gd name="connsiteY4" fmla="*/ 186413 h 1786936"/>
              <a:gd name="connsiteX5" fmla="*/ 796674 w 2089297"/>
              <a:gd name="connsiteY5" fmla="*/ 148 h 1786936"/>
              <a:gd name="connsiteX6" fmla="*/ 604943 w 2089297"/>
              <a:gd name="connsiteY6" fmla="*/ 111768 h 1786936"/>
              <a:gd name="connsiteX7" fmla="*/ 530298 w 2089297"/>
              <a:gd name="connsiteY7" fmla="*/ 307711 h 1786936"/>
              <a:gd name="connsiteX8" fmla="*/ 418331 w 2089297"/>
              <a:gd name="connsiteY8" fmla="*/ 401017 h 1786936"/>
              <a:gd name="connsiteX9" fmla="*/ 82429 w 2089297"/>
              <a:gd name="connsiteY9" fmla="*/ 1119474 h 1786936"/>
              <a:gd name="connsiteX10" fmla="*/ 17114 w 2089297"/>
              <a:gd name="connsiteY10" fmla="*/ 1408723 h 1786936"/>
              <a:gd name="connsiteX11" fmla="*/ 334355 w 2089297"/>
              <a:gd name="connsiteY11" fmla="*/ 1753956 h 1786936"/>
              <a:gd name="connsiteX12" fmla="*/ 679588 w 2089297"/>
              <a:gd name="connsiteY12" fmla="*/ 1753956 h 1786936"/>
              <a:gd name="connsiteX13" fmla="*/ 1248755 w 2089297"/>
              <a:gd name="connsiteY13" fmla="*/ 1586005 h 1786936"/>
              <a:gd name="connsiteX14" fmla="*/ 1519343 w 2089297"/>
              <a:gd name="connsiteY14" fmla="*/ 1063490 h 1786936"/>
              <a:gd name="connsiteX15" fmla="*/ 1677963 w 2089297"/>
              <a:gd name="connsiteY15" fmla="*/ 830225 h 1786936"/>
              <a:gd name="connsiteX16" fmla="*/ 1976543 w 2089297"/>
              <a:gd name="connsiteY16" fmla="*/ 484992 h 1786936"/>
              <a:gd name="connsiteX17" fmla="*/ 2079180 w 2089297"/>
              <a:gd name="connsiteY17" fmla="*/ 186413 h 1786936"/>
              <a:gd name="connsiteX18" fmla="*/ 1789931 w 2089297"/>
              <a:gd name="connsiteY18" fmla="*/ 65115 h 1786936"/>
              <a:gd name="connsiteX0" fmla="*/ 1789931 w 2089297"/>
              <a:gd name="connsiteY0" fmla="*/ 65091 h 1786912"/>
              <a:gd name="connsiteX1" fmla="*/ 1351392 w 2089297"/>
              <a:gd name="connsiteY1" fmla="*/ 9107 h 1786912"/>
              <a:gd name="connsiteX2" fmla="*/ 1146118 w 2089297"/>
              <a:gd name="connsiteY2" fmla="*/ 121074 h 1786912"/>
              <a:gd name="connsiteX3" fmla="*/ 1041538 w 2089297"/>
              <a:gd name="connsiteY3" fmla="*/ 56723 h 1786912"/>
              <a:gd name="connsiteX4" fmla="*/ 959506 w 2089297"/>
              <a:gd name="connsiteY4" fmla="*/ 186389 h 1786912"/>
              <a:gd name="connsiteX5" fmla="*/ 796674 w 2089297"/>
              <a:gd name="connsiteY5" fmla="*/ 124 h 1786912"/>
              <a:gd name="connsiteX6" fmla="*/ 604943 w 2089297"/>
              <a:gd name="connsiteY6" fmla="*/ 111744 h 1786912"/>
              <a:gd name="connsiteX7" fmla="*/ 530298 w 2089297"/>
              <a:gd name="connsiteY7" fmla="*/ 307687 h 1786912"/>
              <a:gd name="connsiteX8" fmla="*/ 418331 w 2089297"/>
              <a:gd name="connsiteY8" fmla="*/ 400993 h 1786912"/>
              <a:gd name="connsiteX9" fmla="*/ 82429 w 2089297"/>
              <a:gd name="connsiteY9" fmla="*/ 1119450 h 1786912"/>
              <a:gd name="connsiteX10" fmla="*/ 17114 w 2089297"/>
              <a:gd name="connsiteY10" fmla="*/ 1408699 h 1786912"/>
              <a:gd name="connsiteX11" fmla="*/ 334355 w 2089297"/>
              <a:gd name="connsiteY11" fmla="*/ 1753932 h 1786912"/>
              <a:gd name="connsiteX12" fmla="*/ 679588 w 2089297"/>
              <a:gd name="connsiteY12" fmla="*/ 1753932 h 1786912"/>
              <a:gd name="connsiteX13" fmla="*/ 1248755 w 2089297"/>
              <a:gd name="connsiteY13" fmla="*/ 1585981 h 1786912"/>
              <a:gd name="connsiteX14" fmla="*/ 1519343 w 2089297"/>
              <a:gd name="connsiteY14" fmla="*/ 1063466 h 1786912"/>
              <a:gd name="connsiteX15" fmla="*/ 1677963 w 2089297"/>
              <a:gd name="connsiteY15" fmla="*/ 830201 h 1786912"/>
              <a:gd name="connsiteX16" fmla="*/ 1976543 w 2089297"/>
              <a:gd name="connsiteY16" fmla="*/ 484968 h 1786912"/>
              <a:gd name="connsiteX17" fmla="*/ 2079180 w 2089297"/>
              <a:gd name="connsiteY17" fmla="*/ 186389 h 1786912"/>
              <a:gd name="connsiteX18" fmla="*/ 1789931 w 2089297"/>
              <a:gd name="connsiteY18" fmla="*/ 65091 h 1786912"/>
              <a:gd name="connsiteX0" fmla="*/ 1789931 w 2089297"/>
              <a:gd name="connsiteY0" fmla="*/ 65097 h 1786918"/>
              <a:gd name="connsiteX1" fmla="*/ 1351392 w 2089297"/>
              <a:gd name="connsiteY1" fmla="*/ 9113 h 1786918"/>
              <a:gd name="connsiteX2" fmla="*/ 1146118 w 2089297"/>
              <a:gd name="connsiteY2" fmla="*/ 121080 h 1786918"/>
              <a:gd name="connsiteX3" fmla="*/ 959506 w 2089297"/>
              <a:gd name="connsiteY3" fmla="*/ 186395 h 1786918"/>
              <a:gd name="connsiteX4" fmla="*/ 796674 w 2089297"/>
              <a:gd name="connsiteY4" fmla="*/ 130 h 1786918"/>
              <a:gd name="connsiteX5" fmla="*/ 604943 w 2089297"/>
              <a:gd name="connsiteY5" fmla="*/ 111750 h 1786918"/>
              <a:gd name="connsiteX6" fmla="*/ 530298 w 2089297"/>
              <a:gd name="connsiteY6" fmla="*/ 307693 h 1786918"/>
              <a:gd name="connsiteX7" fmla="*/ 418331 w 2089297"/>
              <a:gd name="connsiteY7" fmla="*/ 400999 h 1786918"/>
              <a:gd name="connsiteX8" fmla="*/ 82429 w 2089297"/>
              <a:gd name="connsiteY8" fmla="*/ 1119456 h 1786918"/>
              <a:gd name="connsiteX9" fmla="*/ 17114 w 2089297"/>
              <a:gd name="connsiteY9" fmla="*/ 1408705 h 1786918"/>
              <a:gd name="connsiteX10" fmla="*/ 334355 w 2089297"/>
              <a:gd name="connsiteY10" fmla="*/ 1753938 h 1786918"/>
              <a:gd name="connsiteX11" fmla="*/ 679588 w 2089297"/>
              <a:gd name="connsiteY11" fmla="*/ 1753938 h 1786918"/>
              <a:gd name="connsiteX12" fmla="*/ 1248755 w 2089297"/>
              <a:gd name="connsiteY12" fmla="*/ 1585987 h 1786918"/>
              <a:gd name="connsiteX13" fmla="*/ 1519343 w 2089297"/>
              <a:gd name="connsiteY13" fmla="*/ 1063472 h 1786918"/>
              <a:gd name="connsiteX14" fmla="*/ 1677963 w 2089297"/>
              <a:gd name="connsiteY14" fmla="*/ 830207 h 1786918"/>
              <a:gd name="connsiteX15" fmla="*/ 1976543 w 2089297"/>
              <a:gd name="connsiteY15" fmla="*/ 484974 h 1786918"/>
              <a:gd name="connsiteX16" fmla="*/ 2079180 w 2089297"/>
              <a:gd name="connsiteY16" fmla="*/ 186395 h 1786918"/>
              <a:gd name="connsiteX17" fmla="*/ 1789931 w 2089297"/>
              <a:gd name="connsiteY17" fmla="*/ 65097 h 1786918"/>
              <a:gd name="connsiteX0" fmla="*/ 1789931 w 2089297"/>
              <a:gd name="connsiteY0" fmla="*/ 64996 h 1786817"/>
              <a:gd name="connsiteX1" fmla="*/ 1351392 w 2089297"/>
              <a:gd name="connsiteY1" fmla="*/ 9012 h 1786817"/>
              <a:gd name="connsiteX2" fmla="*/ 1146118 w 2089297"/>
              <a:gd name="connsiteY2" fmla="*/ 120979 h 1786817"/>
              <a:gd name="connsiteX3" fmla="*/ 796674 w 2089297"/>
              <a:gd name="connsiteY3" fmla="*/ 29 h 1786817"/>
              <a:gd name="connsiteX4" fmla="*/ 604943 w 2089297"/>
              <a:gd name="connsiteY4" fmla="*/ 111649 h 1786817"/>
              <a:gd name="connsiteX5" fmla="*/ 530298 w 2089297"/>
              <a:gd name="connsiteY5" fmla="*/ 307592 h 1786817"/>
              <a:gd name="connsiteX6" fmla="*/ 418331 w 2089297"/>
              <a:gd name="connsiteY6" fmla="*/ 400898 h 1786817"/>
              <a:gd name="connsiteX7" fmla="*/ 82429 w 2089297"/>
              <a:gd name="connsiteY7" fmla="*/ 1119355 h 1786817"/>
              <a:gd name="connsiteX8" fmla="*/ 17114 w 2089297"/>
              <a:gd name="connsiteY8" fmla="*/ 1408604 h 1786817"/>
              <a:gd name="connsiteX9" fmla="*/ 334355 w 2089297"/>
              <a:gd name="connsiteY9" fmla="*/ 1753837 h 1786817"/>
              <a:gd name="connsiteX10" fmla="*/ 679588 w 2089297"/>
              <a:gd name="connsiteY10" fmla="*/ 1753837 h 1786817"/>
              <a:gd name="connsiteX11" fmla="*/ 1248755 w 2089297"/>
              <a:gd name="connsiteY11" fmla="*/ 1585886 h 1786817"/>
              <a:gd name="connsiteX12" fmla="*/ 1519343 w 2089297"/>
              <a:gd name="connsiteY12" fmla="*/ 1063371 h 1786817"/>
              <a:gd name="connsiteX13" fmla="*/ 1677963 w 2089297"/>
              <a:gd name="connsiteY13" fmla="*/ 830106 h 1786817"/>
              <a:gd name="connsiteX14" fmla="*/ 1976543 w 2089297"/>
              <a:gd name="connsiteY14" fmla="*/ 484873 h 1786817"/>
              <a:gd name="connsiteX15" fmla="*/ 2079180 w 2089297"/>
              <a:gd name="connsiteY15" fmla="*/ 186294 h 1786817"/>
              <a:gd name="connsiteX16" fmla="*/ 1789931 w 2089297"/>
              <a:gd name="connsiteY16" fmla="*/ 64996 h 1786817"/>
              <a:gd name="connsiteX0" fmla="*/ 1789931 w 2089297"/>
              <a:gd name="connsiteY0" fmla="*/ 64982 h 1786803"/>
              <a:gd name="connsiteX1" fmla="*/ 1351392 w 2089297"/>
              <a:gd name="connsiteY1" fmla="*/ 8998 h 1786803"/>
              <a:gd name="connsiteX2" fmla="*/ 1057218 w 2089297"/>
              <a:gd name="connsiteY2" fmla="*/ 102999 h 1786803"/>
              <a:gd name="connsiteX3" fmla="*/ 796674 w 2089297"/>
              <a:gd name="connsiteY3" fmla="*/ 15 h 1786803"/>
              <a:gd name="connsiteX4" fmla="*/ 604943 w 2089297"/>
              <a:gd name="connsiteY4" fmla="*/ 111635 h 1786803"/>
              <a:gd name="connsiteX5" fmla="*/ 530298 w 2089297"/>
              <a:gd name="connsiteY5" fmla="*/ 307578 h 1786803"/>
              <a:gd name="connsiteX6" fmla="*/ 418331 w 2089297"/>
              <a:gd name="connsiteY6" fmla="*/ 400884 h 1786803"/>
              <a:gd name="connsiteX7" fmla="*/ 82429 w 2089297"/>
              <a:gd name="connsiteY7" fmla="*/ 1119341 h 1786803"/>
              <a:gd name="connsiteX8" fmla="*/ 17114 w 2089297"/>
              <a:gd name="connsiteY8" fmla="*/ 1408590 h 1786803"/>
              <a:gd name="connsiteX9" fmla="*/ 334355 w 2089297"/>
              <a:gd name="connsiteY9" fmla="*/ 1753823 h 1786803"/>
              <a:gd name="connsiteX10" fmla="*/ 679588 w 2089297"/>
              <a:gd name="connsiteY10" fmla="*/ 1753823 h 1786803"/>
              <a:gd name="connsiteX11" fmla="*/ 1248755 w 2089297"/>
              <a:gd name="connsiteY11" fmla="*/ 1585872 h 1786803"/>
              <a:gd name="connsiteX12" fmla="*/ 1519343 w 2089297"/>
              <a:gd name="connsiteY12" fmla="*/ 1063357 h 1786803"/>
              <a:gd name="connsiteX13" fmla="*/ 1677963 w 2089297"/>
              <a:gd name="connsiteY13" fmla="*/ 830092 h 1786803"/>
              <a:gd name="connsiteX14" fmla="*/ 1976543 w 2089297"/>
              <a:gd name="connsiteY14" fmla="*/ 484859 h 1786803"/>
              <a:gd name="connsiteX15" fmla="*/ 2079180 w 2089297"/>
              <a:gd name="connsiteY15" fmla="*/ 186280 h 1786803"/>
              <a:gd name="connsiteX16" fmla="*/ 1789931 w 2089297"/>
              <a:gd name="connsiteY16" fmla="*/ 64982 h 1786803"/>
              <a:gd name="connsiteX0" fmla="*/ 1789931 w 2089297"/>
              <a:gd name="connsiteY0" fmla="*/ 74521 h 1796342"/>
              <a:gd name="connsiteX1" fmla="*/ 1351392 w 2089297"/>
              <a:gd name="connsiteY1" fmla="*/ 571 h 1796342"/>
              <a:gd name="connsiteX2" fmla="*/ 1057218 w 2089297"/>
              <a:gd name="connsiteY2" fmla="*/ 112538 h 1796342"/>
              <a:gd name="connsiteX3" fmla="*/ 796674 w 2089297"/>
              <a:gd name="connsiteY3" fmla="*/ 9554 h 1796342"/>
              <a:gd name="connsiteX4" fmla="*/ 604943 w 2089297"/>
              <a:gd name="connsiteY4" fmla="*/ 121174 h 1796342"/>
              <a:gd name="connsiteX5" fmla="*/ 530298 w 2089297"/>
              <a:gd name="connsiteY5" fmla="*/ 317117 h 1796342"/>
              <a:gd name="connsiteX6" fmla="*/ 418331 w 2089297"/>
              <a:gd name="connsiteY6" fmla="*/ 410423 h 1796342"/>
              <a:gd name="connsiteX7" fmla="*/ 82429 w 2089297"/>
              <a:gd name="connsiteY7" fmla="*/ 1128880 h 1796342"/>
              <a:gd name="connsiteX8" fmla="*/ 17114 w 2089297"/>
              <a:gd name="connsiteY8" fmla="*/ 1418129 h 1796342"/>
              <a:gd name="connsiteX9" fmla="*/ 334355 w 2089297"/>
              <a:gd name="connsiteY9" fmla="*/ 1763362 h 1796342"/>
              <a:gd name="connsiteX10" fmla="*/ 679588 w 2089297"/>
              <a:gd name="connsiteY10" fmla="*/ 1763362 h 1796342"/>
              <a:gd name="connsiteX11" fmla="*/ 1248755 w 2089297"/>
              <a:gd name="connsiteY11" fmla="*/ 1595411 h 1796342"/>
              <a:gd name="connsiteX12" fmla="*/ 1519343 w 2089297"/>
              <a:gd name="connsiteY12" fmla="*/ 1072896 h 1796342"/>
              <a:gd name="connsiteX13" fmla="*/ 1677963 w 2089297"/>
              <a:gd name="connsiteY13" fmla="*/ 839631 h 1796342"/>
              <a:gd name="connsiteX14" fmla="*/ 1976543 w 2089297"/>
              <a:gd name="connsiteY14" fmla="*/ 494398 h 1796342"/>
              <a:gd name="connsiteX15" fmla="*/ 2079180 w 2089297"/>
              <a:gd name="connsiteY15" fmla="*/ 195819 h 1796342"/>
              <a:gd name="connsiteX16" fmla="*/ 1789931 w 2089297"/>
              <a:gd name="connsiteY16" fmla="*/ 74521 h 1796342"/>
              <a:gd name="connsiteX0" fmla="*/ 1793106 w 2086844"/>
              <a:gd name="connsiteY0" fmla="*/ 65956 h 1796760"/>
              <a:gd name="connsiteX1" fmla="*/ 1351392 w 2086844"/>
              <a:gd name="connsiteY1" fmla="*/ 989 h 1796760"/>
              <a:gd name="connsiteX2" fmla="*/ 1057218 w 2086844"/>
              <a:gd name="connsiteY2" fmla="*/ 112956 h 1796760"/>
              <a:gd name="connsiteX3" fmla="*/ 796674 w 2086844"/>
              <a:gd name="connsiteY3" fmla="*/ 9972 h 1796760"/>
              <a:gd name="connsiteX4" fmla="*/ 604943 w 2086844"/>
              <a:gd name="connsiteY4" fmla="*/ 121592 h 1796760"/>
              <a:gd name="connsiteX5" fmla="*/ 530298 w 2086844"/>
              <a:gd name="connsiteY5" fmla="*/ 317535 h 1796760"/>
              <a:gd name="connsiteX6" fmla="*/ 418331 w 2086844"/>
              <a:gd name="connsiteY6" fmla="*/ 410841 h 1796760"/>
              <a:gd name="connsiteX7" fmla="*/ 82429 w 2086844"/>
              <a:gd name="connsiteY7" fmla="*/ 1129298 h 1796760"/>
              <a:gd name="connsiteX8" fmla="*/ 17114 w 2086844"/>
              <a:gd name="connsiteY8" fmla="*/ 1418547 h 1796760"/>
              <a:gd name="connsiteX9" fmla="*/ 334355 w 2086844"/>
              <a:gd name="connsiteY9" fmla="*/ 1763780 h 1796760"/>
              <a:gd name="connsiteX10" fmla="*/ 679588 w 2086844"/>
              <a:gd name="connsiteY10" fmla="*/ 1763780 h 1796760"/>
              <a:gd name="connsiteX11" fmla="*/ 1248755 w 2086844"/>
              <a:gd name="connsiteY11" fmla="*/ 1595829 h 1796760"/>
              <a:gd name="connsiteX12" fmla="*/ 1519343 w 2086844"/>
              <a:gd name="connsiteY12" fmla="*/ 1073314 h 1796760"/>
              <a:gd name="connsiteX13" fmla="*/ 1677963 w 2086844"/>
              <a:gd name="connsiteY13" fmla="*/ 840049 h 1796760"/>
              <a:gd name="connsiteX14" fmla="*/ 1976543 w 2086844"/>
              <a:gd name="connsiteY14" fmla="*/ 494816 h 1796760"/>
              <a:gd name="connsiteX15" fmla="*/ 2079180 w 2086844"/>
              <a:gd name="connsiteY15" fmla="*/ 196237 h 1796760"/>
              <a:gd name="connsiteX16" fmla="*/ 1793106 w 2086844"/>
              <a:gd name="connsiteY16" fmla="*/ 65956 h 1796760"/>
              <a:gd name="connsiteX0" fmla="*/ 1793106 w 1994723"/>
              <a:gd name="connsiteY0" fmla="*/ 66356 h 1797160"/>
              <a:gd name="connsiteX1" fmla="*/ 1351392 w 1994723"/>
              <a:gd name="connsiteY1" fmla="*/ 1389 h 1797160"/>
              <a:gd name="connsiteX2" fmla="*/ 1057218 w 1994723"/>
              <a:gd name="connsiteY2" fmla="*/ 113356 h 1797160"/>
              <a:gd name="connsiteX3" fmla="*/ 796674 w 1994723"/>
              <a:gd name="connsiteY3" fmla="*/ 10372 h 1797160"/>
              <a:gd name="connsiteX4" fmla="*/ 604943 w 1994723"/>
              <a:gd name="connsiteY4" fmla="*/ 121992 h 1797160"/>
              <a:gd name="connsiteX5" fmla="*/ 530298 w 1994723"/>
              <a:gd name="connsiteY5" fmla="*/ 317935 h 1797160"/>
              <a:gd name="connsiteX6" fmla="*/ 418331 w 1994723"/>
              <a:gd name="connsiteY6" fmla="*/ 411241 h 1797160"/>
              <a:gd name="connsiteX7" fmla="*/ 82429 w 1994723"/>
              <a:gd name="connsiteY7" fmla="*/ 1129698 h 1797160"/>
              <a:gd name="connsiteX8" fmla="*/ 17114 w 1994723"/>
              <a:gd name="connsiteY8" fmla="*/ 1418947 h 1797160"/>
              <a:gd name="connsiteX9" fmla="*/ 334355 w 1994723"/>
              <a:gd name="connsiteY9" fmla="*/ 1764180 h 1797160"/>
              <a:gd name="connsiteX10" fmla="*/ 679588 w 1994723"/>
              <a:gd name="connsiteY10" fmla="*/ 1764180 h 1797160"/>
              <a:gd name="connsiteX11" fmla="*/ 1248755 w 1994723"/>
              <a:gd name="connsiteY11" fmla="*/ 1596229 h 1797160"/>
              <a:gd name="connsiteX12" fmla="*/ 1519343 w 1994723"/>
              <a:gd name="connsiteY12" fmla="*/ 1073714 h 1797160"/>
              <a:gd name="connsiteX13" fmla="*/ 1677963 w 1994723"/>
              <a:gd name="connsiteY13" fmla="*/ 840449 h 1797160"/>
              <a:gd name="connsiteX14" fmla="*/ 1976543 w 1994723"/>
              <a:gd name="connsiteY14" fmla="*/ 495216 h 1797160"/>
              <a:gd name="connsiteX15" fmla="*/ 1875980 w 1994723"/>
              <a:gd name="connsiteY15" fmla="*/ 283473 h 1797160"/>
              <a:gd name="connsiteX16" fmla="*/ 1793106 w 1994723"/>
              <a:gd name="connsiteY16" fmla="*/ 66356 h 1797160"/>
              <a:gd name="connsiteX0" fmla="*/ 1793106 w 1978955"/>
              <a:gd name="connsiteY0" fmla="*/ 69948 h 1800752"/>
              <a:gd name="connsiteX1" fmla="*/ 1351392 w 1978955"/>
              <a:gd name="connsiteY1" fmla="*/ 4981 h 1800752"/>
              <a:gd name="connsiteX2" fmla="*/ 1057218 w 1978955"/>
              <a:gd name="connsiteY2" fmla="*/ 116948 h 1800752"/>
              <a:gd name="connsiteX3" fmla="*/ 796674 w 1978955"/>
              <a:gd name="connsiteY3" fmla="*/ 13964 h 1800752"/>
              <a:gd name="connsiteX4" fmla="*/ 604943 w 1978955"/>
              <a:gd name="connsiteY4" fmla="*/ 125584 h 1800752"/>
              <a:gd name="connsiteX5" fmla="*/ 530298 w 1978955"/>
              <a:gd name="connsiteY5" fmla="*/ 321527 h 1800752"/>
              <a:gd name="connsiteX6" fmla="*/ 418331 w 1978955"/>
              <a:gd name="connsiteY6" fmla="*/ 414833 h 1800752"/>
              <a:gd name="connsiteX7" fmla="*/ 82429 w 1978955"/>
              <a:gd name="connsiteY7" fmla="*/ 1133290 h 1800752"/>
              <a:gd name="connsiteX8" fmla="*/ 17114 w 1978955"/>
              <a:gd name="connsiteY8" fmla="*/ 1422539 h 1800752"/>
              <a:gd name="connsiteX9" fmla="*/ 334355 w 1978955"/>
              <a:gd name="connsiteY9" fmla="*/ 1767772 h 1800752"/>
              <a:gd name="connsiteX10" fmla="*/ 679588 w 1978955"/>
              <a:gd name="connsiteY10" fmla="*/ 1767772 h 1800752"/>
              <a:gd name="connsiteX11" fmla="*/ 1248755 w 1978955"/>
              <a:gd name="connsiteY11" fmla="*/ 1599821 h 1800752"/>
              <a:gd name="connsiteX12" fmla="*/ 1519343 w 1978955"/>
              <a:gd name="connsiteY12" fmla="*/ 1077306 h 1800752"/>
              <a:gd name="connsiteX13" fmla="*/ 1677963 w 1978955"/>
              <a:gd name="connsiteY13" fmla="*/ 844041 h 1800752"/>
              <a:gd name="connsiteX14" fmla="*/ 1976543 w 1978955"/>
              <a:gd name="connsiteY14" fmla="*/ 498808 h 1800752"/>
              <a:gd name="connsiteX15" fmla="*/ 1793106 w 1978955"/>
              <a:gd name="connsiteY15" fmla="*/ 69948 h 1800752"/>
              <a:gd name="connsiteX0" fmla="*/ 1793106 w 1882523"/>
              <a:gd name="connsiteY0" fmla="*/ 68650 h 1799454"/>
              <a:gd name="connsiteX1" fmla="*/ 1351392 w 1882523"/>
              <a:gd name="connsiteY1" fmla="*/ 3683 h 1799454"/>
              <a:gd name="connsiteX2" fmla="*/ 1057218 w 1882523"/>
              <a:gd name="connsiteY2" fmla="*/ 115650 h 1799454"/>
              <a:gd name="connsiteX3" fmla="*/ 796674 w 1882523"/>
              <a:gd name="connsiteY3" fmla="*/ 12666 h 1799454"/>
              <a:gd name="connsiteX4" fmla="*/ 604943 w 1882523"/>
              <a:gd name="connsiteY4" fmla="*/ 124286 h 1799454"/>
              <a:gd name="connsiteX5" fmla="*/ 530298 w 1882523"/>
              <a:gd name="connsiteY5" fmla="*/ 320229 h 1799454"/>
              <a:gd name="connsiteX6" fmla="*/ 418331 w 1882523"/>
              <a:gd name="connsiteY6" fmla="*/ 413535 h 1799454"/>
              <a:gd name="connsiteX7" fmla="*/ 82429 w 1882523"/>
              <a:gd name="connsiteY7" fmla="*/ 1131992 h 1799454"/>
              <a:gd name="connsiteX8" fmla="*/ 17114 w 1882523"/>
              <a:gd name="connsiteY8" fmla="*/ 1421241 h 1799454"/>
              <a:gd name="connsiteX9" fmla="*/ 334355 w 1882523"/>
              <a:gd name="connsiteY9" fmla="*/ 1766474 h 1799454"/>
              <a:gd name="connsiteX10" fmla="*/ 679588 w 1882523"/>
              <a:gd name="connsiteY10" fmla="*/ 1766474 h 1799454"/>
              <a:gd name="connsiteX11" fmla="*/ 1248755 w 1882523"/>
              <a:gd name="connsiteY11" fmla="*/ 1598523 h 1799454"/>
              <a:gd name="connsiteX12" fmla="*/ 1519343 w 1882523"/>
              <a:gd name="connsiteY12" fmla="*/ 1076008 h 1799454"/>
              <a:gd name="connsiteX13" fmla="*/ 1677963 w 1882523"/>
              <a:gd name="connsiteY13" fmla="*/ 842743 h 1799454"/>
              <a:gd name="connsiteX14" fmla="*/ 1874943 w 1882523"/>
              <a:gd name="connsiteY14" fmla="*/ 452595 h 1799454"/>
              <a:gd name="connsiteX15" fmla="*/ 1793106 w 1882523"/>
              <a:gd name="connsiteY15" fmla="*/ 68650 h 1799454"/>
              <a:gd name="connsiteX0" fmla="*/ 1793106 w 1882523"/>
              <a:gd name="connsiteY0" fmla="*/ 68650 h 1799454"/>
              <a:gd name="connsiteX1" fmla="*/ 1351392 w 1882523"/>
              <a:gd name="connsiteY1" fmla="*/ 3683 h 1799454"/>
              <a:gd name="connsiteX2" fmla="*/ 1057218 w 1882523"/>
              <a:gd name="connsiteY2" fmla="*/ 115650 h 1799454"/>
              <a:gd name="connsiteX3" fmla="*/ 796674 w 1882523"/>
              <a:gd name="connsiteY3" fmla="*/ 12666 h 1799454"/>
              <a:gd name="connsiteX4" fmla="*/ 604943 w 1882523"/>
              <a:gd name="connsiteY4" fmla="*/ 124286 h 1799454"/>
              <a:gd name="connsiteX5" fmla="*/ 530298 w 1882523"/>
              <a:gd name="connsiteY5" fmla="*/ 320229 h 1799454"/>
              <a:gd name="connsiteX6" fmla="*/ 418331 w 1882523"/>
              <a:gd name="connsiteY6" fmla="*/ 413535 h 1799454"/>
              <a:gd name="connsiteX7" fmla="*/ 82429 w 1882523"/>
              <a:gd name="connsiteY7" fmla="*/ 1131992 h 1799454"/>
              <a:gd name="connsiteX8" fmla="*/ 17114 w 1882523"/>
              <a:gd name="connsiteY8" fmla="*/ 1421241 h 1799454"/>
              <a:gd name="connsiteX9" fmla="*/ 334355 w 1882523"/>
              <a:gd name="connsiteY9" fmla="*/ 1766474 h 1799454"/>
              <a:gd name="connsiteX10" fmla="*/ 679588 w 1882523"/>
              <a:gd name="connsiteY10" fmla="*/ 1766474 h 1799454"/>
              <a:gd name="connsiteX11" fmla="*/ 1248755 w 1882523"/>
              <a:gd name="connsiteY11" fmla="*/ 1598523 h 1799454"/>
              <a:gd name="connsiteX12" fmla="*/ 1519343 w 1882523"/>
              <a:gd name="connsiteY12" fmla="*/ 1076008 h 1799454"/>
              <a:gd name="connsiteX13" fmla="*/ 1677963 w 1882523"/>
              <a:gd name="connsiteY13" fmla="*/ 842743 h 1799454"/>
              <a:gd name="connsiteX14" fmla="*/ 1874943 w 1882523"/>
              <a:gd name="connsiteY14" fmla="*/ 452595 h 1799454"/>
              <a:gd name="connsiteX15" fmla="*/ 1793106 w 1882523"/>
              <a:gd name="connsiteY15" fmla="*/ 68650 h 1799454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796674 w 1864394"/>
              <a:gd name="connsiteY3" fmla="*/ 11122 h 1797910"/>
              <a:gd name="connsiteX4" fmla="*/ 604943 w 1864394"/>
              <a:gd name="connsiteY4" fmla="*/ 122742 h 1797910"/>
              <a:gd name="connsiteX5" fmla="*/ 530298 w 1864394"/>
              <a:gd name="connsiteY5" fmla="*/ 31868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796674 w 1864394"/>
              <a:gd name="connsiteY3" fmla="*/ 11122 h 1797910"/>
              <a:gd name="connsiteX4" fmla="*/ 633518 w 1864394"/>
              <a:gd name="connsiteY4" fmla="*/ 149691 h 1797910"/>
              <a:gd name="connsiteX5" fmla="*/ 530298 w 1864394"/>
              <a:gd name="connsiteY5" fmla="*/ 31868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796674 w 1864394"/>
              <a:gd name="connsiteY3" fmla="*/ 11122 h 1797910"/>
              <a:gd name="connsiteX4" fmla="*/ 633518 w 1864394"/>
              <a:gd name="connsiteY4" fmla="*/ 149691 h 1797910"/>
              <a:gd name="connsiteX5" fmla="*/ 568398 w 1864394"/>
              <a:gd name="connsiteY5" fmla="*/ 38755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815724 w 1864394"/>
              <a:gd name="connsiteY3" fmla="*/ 38071 h 1797910"/>
              <a:gd name="connsiteX4" fmla="*/ 633518 w 1864394"/>
              <a:gd name="connsiteY4" fmla="*/ 149691 h 1797910"/>
              <a:gd name="connsiteX5" fmla="*/ 568398 w 1864394"/>
              <a:gd name="connsiteY5" fmla="*/ 38755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5631 h 1796435"/>
              <a:gd name="connsiteX1" fmla="*/ 1351392 w 1864394"/>
              <a:gd name="connsiteY1" fmla="*/ 664 h 1796435"/>
              <a:gd name="connsiteX2" fmla="*/ 1120718 w 1864394"/>
              <a:gd name="connsiteY2" fmla="*/ 85682 h 1796435"/>
              <a:gd name="connsiteX3" fmla="*/ 815724 w 1864394"/>
              <a:gd name="connsiteY3" fmla="*/ 36596 h 1796435"/>
              <a:gd name="connsiteX4" fmla="*/ 633518 w 1864394"/>
              <a:gd name="connsiteY4" fmla="*/ 148216 h 1796435"/>
              <a:gd name="connsiteX5" fmla="*/ 568398 w 1864394"/>
              <a:gd name="connsiteY5" fmla="*/ 386080 h 1796435"/>
              <a:gd name="connsiteX6" fmla="*/ 418331 w 1864394"/>
              <a:gd name="connsiteY6" fmla="*/ 410516 h 1796435"/>
              <a:gd name="connsiteX7" fmla="*/ 82429 w 1864394"/>
              <a:gd name="connsiteY7" fmla="*/ 1128973 h 1796435"/>
              <a:gd name="connsiteX8" fmla="*/ 17114 w 1864394"/>
              <a:gd name="connsiteY8" fmla="*/ 1418222 h 1796435"/>
              <a:gd name="connsiteX9" fmla="*/ 334355 w 1864394"/>
              <a:gd name="connsiteY9" fmla="*/ 1763455 h 1796435"/>
              <a:gd name="connsiteX10" fmla="*/ 679588 w 1864394"/>
              <a:gd name="connsiteY10" fmla="*/ 1763455 h 1796435"/>
              <a:gd name="connsiteX11" fmla="*/ 1248755 w 1864394"/>
              <a:gd name="connsiteY11" fmla="*/ 1595504 h 1796435"/>
              <a:gd name="connsiteX12" fmla="*/ 1519343 w 1864394"/>
              <a:gd name="connsiteY12" fmla="*/ 1072989 h 1796435"/>
              <a:gd name="connsiteX13" fmla="*/ 1677963 w 1864394"/>
              <a:gd name="connsiteY13" fmla="*/ 839724 h 1796435"/>
              <a:gd name="connsiteX14" fmla="*/ 1852718 w 1864394"/>
              <a:gd name="connsiteY14" fmla="*/ 365734 h 1796435"/>
              <a:gd name="connsiteX15" fmla="*/ 1793106 w 1864394"/>
              <a:gd name="connsiteY15" fmla="*/ 65631 h 1796435"/>
              <a:gd name="connsiteX0" fmla="*/ 1792575 w 1863863"/>
              <a:gd name="connsiteY0" fmla="*/ 65631 h 1796435"/>
              <a:gd name="connsiteX1" fmla="*/ 1350861 w 1863863"/>
              <a:gd name="connsiteY1" fmla="*/ 664 h 1796435"/>
              <a:gd name="connsiteX2" fmla="*/ 1120187 w 1863863"/>
              <a:gd name="connsiteY2" fmla="*/ 85682 h 1796435"/>
              <a:gd name="connsiteX3" fmla="*/ 815193 w 1863863"/>
              <a:gd name="connsiteY3" fmla="*/ 36596 h 1796435"/>
              <a:gd name="connsiteX4" fmla="*/ 632987 w 1863863"/>
              <a:gd name="connsiteY4" fmla="*/ 148216 h 1796435"/>
              <a:gd name="connsiteX5" fmla="*/ 567867 w 1863863"/>
              <a:gd name="connsiteY5" fmla="*/ 386080 h 1796435"/>
              <a:gd name="connsiteX6" fmla="*/ 398750 w 1863863"/>
              <a:gd name="connsiteY6" fmla="*/ 527296 h 1796435"/>
              <a:gd name="connsiteX7" fmla="*/ 81898 w 1863863"/>
              <a:gd name="connsiteY7" fmla="*/ 1128973 h 1796435"/>
              <a:gd name="connsiteX8" fmla="*/ 16583 w 1863863"/>
              <a:gd name="connsiteY8" fmla="*/ 1418222 h 1796435"/>
              <a:gd name="connsiteX9" fmla="*/ 333824 w 1863863"/>
              <a:gd name="connsiteY9" fmla="*/ 1763455 h 1796435"/>
              <a:gd name="connsiteX10" fmla="*/ 679057 w 1863863"/>
              <a:gd name="connsiteY10" fmla="*/ 1763455 h 1796435"/>
              <a:gd name="connsiteX11" fmla="*/ 1248224 w 1863863"/>
              <a:gd name="connsiteY11" fmla="*/ 1595504 h 1796435"/>
              <a:gd name="connsiteX12" fmla="*/ 1518812 w 1863863"/>
              <a:gd name="connsiteY12" fmla="*/ 1072989 h 1796435"/>
              <a:gd name="connsiteX13" fmla="*/ 1677432 w 1863863"/>
              <a:gd name="connsiteY13" fmla="*/ 839724 h 1796435"/>
              <a:gd name="connsiteX14" fmla="*/ 1852187 w 1863863"/>
              <a:gd name="connsiteY14" fmla="*/ 365734 h 1796435"/>
              <a:gd name="connsiteX15" fmla="*/ 1792575 w 1863863"/>
              <a:gd name="connsiteY15" fmla="*/ 65631 h 1796435"/>
              <a:gd name="connsiteX0" fmla="*/ 1776002 w 1847290"/>
              <a:gd name="connsiteY0" fmla="*/ 65631 h 1796435"/>
              <a:gd name="connsiteX1" fmla="*/ 1334288 w 1847290"/>
              <a:gd name="connsiteY1" fmla="*/ 664 h 1796435"/>
              <a:gd name="connsiteX2" fmla="*/ 1103614 w 1847290"/>
              <a:gd name="connsiteY2" fmla="*/ 85682 h 1796435"/>
              <a:gd name="connsiteX3" fmla="*/ 798620 w 1847290"/>
              <a:gd name="connsiteY3" fmla="*/ 36596 h 1796435"/>
              <a:gd name="connsiteX4" fmla="*/ 616414 w 1847290"/>
              <a:gd name="connsiteY4" fmla="*/ 148216 h 1796435"/>
              <a:gd name="connsiteX5" fmla="*/ 551294 w 1847290"/>
              <a:gd name="connsiteY5" fmla="*/ 386080 h 1796435"/>
              <a:gd name="connsiteX6" fmla="*/ 382177 w 1847290"/>
              <a:gd name="connsiteY6" fmla="*/ 527296 h 1796435"/>
              <a:gd name="connsiteX7" fmla="*/ 306625 w 1847290"/>
              <a:gd name="connsiteY7" fmla="*/ 916374 h 1796435"/>
              <a:gd name="connsiteX8" fmla="*/ 10 w 1847290"/>
              <a:gd name="connsiteY8" fmla="*/ 1418222 h 1796435"/>
              <a:gd name="connsiteX9" fmla="*/ 317251 w 1847290"/>
              <a:gd name="connsiteY9" fmla="*/ 1763455 h 1796435"/>
              <a:gd name="connsiteX10" fmla="*/ 662484 w 1847290"/>
              <a:gd name="connsiteY10" fmla="*/ 1763455 h 1796435"/>
              <a:gd name="connsiteX11" fmla="*/ 1231651 w 1847290"/>
              <a:gd name="connsiteY11" fmla="*/ 1595504 h 1796435"/>
              <a:gd name="connsiteX12" fmla="*/ 1502239 w 1847290"/>
              <a:gd name="connsiteY12" fmla="*/ 1072989 h 1796435"/>
              <a:gd name="connsiteX13" fmla="*/ 1660859 w 1847290"/>
              <a:gd name="connsiteY13" fmla="*/ 839724 h 1796435"/>
              <a:gd name="connsiteX14" fmla="*/ 1835614 w 1847290"/>
              <a:gd name="connsiteY14" fmla="*/ 365734 h 1796435"/>
              <a:gd name="connsiteX15" fmla="*/ 1776002 w 1847290"/>
              <a:gd name="connsiteY15" fmla="*/ 65631 h 1796435"/>
              <a:gd name="connsiteX0" fmla="*/ 1645835 w 1717123"/>
              <a:gd name="connsiteY0" fmla="*/ 65631 h 1799197"/>
              <a:gd name="connsiteX1" fmla="*/ 1204121 w 1717123"/>
              <a:gd name="connsiteY1" fmla="*/ 664 h 1799197"/>
              <a:gd name="connsiteX2" fmla="*/ 973447 w 1717123"/>
              <a:gd name="connsiteY2" fmla="*/ 85682 h 1799197"/>
              <a:gd name="connsiteX3" fmla="*/ 668453 w 1717123"/>
              <a:gd name="connsiteY3" fmla="*/ 36596 h 1799197"/>
              <a:gd name="connsiteX4" fmla="*/ 486247 w 1717123"/>
              <a:gd name="connsiteY4" fmla="*/ 148216 h 1799197"/>
              <a:gd name="connsiteX5" fmla="*/ 421127 w 1717123"/>
              <a:gd name="connsiteY5" fmla="*/ 386080 h 1799197"/>
              <a:gd name="connsiteX6" fmla="*/ 252010 w 1717123"/>
              <a:gd name="connsiteY6" fmla="*/ 527296 h 1799197"/>
              <a:gd name="connsiteX7" fmla="*/ 176458 w 1717123"/>
              <a:gd name="connsiteY7" fmla="*/ 916374 h 1799197"/>
              <a:gd name="connsiteX8" fmla="*/ 18 w 1717123"/>
              <a:gd name="connsiteY8" fmla="*/ 1379296 h 1799197"/>
              <a:gd name="connsiteX9" fmla="*/ 187084 w 1717123"/>
              <a:gd name="connsiteY9" fmla="*/ 1763455 h 1799197"/>
              <a:gd name="connsiteX10" fmla="*/ 532317 w 1717123"/>
              <a:gd name="connsiteY10" fmla="*/ 1763455 h 1799197"/>
              <a:gd name="connsiteX11" fmla="*/ 1101484 w 1717123"/>
              <a:gd name="connsiteY11" fmla="*/ 1595504 h 1799197"/>
              <a:gd name="connsiteX12" fmla="*/ 1372072 w 1717123"/>
              <a:gd name="connsiteY12" fmla="*/ 1072989 h 1799197"/>
              <a:gd name="connsiteX13" fmla="*/ 1530692 w 1717123"/>
              <a:gd name="connsiteY13" fmla="*/ 839724 h 1799197"/>
              <a:gd name="connsiteX14" fmla="*/ 1705447 w 1717123"/>
              <a:gd name="connsiteY14" fmla="*/ 365734 h 1799197"/>
              <a:gd name="connsiteX15" fmla="*/ 1645835 w 1717123"/>
              <a:gd name="connsiteY15" fmla="*/ 65631 h 1799197"/>
              <a:gd name="connsiteX0" fmla="*/ 1647728 w 1719016"/>
              <a:gd name="connsiteY0" fmla="*/ 65631 h 1799197"/>
              <a:gd name="connsiteX1" fmla="*/ 1206014 w 1719016"/>
              <a:gd name="connsiteY1" fmla="*/ 664 h 1799197"/>
              <a:gd name="connsiteX2" fmla="*/ 975340 w 1719016"/>
              <a:gd name="connsiteY2" fmla="*/ 85682 h 1799197"/>
              <a:gd name="connsiteX3" fmla="*/ 670346 w 1719016"/>
              <a:gd name="connsiteY3" fmla="*/ 36596 h 1799197"/>
              <a:gd name="connsiteX4" fmla="*/ 488140 w 1719016"/>
              <a:gd name="connsiteY4" fmla="*/ 148216 h 1799197"/>
              <a:gd name="connsiteX5" fmla="*/ 423020 w 1719016"/>
              <a:gd name="connsiteY5" fmla="*/ 386080 h 1799197"/>
              <a:gd name="connsiteX6" fmla="*/ 253903 w 1719016"/>
              <a:gd name="connsiteY6" fmla="*/ 527296 h 1799197"/>
              <a:gd name="connsiteX7" fmla="*/ 178351 w 1719016"/>
              <a:gd name="connsiteY7" fmla="*/ 916374 h 1799197"/>
              <a:gd name="connsiteX8" fmla="*/ 1911 w 1719016"/>
              <a:gd name="connsiteY8" fmla="*/ 1379296 h 1799197"/>
              <a:gd name="connsiteX9" fmla="*/ 188977 w 1719016"/>
              <a:gd name="connsiteY9" fmla="*/ 1763455 h 1799197"/>
              <a:gd name="connsiteX10" fmla="*/ 534210 w 1719016"/>
              <a:gd name="connsiteY10" fmla="*/ 1763455 h 1799197"/>
              <a:gd name="connsiteX11" fmla="*/ 1103377 w 1719016"/>
              <a:gd name="connsiteY11" fmla="*/ 1595504 h 1799197"/>
              <a:gd name="connsiteX12" fmla="*/ 1373965 w 1719016"/>
              <a:gd name="connsiteY12" fmla="*/ 1072989 h 1799197"/>
              <a:gd name="connsiteX13" fmla="*/ 1532585 w 1719016"/>
              <a:gd name="connsiteY13" fmla="*/ 839724 h 1799197"/>
              <a:gd name="connsiteX14" fmla="*/ 1707340 w 1719016"/>
              <a:gd name="connsiteY14" fmla="*/ 365734 h 1799197"/>
              <a:gd name="connsiteX15" fmla="*/ 1647728 w 1719016"/>
              <a:gd name="connsiteY15" fmla="*/ 65631 h 1799197"/>
              <a:gd name="connsiteX0" fmla="*/ 1645846 w 1717134"/>
              <a:gd name="connsiteY0" fmla="*/ 65631 h 1776305"/>
              <a:gd name="connsiteX1" fmla="*/ 1204132 w 1717134"/>
              <a:gd name="connsiteY1" fmla="*/ 664 h 1776305"/>
              <a:gd name="connsiteX2" fmla="*/ 973458 w 1717134"/>
              <a:gd name="connsiteY2" fmla="*/ 85682 h 1776305"/>
              <a:gd name="connsiteX3" fmla="*/ 668464 w 1717134"/>
              <a:gd name="connsiteY3" fmla="*/ 36596 h 1776305"/>
              <a:gd name="connsiteX4" fmla="*/ 486258 w 1717134"/>
              <a:gd name="connsiteY4" fmla="*/ 148216 h 1776305"/>
              <a:gd name="connsiteX5" fmla="*/ 421138 w 1717134"/>
              <a:gd name="connsiteY5" fmla="*/ 386080 h 1776305"/>
              <a:gd name="connsiteX6" fmla="*/ 252021 w 1717134"/>
              <a:gd name="connsiteY6" fmla="*/ 527296 h 1776305"/>
              <a:gd name="connsiteX7" fmla="*/ 176469 w 1717134"/>
              <a:gd name="connsiteY7" fmla="*/ 916374 h 1776305"/>
              <a:gd name="connsiteX8" fmla="*/ 29 w 1717134"/>
              <a:gd name="connsiteY8" fmla="*/ 1379296 h 1776305"/>
              <a:gd name="connsiteX9" fmla="*/ 190270 w 1717134"/>
              <a:gd name="connsiteY9" fmla="*/ 1721534 h 1776305"/>
              <a:gd name="connsiteX10" fmla="*/ 532328 w 1717134"/>
              <a:gd name="connsiteY10" fmla="*/ 1763455 h 1776305"/>
              <a:gd name="connsiteX11" fmla="*/ 1101495 w 1717134"/>
              <a:gd name="connsiteY11" fmla="*/ 1595504 h 1776305"/>
              <a:gd name="connsiteX12" fmla="*/ 1372083 w 1717134"/>
              <a:gd name="connsiteY12" fmla="*/ 1072989 h 1776305"/>
              <a:gd name="connsiteX13" fmla="*/ 1530703 w 1717134"/>
              <a:gd name="connsiteY13" fmla="*/ 839724 h 1776305"/>
              <a:gd name="connsiteX14" fmla="*/ 1705458 w 1717134"/>
              <a:gd name="connsiteY14" fmla="*/ 365734 h 1776305"/>
              <a:gd name="connsiteX15" fmla="*/ 1645846 w 1717134"/>
              <a:gd name="connsiteY15" fmla="*/ 65631 h 1776305"/>
              <a:gd name="connsiteX0" fmla="*/ 1645846 w 1717134"/>
              <a:gd name="connsiteY0" fmla="*/ 65631 h 1795547"/>
              <a:gd name="connsiteX1" fmla="*/ 1204132 w 1717134"/>
              <a:gd name="connsiteY1" fmla="*/ 664 h 1795547"/>
              <a:gd name="connsiteX2" fmla="*/ 973458 w 1717134"/>
              <a:gd name="connsiteY2" fmla="*/ 85682 h 1795547"/>
              <a:gd name="connsiteX3" fmla="*/ 668464 w 1717134"/>
              <a:gd name="connsiteY3" fmla="*/ 36596 h 1795547"/>
              <a:gd name="connsiteX4" fmla="*/ 486258 w 1717134"/>
              <a:gd name="connsiteY4" fmla="*/ 148216 h 1795547"/>
              <a:gd name="connsiteX5" fmla="*/ 421138 w 1717134"/>
              <a:gd name="connsiteY5" fmla="*/ 386080 h 1795547"/>
              <a:gd name="connsiteX6" fmla="*/ 252021 w 1717134"/>
              <a:gd name="connsiteY6" fmla="*/ 527296 h 1795547"/>
              <a:gd name="connsiteX7" fmla="*/ 176469 w 1717134"/>
              <a:gd name="connsiteY7" fmla="*/ 916374 h 1795547"/>
              <a:gd name="connsiteX8" fmla="*/ 29 w 1717134"/>
              <a:gd name="connsiteY8" fmla="*/ 1379296 h 1795547"/>
              <a:gd name="connsiteX9" fmla="*/ 190270 w 1717134"/>
              <a:gd name="connsiteY9" fmla="*/ 1721534 h 1795547"/>
              <a:gd name="connsiteX10" fmla="*/ 570428 w 1717134"/>
              <a:gd name="connsiteY10" fmla="*/ 1787410 h 1795547"/>
              <a:gd name="connsiteX11" fmla="*/ 1101495 w 1717134"/>
              <a:gd name="connsiteY11" fmla="*/ 1595504 h 1795547"/>
              <a:gd name="connsiteX12" fmla="*/ 1372083 w 1717134"/>
              <a:gd name="connsiteY12" fmla="*/ 1072989 h 1795547"/>
              <a:gd name="connsiteX13" fmla="*/ 1530703 w 1717134"/>
              <a:gd name="connsiteY13" fmla="*/ 839724 h 1795547"/>
              <a:gd name="connsiteX14" fmla="*/ 1705458 w 1717134"/>
              <a:gd name="connsiteY14" fmla="*/ 365734 h 1795547"/>
              <a:gd name="connsiteX15" fmla="*/ 1645846 w 1717134"/>
              <a:gd name="connsiteY15" fmla="*/ 65631 h 1795547"/>
              <a:gd name="connsiteX0" fmla="*/ 1645846 w 1717134"/>
              <a:gd name="connsiteY0" fmla="*/ 65631 h 1800262"/>
              <a:gd name="connsiteX1" fmla="*/ 1204132 w 1717134"/>
              <a:gd name="connsiteY1" fmla="*/ 664 h 1800262"/>
              <a:gd name="connsiteX2" fmla="*/ 973458 w 1717134"/>
              <a:gd name="connsiteY2" fmla="*/ 85682 h 1800262"/>
              <a:gd name="connsiteX3" fmla="*/ 668464 w 1717134"/>
              <a:gd name="connsiteY3" fmla="*/ 36596 h 1800262"/>
              <a:gd name="connsiteX4" fmla="*/ 486258 w 1717134"/>
              <a:gd name="connsiteY4" fmla="*/ 148216 h 1800262"/>
              <a:gd name="connsiteX5" fmla="*/ 421138 w 1717134"/>
              <a:gd name="connsiteY5" fmla="*/ 386080 h 1800262"/>
              <a:gd name="connsiteX6" fmla="*/ 252021 w 1717134"/>
              <a:gd name="connsiteY6" fmla="*/ 527296 h 1800262"/>
              <a:gd name="connsiteX7" fmla="*/ 176469 w 1717134"/>
              <a:gd name="connsiteY7" fmla="*/ 916374 h 1800262"/>
              <a:gd name="connsiteX8" fmla="*/ 29 w 1717134"/>
              <a:gd name="connsiteY8" fmla="*/ 1379296 h 1800262"/>
              <a:gd name="connsiteX9" fmla="*/ 190270 w 1717134"/>
              <a:gd name="connsiteY9" fmla="*/ 1721534 h 1800262"/>
              <a:gd name="connsiteX10" fmla="*/ 570428 w 1717134"/>
              <a:gd name="connsiteY10" fmla="*/ 1787410 h 1800262"/>
              <a:gd name="connsiteX11" fmla="*/ 1044345 w 1717134"/>
              <a:gd name="connsiteY11" fmla="*/ 1529629 h 1800262"/>
              <a:gd name="connsiteX12" fmla="*/ 1372083 w 1717134"/>
              <a:gd name="connsiteY12" fmla="*/ 1072989 h 1800262"/>
              <a:gd name="connsiteX13" fmla="*/ 1530703 w 1717134"/>
              <a:gd name="connsiteY13" fmla="*/ 839724 h 1800262"/>
              <a:gd name="connsiteX14" fmla="*/ 1705458 w 1717134"/>
              <a:gd name="connsiteY14" fmla="*/ 365734 h 1800262"/>
              <a:gd name="connsiteX15" fmla="*/ 1645846 w 1717134"/>
              <a:gd name="connsiteY15" fmla="*/ 65631 h 1800262"/>
              <a:gd name="connsiteX0" fmla="*/ 1645846 w 1717134"/>
              <a:gd name="connsiteY0" fmla="*/ 65631 h 1800262"/>
              <a:gd name="connsiteX1" fmla="*/ 1204132 w 1717134"/>
              <a:gd name="connsiteY1" fmla="*/ 664 h 1800262"/>
              <a:gd name="connsiteX2" fmla="*/ 973458 w 1717134"/>
              <a:gd name="connsiteY2" fmla="*/ 85682 h 1800262"/>
              <a:gd name="connsiteX3" fmla="*/ 668464 w 1717134"/>
              <a:gd name="connsiteY3" fmla="*/ 36596 h 1800262"/>
              <a:gd name="connsiteX4" fmla="*/ 486258 w 1717134"/>
              <a:gd name="connsiteY4" fmla="*/ 148216 h 1800262"/>
              <a:gd name="connsiteX5" fmla="*/ 421138 w 1717134"/>
              <a:gd name="connsiteY5" fmla="*/ 386080 h 1800262"/>
              <a:gd name="connsiteX6" fmla="*/ 252021 w 1717134"/>
              <a:gd name="connsiteY6" fmla="*/ 527296 h 1800262"/>
              <a:gd name="connsiteX7" fmla="*/ 176469 w 1717134"/>
              <a:gd name="connsiteY7" fmla="*/ 916374 h 1800262"/>
              <a:gd name="connsiteX8" fmla="*/ 29 w 1717134"/>
              <a:gd name="connsiteY8" fmla="*/ 1379296 h 1800262"/>
              <a:gd name="connsiteX9" fmla="*/ 190270 w 1717134"/>
              <a:gd name="connsiteY9" fmla="*/ 1721534 h 1800262"/>
              <a:gd name="connsiteX10" fmla="*/ 570428 w 1717134"/>
              <a:gd name="connsiteY10" fmla="*/ 1787410 h 1800262"/>
              <a:gd name="connsiteX11" fmla="*/ 1044345 w 1717134"/>
              <a:gd name="connsiteY11" fmla="*/ 1529629 h 1800262"/>
              <a:gd name="connsiteX12" fmla="*/ 1391133 w 1717134"/>
              <a:gd name="connsiteY12" fmla="*/ 1093950 h 1800262"/>
              <a:gd name="connsiteX13" fmla="*/ 1530703 w 1717134"/>
              <a:gd name="connsiteY13" fmla="*/ 839724 h 1800262"/>
              <a:gd name="connsiteX14" fmla="*/ 1705458 w 1717134"/>
              <a:gd name="connsiteY14" fmla="*/ 365734 h 1800262"/>
              <a:gd name="connsiteX15" fmla="*/ 1645846 w 1717134"/>
              <a:gd name="connsiteY15" fmla="*/ 65631 h 1800262"/>
              <a:gd name="connsiteX0" fmla="*/ 1645846 w 1715022"/>
              <a:gd name="connsiteY0" fmla="*/ 65631 h 1800262"/>
              <a:gd name="connsiteX1" fmla="*/ 1204132 w 1715022"/>
              <a:gd name="connsiteY1" fmla="*/ 664 h 1800262"/>
              <a:gd name="connsiteX2" fmla="*/ 973458 w 1715022"/>
              <a:gd name="connsiteY2" fmla="*/ 85682 h 1800262"/>
              <a:gd name="connsiteX3" fmla="*/ 668464 w 1715022"/>
              <a:gd name="connsiteY3" fmla="*/ 36596 h 1800262"/>
              <a:gd name="connsiteX4" fmla="*/ 486258 w 1715022"/>
              <a:gd name="connsiteY4" fmla="*/ 148216 h 1800262"/>
              <a:gd name="connsiteX5" fmla="*/ 421138 w 1715022"/>
              <a:gd name="connsiteY5" fmla="*/ 386080 h 1800262"/>
              <a:gd name="connsiteX6" fmla="*/ 252021 w 1715022"/>
              <a:gd name="connsiteY6" fmla="*/ 527296 h 1800262"/>
              <a:gd name="connsiteX7" fmla="*/ 176469 w 1715022"/>
              <a:gd name="connsiteY7" fmla="*/ 916374 h 1800262"/>
              <a:gd name="connsiteX8" fmla="*/ 29 w 1715022"/>
              <a:gd name="connsiteY8" fmla="*/ 1379296 h 1800262"/>
              <a:gd name="connsiteX9" fmla="*/ 190270 w 1715022"/>
              <a:gd name="connsiteY9" fmla="*/ 1721534 h 1800262"/>
              <a:gd name="connsiteX10" fmla="*/ 570428 w 1715022"/>
              <a:gd name="connsiteY10" fmla="*/ 1787410 h 1800262"/>
              <a:gd name="connsiteX11" fmla="*/ 1044345 w 1715022"/>
              <a:gd name="connsiteY11" fmla="*/ 1529629 h 1800262"/>
              <a:gd name="connsiteX12" fmla="*/ 1391133 w 1715022"/>
              <a:gd name="connsiteY12" fmla="*/ 1093950 h 1800262"/>
              <a:gd name="connsiteX13" fmla="*/ 1559278 w 1715022"/>
              <a:gd name="connsiteY13" fmla="*/ 749893 h 1800262"/>
              <a:gd name="connsiteX14" fmla="*/ 1705458 w 1715022"/>
              <a:gd name="connsiteY14" fmla="*/ 365734 h 1800262"/>
              <a:gd name="connsiteX15" fmla="*/ 1645846 w 1715022"/>
              <a:gd name="connsiteY15" fmla="*/ 65631 h 1800262"/>
              <a:gd name="connsiteX0" fmla="*/ 1652196 w 1717472"/>
              <a:gd name="connsiteY0" fmla="*/ 77016 h 1799670"/>
              <a:gd name="connsiteX1" fmla="*/ 1204132 w 1717472"/>
              <a:gd name="connsiteY1" fmla="*/ 72 h 1799670"/>
              <a:gd name="connsiteX2" fmla="*/ 973458 w 1717472"/>
              <a:gd name="connsiteY2" fmla="*/ 85090 h 1799670"/>
              <a:gd name="connsiteX3" fmla="*/ 668464 w 1717472"/>
              <a:gd name="connsiteY3" fmla="*/ 36004 h 1799670"/>
              <a:gd name="connsiteX4" fmla="*/ 486258 w 1717472"/>
              <a:gd name="connsiteY4" fmla="*/ 147624 h 1799670"/>
              <a:gd name="connsiteX5" fmla="*/ 421138 w 1717472"/>
              <a:gd name="connsiteY5" fmla="*/ 385488 h 1799670"/>
              <a:gd name="connsiteX6" fmla="*/ 252021 w 1717472"/>
              <a:gd name="connsiteY6" fmla="*/ 526704 h 1799670"/>
              <a:gd name="connsiteX7" fmla="*/ 176469 w 1717472"/>
              <a:gd name="connsiteY7" fmla="*/ 915782 h 1799670"/>
              <a:gd name="connsiteX8" fmla="*/ 29 w 1717472"/>
              <a:gd name="connsiteY8" fmla="*/ 1378704 h 1799670"/>
              <a:gd name="connsiteX9" fmla="*/ 190270 w 1717472"/>
              <a:gd name="connsiteY9" fmla="*/ 1720942 h 1799670"/>
              <a:gd name="connsiteX10" fmla="*/ 570428 w 1717472"/>
              <a:gd name="connsiteY10" fmla="*/ 1786818 h 1799670"/>
              <a:gd name="connsiteX11" fmla="*/ 1044345 w 1717472"/>
              <a:gd name="connsiteY11" fmla="*/ 1529037 h 1799670"/>
              <a:gd name="connsiteX12" fmla="*/ 1391133 w 1717472"/>
              <a:gd name="connsiteY12" fmla="*/ 1093358 h 1799670"/>
              <a:gd name="connsiteX13" fmla="*/ 1559278 w 1717472"/>
              <a:gd name="connsiteY13" fmla="*/ 749301 h 1799670"/>
              <a:gd name="connsiteX14" fmla="*/ 1705458 w 1717472"/>
              <a:gd name="connsiteY14" fmla="*/ 365142 h 1799670"/>
              <a:gd name="connsiteX15" fmla="*/ 1652196 w 1717472"/>
              <a:gd name="connsiteY15" fmla="*/ 77016 h 1799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17472" h="1799670">
                <a:moveTo>
                  <a:pt x="1652196" y="77016"/>
                </a:moveTo>
                <a:cubicBezTo>
                  <a:pt x="1568642" y="16171"/>
                  <a:pt x="1317255" y="-1274"/>
                  <a:pt x="1204132" y="72"/>
                </a:cubicBezTo>
                <a:cubicBezTo>
                  <a:pt x="1091009" y="1418"/>
                  <a:pt x="1062736" y="79101"/>
                  <a:pt x="973458" y="85090"/>
                </a:cubicBezTo>
                <a:cubicBezTo>
                  <a:pt x="884180" y="91079"/>
                  <a:pt x="749664" y="25582"/>
                  <a:pt x="668464" y="36004"/>
                </a:cubicBezTo>
                <a:cubicBezTo>
                  <a:pt x="587264" y="46426"/>
                  <a:pt x="527479" y="89377"/>
                  <a:pt x="486258" y="147624"/>
                </a:cubicBezTo>
                <a:cubicBezTo>
                  <a:pt x="445037" y="205871"/>
                  <a:pt x="460178" y="322308"/>
                  <a:pt x="421138" y="385488"/>
                </a:cubicBezTo>
                <a:cubicBezTo>
                  <a:pt x="382098" y="448668"/>
                  <a:pt x="292799" y="438322"/>
                  <a:pt x="252021" y="526704"/>
                </a:cubicBezTo>
                <a:cubicBezTo>
                  <a:pt x="211243" y="615086"/>
                  <a:pt x="218468" y="773782"/>
                  <a:pt x="176469" y="915782"/>
                </a:cubicBezTo>
                <a:cubicBezTo>
                  <a:pt x="134470" y="1057782"/>
                  <a:pt x="-2271" y="1244511"/>
                  <a:pt x="29" y="1378704"/>
                </a:cubicBezTo>
                <a:cubicBezTo>
                  <a:pt x="2329" y="1512897"/>
                  <a:pt x="95204" y="1652923"/>
                  <a:pt x="190270" y="1720942"/>
                </a:cubicBezTo>
                <a:cubicBezTo>
                  <a:pt x="285337" y="1788961"/>
                  <a:pt x="428082" y="1818802"/>
                  <a:pt x="570428" y="1786818"/>
                </a:cubicBezTo>
                <a:cubicBezTo>
                  <a:pt x="712774" y="1754834"/>
                  <a:pt x="907561" y="1644614"/>
                  <a:pt x="1044345" y="1529037"/>
                </a:cubicBezTo>
                <a:cubicBezTo>
                  <a:pt x="1181129" y="1413460"/>
                  <a:pt x="1305311" y="1223314"/>
                  <a:pt x="1391133" y="1093358"/>
                </a:cubicBezTo>
                <a:cubicBezTo>
                  <a:pt x="1476955" y="963402"/>
                  <a:pt x="1506891" y="870670"/>
                  <a:pt x="1559278" y="749301"/>
                </a:cubicBezTo>
                <a:cubicBezTo>
                  <a:pt x="1611665" y="627932"/>
                  <a:pt x="1689972" y="477189"/>
                  <a:pt x="1705458" y="365142"/>
                </a:cubicBezTo>
                <a:cubicBezTo>
                  <a:pt x="1720944" y="253095"/>
                  <a:pt x="1735750" y="137861"/>
                  <a:pt x="1652196" y="77016"/>
                </a:cubicBezTo>
                <a:close/>
              </a:path>
            </a:pathLst>
          </a:custGeom>
          <a:solidFill>
            <a:srgbClr val="FF872D">
              <a:alpha val="10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1CE3A1E-6DD0-4EB6-9A6B-13341C18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1" y="262300"/>
            <a:ext cx="11160000" cy="360000"/>
          </a:xfrm>
        </p:spPr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多色系配色案例</a:t>
            </a:r>
            <a:r>
              <a:rPr lang="en-US" altLang="zh-CN" dirty="0">
                <a:latin typeface="+mn-ea"/>
                <a:ea typeface="+mn-ea"/>
                <a:cs typeface="+mn-cs"/>
              </a:rPr>
              <a:t>1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AD29D3C2-C9AD-40C7-9CE6-ED045FABDCAD}"/>
              </a:ext>
            </a:extLst>
          </p:cNvPr>
          <p:cNvSpPr/>
          <p:nvPr/>
        </p:nvSpPr>
        <p:spPr>
          <a:xfrm>
            <a:off x="518381" y="909000"/>
            <a:ext cx="1800000" cy="518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ED985A8-11A3-4295-9CF7-6F4BD161569A}"/>
              </a:ext>
            </a:extLst>
          </p:cNvPr>
          <p:cNvSpPr/>
          <p:nvPr/>
        </p:nvSpPr>
        <p:spPr>
          <a:xfrm>
            <a:off x="2534381" y="909000"/>
            <a:ext cx="2520000" cy="518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B5E330B9-CA15-4DB0-A764-2972C4C9859D}"/>
              </a:ext>
            </a:extLst>
          </p:cNvPr>
          <p:cNvCxnSpPr/>
          <p:nvPr/>
        </p:nvCxnSpPr>
        <p:spPr>
          <a:xfrm>
            <a:off x="5486381" y="5860984"/>
            <a:ext cx="5976000" cy="0"/>
          </a:xfrm>
          <a:prstGeom prst="straightConnector1">
            <a:avLst/>
          </a:prstGeom>
          <a:noFill/>
          <a:ln w="3175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45E79594-1599-4F25-8083-6429C1E7D577}"/>
              </a:ext>
            </a:extLst>
          </p:cNvPr>
          <p:cNvCxnSpPr>
            <a:cxnSpLocks/>
          </p:cNvCxnSpPr>
          <p:nvPr/>
        </p:nvCxnSpPr>
        <p:spPr>
          <a:xfrm flipV="1">
            <a:off x="5486381" y="1324984"/>
            <a:ext cx="0" cy="4536000"/>
          </a:xfrm>
          <a:prstGeom prst="straightConnector1">
            <a:avLst/>
          </a:prstGeom>
          <a:noFill/>
          <a:ln w="3175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E64702E0-6E79-476F-9F66-B763F52DF50C}"/>
              </a:ext>
            </a:extLst>
          </p:cNvPr>
          <p:cNvSpPr txBox="1"/>
          <p:nvPr/>
        </p:nvSpPr>
        <p:spPr>
          <a:xfrm>
            <a:off x="5544426" y="1324984"/>
            <a:ext cx="153888" cy="512961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客户价值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530F8B3B-9984-452E-85F4-67BBA3B80B4A}"/>
              </a:ext>
            </a:extLst>
          </p:cNvPr>
          <p:cNvSpPr txBox="1"/>
          <p:nvPr/>
        </p:nvSpPr>
        <p:spPr>
          <a:xfrm>
            <a:off x="10954320" y="5661000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运营价值</a:t>
            </a:r>
          </a:p>
        </p:txBody>
      </p:sp>
      <p:sp>
        <p:nvSpPr>
          <p:cNvPr id="156" name="弧形 155">
            <a:extLst>
              <a:ext uri="{FF2B5EF4-FFF2-40B4-BE49-F238E27FC236}">
                <a16:creationId xmlns:a16="http://schemas.microsoft.com/office/drawing/2014/main" id="{B638D6C5-D5FC-468C-8400-94B3FC6C6073}"/>
              </a:ext>
            </a:extLst>
          </p:cNvPr>
          <p:cNvSpPr/>
          <p:nvPr/>
        </p:nvSpPr>
        <p:spPr>
          <a:xfrm rot="10800000">
            <a:off x="7174181" y="-2779016"/>
            <a:ext cx="8640000" cy="8640000"/>
          </a:xfrm>
          <a:prstGeom prst="arc">
            <a:avLst>
              <a:gd name="adj1" fmla="val 17099895"/>
              <a:gd name="adj2" fmla="val 163156"/>
            </a:avLst>
          </a:prstGeom>
          <a:noFill/>
          <a:ln w="6350" cap="flat" cmpd="sng" algn="ctr">
            <a:solidFill>
              <a:srgbClr val="C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7" name="弧形 156">
            <a:extLst>
              <a:ext uri="{FF2B5EF4-FFF2-40B4-BE49-F238E27FC236}">
                <a16:creationId xmlns:a16="http://schemas.microsoft.com/office/drawing/2014/main" id="{F4EE289F-B72E-40DA-BC71-5BE38BAAE3E8}"/>
              </a:ext>
            </a:extLst>
          </p:cNvPr>
          <p:cNvSpPr/>
          <p:nvPr/>
        </p:nvSpPr>
        <p:spPr>
          <a:xfrm rot="10800000">
            <a:off x="9226181" y="-727016"/>
            <a:ext cx="4536000" cy="4536000"/>
          </a:xfrm>
          <a:prstGeom prst="arc">
            <a:avLst>
              <a:gd name="adj1" fmla="val 16251036"/>
              <a:gd name="adj2" fmla="val 299062"/>
            </a:avLst>
          </a:prstGeom>
          <a:noFill/>
          <a:ln w="6350" cap="flat" cmpd="sng" algn="ctr">
            <a:solidFill>
              <a:srgbClr val="C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389A95DB-F718-4B7E-BD7C-24A529322640}"/>
              </a:ext>
            </a:extLst>
          </p:cNvPr>
          <p:cNvSpPr txBox="1"/>
          <p:nvPr/>
        </p:nvSpPr>
        <p:spPr>
          <a:xfrm>
            <a:off x="6531094" y="1371651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这是标题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148BCF33-AAA4-409A-B87E-10030A213044}"/>
              </a:ext>
            </a:extLst>
          </p:cNvPr>
          <p:cNvSpPr/>
          <p:nvPr/>
        </p:nvSpPr>
        <p:spPr>
          <a:xfrm>
            <a:off x="10619331" y="4230680"/>
            <a:ext cx="874850" cy="57360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spAutoFit/>
          </a:bodyPr>
          <a:lstStyle/>
          <a:p>
            <a:pPr marL="14400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</a:t>
            </a:r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B0E08882-4763-4139-8BDA-D2501BF287D4}"/>
              </a:ext>
            </a:extLst>
          </p:cNvPr>
          <p:cNvSpPr/>
          <p:nvPr/>
        </p:nvSpPr>
        <p:spPr>
          <a:xfrm>
            <a:off x="6550890" y="2421297"/>
            <a:ext cx="180000" cy="180000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4</a:t>
            </a:r>
            <a:endParaRPr lang="zh-CN" altLang="en-US" sz="900" b="1" kern="0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A5671387-0781-4945-9F0E-C4B55670CC69}"/>
              </a:ext>
            </a:extLst>
          </p:cNvPr>
          <p:cNvSpPr/>
          <p:nvPr/>
        </p:nvSpPr>
        <p:spPr>
          <a:xfrm>
            <a:off x="8446654" y="2247350"/>
            <a:ext cx="180000" cy="180000"/>
          </a:xfrm>
          <a:prstGeom prst="ellipse">
            <a:avLst/>
          </a:prstGeom>
          <a:solidFill>
            <a:srgbClr val="61B23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3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3E9AF5E9-D9E4-4270-8833-AE0B6482558A}"/>
              </a:ext>
            </a:extLst>
          </p:cNvPr>
          <p:cNvSpPr/>
          <p:nvPr/>
        </p:nvSpPr>
        <p:spPr>
          <a:xfrm>
            <a:off x="9679614" y="171283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zh-CN" altLang="en-US" sz="900" b="1" kern="0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00F7E0BD-5AC1-4EA2-95B6-438E873602EC}"/>
              </a:ext>
            </a:extLst>
          </p:cNvPr>
          <p:cNvSpPr/>
          <p:nvPr/>
        </p:nvSpPr>
        <p:spPr>
          <a:xfrm>
            <a:off x="9991259" y="4182487"/>
            <a:ext cx="180000" cy="180000"/>
          </a:xfrm>
          <a:prstGeom prst="ellipse">
            <a:avLst/>
          </a:prstGeom>
          <a:solidFill>
            <a:srgbClr val="FF872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zh-CN" altLang="en-US" sz="900" b="1" kern="0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A850AC21-1435-4707-81E5-3C446100AB61}"/>
              </a:ext>
            </a:extLst>
          </p:cNvPr>
          <p:cNvCxnSpPr>
            <a:cxnSpLocks/>
            <a:stCxn id="170" idx="6"/>
          </p:cNvCxnSpPr>
          <p:nvPr/>
        </p:nvCxnSpPr>
        <p:spPr>
          <a:xfrm>
            <a:off x="10171259" y="4272487"/>
            <a:ext cx="373657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E9A6E2CD-8E0D-4F34-B554-364D67591630}"/>
              </a:ext>
            </a:extLst>
          </p:cNvPr>
          <p:cNvCxnSpPr>
            <a:cxnSpLocks/>
          </p:cNvCxnSpPr>
          <p:nvPr/>
        </p:nvCxnSpPr>
        <p:spPr>
          <a:xfrm>
            <a:off x="9859614" y="1803115"/>
            <a:ext cx="459136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A0C451B2-9C62-4924-8A76-3F76438D9996}"/>
              </a:ext>
            </a:extLst>
          </p:cNvPr>
          <p:cNvCxnSpPr>
            <a:cxnSpLocks/>
            <a:stCxn id="168" idx="0"/>
          </p:cNvCxnSpPr>
          <p:nvPr/>
        </p:nvCxnSpPr>
        <p:spPr>
          <a:xfrm flipV="1">
            <a:off x="8536654" y="2096251"/>
            <a:ext cx="0" cy="15109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C2FDB439-274D-4900-AB53-C2FFD6FC575B}"/>
              </a:ext>
            </a:extLst>
          </p:cNvPr>
          <p:cNvCxnSpPr>
            <a:cxnSpLocks/>
            <a:stCxn id="167" idx="0"/>
          </p:cNvCxnSpPr>
          <p:nvPr/>
        </p:nvCxnSpPr>
        <p:spPr>
          <a:xfrm flipV="1">
            <a:off x="6640890" y="2184217"/>
            <a:ext cx="0" cy="23708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sp>
        <p:nvSpPr>
          <p:cNvPr id="175" name="矩形 174">
            <a:extLst>
              <a:ext uri="{FF2B5EF4-FFF2-40B4-BE49-F238E27FC236}">
                <a16:creationId xmlns:a16="http://schemas.microsoft.com/office/drawing/2014/main" id="{5E85BED5-F48E-42BB-996E-24439128A0D0}"/>
              </a:ext>
            </a:extLst>
          </p:cNvPr>
          <p:cNvSpPr/>
          <p:nvPr/>
        </p:nvSpPr>
        <p:spPr>
          <a:xfrm>
            <a:off x="5891937" y="1605932"/>
            <a:ext cx="1174243" cy="57360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spAutoFit/>
          </a:bodyPr>
          <a:lstStyle/>
          <a:p>
            <a:pPr marL="14400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</a:t>
            </a: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2A8A9470-1B5E-4CC2-86B6-9A9151C9FE14}"/>
              </a:ext>
            </a:extLst>
          </p:cNvPr>
          <p:cNvSpPr/>
          <p:nvPr/>
        </p:nvSpPr>
        <p:spPr>
          <a:xfrm>
            <a:off x="10278227" y="1614492"/>
            <a:ext cx="1221791" cy="402597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noAutofit/>
          </a:bodyPr>
          <a:lstStyle/>
          <a:p>
            <a:pPr marL="144000" lvl="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</a:t>
            </a: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B6E560BE-2CB1-44AD-A4F6-B40DA95F213F}"/>
              </a:ext>
            </a:extLst>
          </p:cNvPr>
          <p:cNvSpPr/>
          <p:nvPr/>
        </p:nvSpPr>
        <p:spPr>
          <a:xfrm>
            <a:off x="7652327" y="1609009"/>
            <a:ext cx="1426846" cy="413562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spAutoFit/>
          </a:bodyPr>
          <a:lstStyle/>
          <a:p>
            <a:pPr marL="14400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</a:t>
            </a:r>
            <a:r>
              <a:rPr lang="zh-CN" altLang="en-US" sz="8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5FABB438-116A-428A-97D8-A638B8136303}"/>
              </a:ext>
            </a:extLst>
          </p:cNvPr>
          <p:cNvSpPr txBox="1"/>
          <p:nvPr/>
        </p:nvSpPr>
        <p:spPr>
          <a:xfrm>
            <a:off x="772213" y="1414784"/>
            <a:ext cx="1292336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客户价值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  <a:endParaRPr kumimoji="1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lvl="0"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lvl="0"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lvl="0"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71554890-A896-45BF-AA26-70A68332F159}"/>
              </a:ext>
            </a:extLst>
          </p:cNvPr>
          <p:cNvSpPr txBox="1"/>
          <p:nvPr/>
        </p:nvSpPr>
        <p:spPr>
          <a:xfrm>
            <a:off x="772213" y="3882718"/>
            <a:ext cx="1292336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运营价值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</a:endParaRPr>
          </a:p>
          <a:p>
            <a:pPr lvl="0"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lvl="0"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lvl="0"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lvl="0"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3B17D71A-4B36-4C00-9938-E296CB03F99A}"/>
              </a:ext>
            </a:extLst>
          </p:cNvPr>
          <p:cNvCxnSpPr>
            <a:cxnSpLocks/>
            <a:stCxn id="148" idx="1"/>
            <a:endCxn id="148" idx="3"/>
          </p:cNvCxnSpPr>
          <p:nvPr/>
        </p:nvCxnSpPr>
        <p:spPr>
          <a:xfrm>
            <a:off x="518381" y="3501000"/>
            <a:ext cx="1800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1D825F9E-12A7-47F0-95D7-11B53ECD6559}"/>
              </a:ext>
            </a:extLst>
          </p:cNvPr>
          <p:cNvSpPr/>
          <p:nvPr/>
        </p:nvSpPr>
        <p:spPr>
          <a:xfrm>
            <a:off x="2750381" y="1352211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1</a:t>
            </a:r>
            <a:endParaRPr lang="zh-CN" altLang="en-US" sz="900" b="1" kern="0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8D18D3B6-B30F-4B34-A970-36349922653B}"/>
              </a:ext>
            </a:extLst>
          </p:cNvPr>
          <p:cNvSpPr/>
          <p:nvPr/>
        </p:nvSpPr>
        <p:spPr>
          <a:xfrm>
            <a:off x="2750381" y="2518838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2</a:t>
            </a:r>
            <a:endParaRPr lang="zh-CN" altLang="en-US" sz="900" b="1" kern="0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8E76E862-3751-420C-BBE4-B61EAF1B6402}"/>
              </a:ext>
            </a:extLst>
          </p:cNvPr>
          <p:cNvSpPr/>
          <p:nvPr/>
        </p:nvSpPr>
        <p:spPr>
          <a:xfrm>
            <a:off x="2750381" y="3685465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3</a:t>
            </a:r>
            <a:endParaRPr lang="zh-CN" altLang="en-US" sz="900" b="1" kern="0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86A0C9E6-457B-4661-8534-AF6DCE84AE04}"/>
              </a:ext>
            </a:extLst>
          </p:cNvPr>
          <p:cNvSpPr/>
          <p:nvPr/>
        </p:nvSpPr>
        <p:spPr>
          <a:xfrm>
            <a:off x="2750381" y="4852092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+mn-ea"/>
                <a:cs typeface="Arial" panose="020B0604020202020204" pitchFamily="34" charset="0"/>
              </a:rPr>
              <a:t>4</a:t>
            </a:r>
            <a:endParaRPr lang="zh-CN" altLang="en-US" sz="900" b="1" kern="0" dirty="0">
              <a:solidFill>
                <a:srgbClr val="FFFFFF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5F2D1857-000C-4009-A76F-82B79FFCE22E}"/>
              </a:ext>
            </a:extLst>
          </p:cNvPr>
          <p:cNvSpPr txBox="1"/>
          <p:nvPr/>
        </p:nvSpPr>
        <p:spPr>
          <a:xfrm>
            <a:off x="2991230" y="1333088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客户 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个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885F9FFE-9CE9-4008-8B4D-86CA775CD094}"/>
              </a:ext>
            </a:extLst>
          </p:cNvPr>
          <p:cNvSpPr txBox="1"/>
          <p:nvPr/>
        </p:nvSpPr>
        <p:spPr>
          <a:xfrm>
            <a:off x="2991230" y="2499715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客户 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个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7FBD5183-8293-45C2-885F-7A4BF191CEF6}"/>
              </a:ext>
            </a:extLst>
          </p:cNvPr>
          <p:cNvSpPr txBox="1"/>
          <p:nvPr/>
        </p:nvSpPr>
        <p:spPr>
          <a:xfrm>
            <a:off x="2986019" y="3666342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客户 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个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F8F96AE8-F5E4-48FF-ABEF-DC35FBF107EB}"/>
              </a:ext>
            </a:extLst>
          </p:cNvPr>
          <p:cNvSpPr txBox="1"/>
          <p:nvPr/>
        </p:nvSpPr>
        <p:spPr>
          <a:xfrm>
            <a:off x="2984974" y="4852019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客户 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XX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个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73DC91B9-795C-4259-AEB7-623F6D6ACDDE}"/>
              </a:ext>
            </a:extLst>
          </p:cNvPr>
          <p:cNvSpPr/>
          <p:nvPr/>
        </p:nvSpPr>
        <p:spPr>
          <a:xfrm>
            <a:off x="2750381" y="1568343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B00E6F9F-470E-4FB5-BD1C-E93CDFE11CAF}"/>
              </a:ext>
            </a:extLst>
          </p:cNvPr>
          <p:cNvSpPr/>
          <p:nvPr/>
        </p:nvSpPr>
        <p:spPr>
          <a:xfrm>
            <a:off x="2750381" y="2735223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61745A28-FEDD-4354-BF0F-F764C1C84CBC}"/>
              </a:ext>
            </a:extLst>
          </p:cNvPr>
          <p:cNvSpPr/>
          <p:nvPr/>
        </p:nvSpPr>
        <p:spPr>
          <a:xfrm>
            <a:off x="2750381" y="3902103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0A7A18B1-33A9-4A8A-89C9-5BD00578F715}"/>
              </a:ext>
            </a:extLst>
          </p:cNvPr>
          <p:cNvSpPr/>
          <p:nvPr/>
        </p:nvSpPr>
        <p:spPr>
          <a:xfrm>
            <a:off x="2750381" y="5068984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+mn-ea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+mn-ea"/>
              </a:rPr>
              <a:t>内容样式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543DA0DE-03F3-40F5-A5DB-77AE04D316C9}"/>
              </a:ext>
            </a:extLst>
          </p:cNvPr>
          <p:cNvSpPr/>
          <p:nvPr/>
        </p:nvSpPr>
        <p:spPr>
          <a:xfrm>
            <a:off x="518381" y="914400"/>
            <a:ext cx="1800000" cy="216000"/>
          </a:xfrm>
          <a:prstGeom prst="rect">
            <a:avLst/>
          </a:prstGeom>
          <a:solidFill>
            <a:schemeClr val="accent1"/>
          </a:solidFill>
          <a:ln w="6350" cap="flat" cmpd="sng" algn="ctr">
            <a:gradFill>
              <a:gsLst>
                <a:gs pos="0">
                  <a:srgbClr val="C00000"/>
                </a:gs>
                <a:gs pos="90000">
                  <a:srgbClr val="C0000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这是标题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0C1A3706-27C5-4AC8-A3C7-D2F6080DAF51}"/>
              </a:ext>
            </a:extLst>
          </p:cNvPr>
          <p:cNvSpPr/>
          <p:nvPr/>
        </p:nvSpPr>
        <p:spPr>
          <a:xfrm>
            <a:off x="2534381" y="909000"/>
            <a:ext cx="2520000" cy="216000"/>
          </a:xfrm>
          <a:prstGeom prst="rect">
            <a:avLst/>
          </a:prstGeom>
          <a:solidFill>
            <a:schemeClr val="accent1"/>
          </a:solidFill>
          <a:ln w="6350" cap="flat" cmpd="sng" algn="ctr">
            <a:gradFill>
              <a:gsLst>
                <a:gs pos="0">
                  <a:srgbClr val="C00000"/>
                </a:gs>
                <a:gs pos="90000">
                  <a:srgbClr val="C0000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这是标题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FEEA8CE6-1462-41B7-BA5A-1475437ED4A6}"/>
              </a:ext>
            </a:extLst>
          </p:cNvPr>
          <p:cNvSpPr/>
          <p:nvPr/>
        </p:nvSpPr>
        <p:spPr>
          <a:xfrm>
            <a:off x="5270380" y="909000"/>
            <a:ext cx="6407999" cy="216000"/>
          </a:xfrm>
          <a:prstGeom prst="rect">
            <a:avLst/>
          </a:prstGeom>
          <a:solidFill>
            <a:schemeClr val="accent1"/>
          </a:solidFill>
          <a:ln w="6350" cap="flat" cmpd="sng" algn="ctr">
            <a:gradFill>
              <a:gsLst>
                <a:gs pos="0">
                  <a:srgbClr val="C00000"/>
                </a:gs>
                <a:gs pos="90000">
                  <a:srgbClr val="C0000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>
              <a:defRPr/>
            </a:pPr>
            <a:r>
              <a:rPr kumimoji="1" lang="zh-CN" altLang="en-US" sz="1100" b="1" kern="0" dirty="0">
                <a:solidFill>
                  <a:schemeClr val="tx2"/>
                </a:solidFill>
                <a:latin typeface="+mn-ea"/>
              </a:rPr>
              <a:t>这是标题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5F130DE-8180-4CEF-94EC-E9A22EA75A1F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2" name="矩形 51">
              <a:hlinkClick r:id="rId3" action="ppaction://hlinksldjump"/>
              <a:extLst>
                <a:ext uri="{FF2B5EF4-FFF2-40B4-BE49-F238E27FC236}">
                  <a16:creationId xmlns:a16="http://schemas.microsoft.com/office/drawing/2014/main" id="{BB297B58-CFBE-4CC3-AEB3-A000A3935CDC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53" name="直接连接符 52">
              <a:hlinkClick r:id="rId3" action="ppaction://hlinksldjump"/>
              <a:extLst>
                <a:ext uri="{FF2B5EF4-FFF2-40B4-BE49-F238E27FC236}">
                  <a16:creationId xmlns:a16="http://schemas.microsoft.com/office/drawing/2014/main" id="{8C01299A-CC11-4A27-8F65-597CF3BDE044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03B8D436-4905-4E83-93AE-CC89899CC736}"/>
              </a:ext>
            </a:extLst>
          </p:cNvPr>
          <p:cNvSpPr txBox="1"/>
          <p:nvPr/>
        </p:nvSpPr>
        <p:spPr>
          <a:xfrm>
            <a:off x="8566211" y="1371651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这是标题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486B416-7EF7-4929-BD81-80C03D72FC27}"/>
              </a:ext>
            </a:extLst>
          </p:cNvPr>
          <p:cNvSpPr txBox="1"/>
          <p:nvPr/>
        </p:nvSpPr>
        <p:spPr>
          <a:xfrm>
            <a:off x="10977970" y="1371651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这是标题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6A575A7-7B67-4F36-89DF-328F11292C70}"/>
              </a:ext>
            </a:extLst>
          </p:cNvPr>
          <p:cNvSpPr txBox="1"/>
          <p:nvPr/>
        </p:nvSpPr>
        <p:spPr>
          <a:xfrm>
            <a:off x="10977970" y="4032512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这是标题</a:t>
            </a:r>
          </a:p>
        </p:txBody>
      </p:sp>
    </p:spTree>
    <p:extLst>
      <p:ext uri="{BB962C8B-B14F-4D97-AF65-F5344CB8AC3E}">
        <p14:creationId xmlns:p14="http://schemas.microsoft.com/office/powerpoint/2010/main" val="3180785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F04D507-4398-476A-ACAE-EC4DF25BEA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770075"/>
              </p:ext>
            </p:extLst>
          </p:nvPr>
        </p:nvGraphicFramePr>
        <p:xfrm>
          <a:off x="2342651" y="1382810"/>
          <a:ext cx="9210142" cy="4591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62DFE00-7F14-4D44-87E6-95810C815F22}"/>
              </a:ext>
            </a:extLst>
          </p:cNvPr>
          <p:cNvSpPr>
            <a:spLocks/>
          </p:cNvSpPr>
          <p:nvPr/>
        </p:nvSpPr>
        <p:spPr>
          <a:xfrm>
            <a:off x="8821008" y="1565911"/>
            <a:ext cx="2658632" cy="2224361"/>
          </a:xfrm>
          <a:custGeom>
            <a:avLst/>
            <a:gdLst>
              <a:gd name="connsiteX0" fmla="*/ 4229 w 1999015"/>
              <a:gd name="connsiteY0" fmla="*/ 265938 h 1643841"/>
              <a:gd name="connsiteX1" fmla="*/ 433235 w 1999015"/>
              <a:gd name="connsiteY1" fmla="*/ 0 h 1643841"/>
              <a:gd name="connsiteX2" fmla="*/ 1188186 w 1999015"/>
              <a:gd name="connsiteY2" fmla="*/ 388811 h 1643841"/>
              <a:gd name="connsiteX3" fmla="*/ 1860937 w 1999015"/>
              <a:gd name="connsiteY3" fmla="*/ 750761 h 1643841"/>
              <a:gd name="connsiteX4" fmla="*/ 1995430 w 1999015"/>
              <a:gd name="connsiteY4" fmla="*/ 1400747 h 1643841"/>
              <a:gd name="connsiteX5" fmla="*/ 1753400 w 1999015"/>
              <a:gd name="connsiteY5" fmla="*/ 1607725 h 1643841"/>
              <a:gd name="connsiteX6" fmla="*/ 986923 w 1999015"/>
              <a:gd name="connsiteY6" fmla="*/ 1331309 h 1643841"/>
              <a:gd name="connsiteX7" fmla="*/ 260737 w 1999015"/>
              <a:gd name="connsiteY7" fmla="*/ 737426 h 1643841"/>
              <a:gd name="connsiteX8" fmla="*/ 4324 w 1999015"/>
              <a:gd name="connsiteY8" fmla="*/ 266033 h 164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9015" h="1643841">
                <a:moveTo>
                  <a:pt x="4229" y="265938"/>
                </a:moveTo>
                <a:cubicBezTo>
                  <a:pt x="28041" y="136970"/>
                  <a:pt x="155295" y="0"/>
                  <a:pt x="433235" y="0"/>
                </a:cubicBezTo>
                <a:cubicBezTo>
                  <a:pt x="844524" y="0"/>
                  <a:pt x="929773" y="234887"/>
                  <a:pt x="1188186" y="388811"/>
                </a:cubicBezTo>
                <a:cubicBezTo>
                  <a:pt x="1596428" y="631984"/>
                  <a:pt x="1746256" y="616268"/>
                  <a:pt x="1860937" y="750761"/>
                </a:cubicBezTo>
                <a:cubicBezTo>
                  <a:pt x="2002860" y="917353"/>
                  <a:pt x="1977142" y="1035368"/>
                  <a:pt x="1995430" y="1400747"/>
                </a:cubicBezTo>
                <a:cubicBezTo>
                  <a:pt x="1998859" y="1469517"/>
                  <a:pt x="2037340" y="1740503"/>
                  <a:pt x="1753400" y="1607725"/>
                </a:cubicBezTo>
                <a:cubicBezTo>
                  <a:pt x="1533753" y="1505045"/>
                  <a:pt x="1389164" y="1529620"/>
                  <a:pt x="986923" y="1331309"/>
                </a:cubicBezTo>
                <a:cubicBezTo>
                  <a:pt x="584682" y="1132999"/>
                  <a:pt x="401421" y="950881"/>
                  <a:pt x="260737" y="737426"/>
                </a:cubicBezTo>
                <a:cubicBezTo>
                  <a:pt x="97859" y="490157"/>
                  <a:pt x="-24918" y="424625"/>
                  <a:pt x="4324" y="266033"/>
                </a:cubicBezTo>
                <a:close/>
              </a:path>
            </a:pathLst>
          </a:custGeom>
          <a:solidFill>
            <a:srgbClr val="C00000">
              <a:alpha val="4000"/>
            </a:srgbClr>
          </a:solidFill>
          <a:ln w="3175" cap="flat" cmpd="sng" algn="ctr">
            <a:solidFill>
              <a:srgbClr val="C00000">
                <a:alpha val="6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19E2CD68-5124-4DD1-BE0E-AC862B61E73C}"/>
              </a:ext>
            </a:extLst>
          </p:cNvPr>
          <p:cNvSpPr>
            <a:spLocks/>
          </p:cNvSpPr>
          <p:nvPr/>
        </p:nvSpPr>
        <p:spPr>
          <a:xfrm>
            <a:off x="5378064" y="3613016"/>
            <a:ext cx="6123752" cy="1507625"/>
          </a:xfrm>
          <a:custGeom>
            <a:avLst/>
            <a:gdLst>
              <a:gd name="connsiteX0" fmla="*/ 18833 w 4604425"/>
              <a:gd name="connsiteY0" fmla="*/ 136693 h 1114161"/>
              <a:gd name="connsiteX1" fmla="*/ 130847 w 4604425"/>
              <a:gd name="connsiteY1" fmla="*/ 38109 h 1114161"/>
              <a:gd name="connsiteX2" fmla="*/ 1240224 w 4604425"/>
              <a:gd name="connsiteY2" fmla="*/ 78496 h 1114161"/>
              <a:gd name="connsiteX3" fmla="*/ 2957010 w 4604425"/>
              <a:gd name="connsiteY3" fmla="*/ 49349 h 1114161"/>
              <a:gd name="connsiteX4" fmla="*/ 3748157 w 4604425"/>
              <a:gd name="connsiteY4" fmla="*/ 38109 h 1114161"/>
              <a:gd name="connsiteX5" fmla="*/ 4542256 w 4604425"/>
              <a:gd name="connsiteY5" fmla="*/ 241278 h 1114161"/>
              <a:gd name="connsiteX6" fmla="*/ 4481010 w 4604425"/>
              <a:gd name="connsiteY6" fmla="*/ 616277 h 1114161"/>
              <a:gd name="connsiteX7" fmla="*/ 3444976 w 4604425"/>
              <a:gd name="connsiteY7" fmla="*/ 664950 h 1114161"/>
              <a:gd name="connsiteX8" fmla="*/ 1668278 w 4604425"/>
              <a:gd name="connsiteY8" fmla="*/ 1113863 h 1114161"/>
              <a:gd name="connsiteX9" fmla="*/ 18738 w 4604425"/>
              <a:gd name="connsiteY9" fmla="*/ 136693 h 1114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4425" h="1114161">
                <a:moveTo>
                  <a:pt x="18833" y="136693"/>
                </a:moveTo>
                <a:cubicBezTo>
                  <a:pt x="-29459" y="56493"/>
                  <a:pt x="17690" y="9"/>
                  <a:pt x="130847" y="38109"/>
                </a:cubicBezTo>
                <a:cubicBezTo>
                  <a:pt x="288581" y="91164"/>
                  <a:pt x="647578" y="134026"/>
                  <a:pt x="1240224" y="78496"/>
                </a:cubicBezTo>
                <a:cubicBezTo>
                  <a:pt x="1787054" y="27251"/>
                  <a:pt x="1943931" y="134502"/>
                  <a:pt x="2957010" y="49349"/>
                </a:cubicBezTo>
                <a:cubicBezTo>
                  <a:pt x="3154083" y="32776"/>
                  <a:pt x="3516033" y="-45901"/>
                  <a:pt x="3748157" y="38109"/>
                </a:cubicBezTo>
                <a:cubicBezTo>
                  <a:pt x="4218787" y="208417"/>
                  <a:pt x="4432433" y="136312"/>
                  <a:pt x="4542256" y="241278"/>
                </a:cubicBezTo>
                <a:cubicBezTo>
                  <a:pt x="4549495" y="248231"/>
                  <a:pt x="4711801" y="398917"/>
                  <a:pt x="4481010" y="616277"/>
                </a:cubicBezTo>
                <a:cubicBezTo>
                  <a:pt x="4187259" y="892883"/>
                  <a:pt x="3792448" y="625326"/>
                  <a:pt x="3444976" y="664950"/>
                </a:cubicBezTo>
                <a:cubicBezTo>
                  <a:pt x="2829280" y="735054"/>
                  <a:pt x="2508763" y="1100433"/>
                  <a:pt x="1668278" y="1113863"/>
                </a:cubicBezTo>
                <a:cubicBezTo>
                  <a:pt x="989145" y="1124722"/>
                  <a:pt x="442315" y="840400"/>
                  <a:pt x="18738" y="136693"/>
                </a:cubicBezTo>
                <a:close/>
              </a:path>
            </a:pathLst>
          </a:custGeom>
          <a:solidFill>
            <a:srgbClr val="002060">
              <a:alpha val="5000"/>
            </a:srgbClr>
          </a:solidFill>
          <a:ln w="3175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C9FD9A6-5F44-47A0-9B94-5D21E6E6F516}"/>
              </a:ext>
            </a:extLst>
          </p:cNvPr>
          <p:cNvSpPr>
            <a:spLocks/>
          </p:cNvSpPr>
          <p:nvPr/>
        </p:nvSpPr>
        <p:spPr>
          <a:xfrm>
            <a:off x="2461103" y="3051806"/>
            <a:ext cx="3318343" cy="1830697"/>
          </a:xfrm>
          <a:custGeom>
            <a:avLst/>
            <a:gdLst>
              <a:gd name="connsiteX0" fmla="*/ 433292 w 2495049"/>
              <a:gd name="connsiteY0" fmla="*/ 91189 h 1352917"/>
              <a:gd name="connsiteX1" fmla="*/ 0 w 2495049"/>
              <a:gd name="connsiteY1" fmla="*/ 499812 h 1352917"/>
              <a:gd name="connsiteX2" fmla="*/ 847154 w 2495049"/>
              <a:gd name="connsiteY2" fmla="*/ 1156465 h 1352917"/>
              <a:gd name="connsiteX3" fmla="*/ 1594199 w 2495049"/>
              <a:gd name="connsiteY3" fmla="*/ 1228189 h 1352917"/>
              <a:gd name="connsiteX4" fmla="*/ 2003584 w 2495049"/>
              <a:gd name="connsiteY4" fmla="*/ 1293149 h 1352917"/>
              <a:gd name="connsiteX5" fmla="*/ 2474214 w 2495049"/>
              <a:gd name="connsiteY5" fmla="*/ 1080265 h 1352917"/>
              <a:gd name="connsiteX6" fmla="*/ 2095024 w 2495049"/>
              <a:gd name="connsiteY6" fmla="*/ 403133 h 1352917"/>
              <a:gd name="connsiteX7" fmla="*/ 2050542 w 2495049"/>
              <a:gd name="connsiteY7" fmla="*/ 212824 h 1352917"/>
              <a:gd name="connsiteX8" fmla="*/ 1771841 w 2495049"/>
              <a:gd name="connsiteY8" fmla="*/ 28420 h 1352917"/>
              <a:gd name="connsiteX9" fmla="*/ 1687354 w 2495049"/>
              <a:gd name="connsiteY9" fmla="*/ 44041 h 1352917"/>
              <a:gd name="connsiteX10" fmla="*/ 1204436 w 2495049"/>
              <a:gd name="connsiteY10" fmla="*/ 12989 h 1352917"/>
              <a:gd name="connsiteX11" fmla="*/ 433388 w 2495049"/>
              <a:gd name="connsiteY11" fmla="*/ 90999 h 1352917"/>
              <a:gd name="connsiteX0" fmla="*/ 433292 w 2495049"/>
              <a:gd name="connsiteY0" fmla="*/ 91189 h 1352917"/>
              <a:gd name="connsiteX1" fmla="*/ 0 w 2495049"/>
              <a:gd name="connsiteY1" fmla="*/ 499812 h 1352917"/>
              <a:gd name="connsiteX2" fmla="*/ 847154 w 2495049"/>
              <a:gd name="connsiteY2" fmla="*/ 1156465 h 1352917"/>
              <a:gd name="connsiteX3" fmla="*/ 1594199 w 2495049"/>
              <a:gd name="connsiteY3" fmla="*/ 1228189 h 1352917"/>
              <a:gd name="connsiteX4" fmla="*/ 2003584 w 2495049"/>
              <a:gd name="connsiteY4" fmla="*/ 1293149 h 1352917"/>
              <a:gd name="connsiteX5" fmla="*/ 2474214 w 2495049"/>
              <a:gd name="connsiteY5" fmla="*/ 1080265 h 1352917"/>
              <a:gd name="connsiteX6" fmla="*/ 2095024 w 2495049"/>
              <a:gd name="connsiteY6" fmla="*/ 403133 h 1352917"/>
              <a:gd name="connsiteX7" fmla="*/ 2050542 w 2495049"/>
              <a:gd name="connsiteY7" fmla="*/ 212824 h 1352917"/>
              <a:gd name="connsiteX8" fmla="*/ 1771841 w 2495049"/>
              <a:gd name="connsiteY8" fmla="*/ 28420 h 1352917"/>
              <a:gd name="connsiteX9" fmla="*/ 1687354 w 2495049"/>
              <a:gd name="connsiteY9" fmla="*/ 44041 h 1352917"/>
              <a:gd name="connsiteX10" fmla="*/ 1204436 w 2495049"/>
              <a:gd name="connsiteY10" fmla="*/ 12989 h 1352917"/>
              <a:gd name="connsiteX11" fmla="*/ 433388 w 2495049"/>
              <a:gd name="connsiteY11" fmla="*/ 90999 h 1352917"/>
              <a:gd name="connsiteX12" fmla="*/ 433292 w 2495049"/>
              <a:gd name="connsiteY12" fmla="*/ 91189 h 1352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95049" h="1352917">
                <a:moveTo>
                  <a:pt x="433292" y="91189"/>
                </a:moveTo>
                <a:cubicBezTo>
                  <a:pt x="255461" y="65758"/>
                  <a:pt x="0" y="158436"/>
                  <a:pt x="0" y="499812"/>
                </a:cubicBezTo>
                <a:cubicBezTo>
                  <a:pt x="0" y="748605"/>
                  <a:pt x="78486" y="1066835"/>
                  <a:pt x="847154" y="1156465"/>
                </a:cubicBezTo>
                <a:cubicBezTo>
                  <a:pt x="1045464" y="1179611"/>
                  <a:pt x="1311783" y="1536227"/>
                  <a:pt x="1594199" y="1228189"/>
                </a:cubicBezTo>
                <a:cubicBezTo>
                  <a:pt x="1682496" y="1131891"/>
                  <a:pt x="1797368" y="1173610"/>
                  <a:pt x="2003584" y="1293149"/>
                </a:cubicBezTo>
                <a:cubicBezTo>
                  <a:pt x="2209800" y="1412688"/>
                  <a:pt x="2587752" y="1322296"/>
                  <a:pt x="2474214" y="1080265"/>
                </a:cubicBezTo>
                <a:cubicBezTo>
                  <a:pt x="2360676" y="838235"/>
                  <a:pt x="2246376" y="861190"/>
                  <a:pt x="2095024" y="403133"/>
                </a:cubicBezTo>
                <a:cubicBezTo>
                  <a:pt x="2074545" y="341125"/>
                  <a:pt x="2060543" y="277308"/>
                  <a:pt x="2050542" y="212824"/>
                </a:cubicBezTo>
                <a:cubicBezTo>
                  <a:pt x="2036731" y="124051"/>
                  <a:pt x="1982629" y="-25301"/>
                  <a:pt x="1771841" y="28420"/>
                </a:cubicBezTo>
                <a:cubicBezTo>
                  <a:pt x="1744028" y="35468"/>
                  <a:pt x="1715929" y="41183"/>
                  <a:pt x="1687354" y="44041"/>
                </a:cubicBezTo>
                <a:cubicBezTo>
                  <a:pt x="1604582" y="52423"/>
                  <a:pt x="1437132" y="58423"/>
                  <a:pt x="1204436" y="12989"/>
                </a:cubicBezTo>
                <a:cubicBezTo>
                  <a:pt x="863822" y="-53400"/>
                  <a:pt x="914686" y="159769"/>
                  <a:pt x="433388" y="90999"/>
                </a:cubicBezTo>
                <a:cubicBezTo>
                  <a:pt x="433356" y="91062"/>
                  <a:pt x="433324" y="91126"/>
                  <a:pt x="433292" y="91189"/>
                </a:cubicBezTo>
                <a:close/>
              </a:path>
            </a:pathLst>
          </a:custGeom>
          <a:solidFill>
            <a:sysClr val="window" lastClr="FFFFFF">
              <a:lumMod val="65000"/>
              <a:alpha val="12000"/>
            </a:sysClr>
          </a:solidFill>
          <a:ln w="3175" cap="flat" cmpd="sng" algn="ctr">
            <a:solidFill>
              <a:sysClr val="window" lastClr="FFFFFF">
                <a:lumMod val="50000"/>
                <a:alpha val="12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CB33426-04F6-4113-A42B-24CB7E5CAFA8}"/>
              </a:ext>
            </a:extLst>
          </p:cNvPr>
          <p:cNvSpPr>
            <a:spLocks/>
          </p:cNvSpPr>
          <p:nvPr/>
        </p:nvSpPr>
        <p:spPr>
          <a:xfrm>
            <a:off x="2492791" y="1798823"/>
            <a:ext cx="2387924" cy="1309338"/>
          </a:xfrm>
          <a:custGeom>
            <a:avLst/>
            <a:gdLst>
              <a:gd name="connsiteX0" fmla="*/ 385736 w 1791173"/>
              <a:gd name="connsiteY0" fmla="*/ 346318 h 967471"/>
              <a:gd name="connsiteX1" fmla="*/ 686059 w 1791173"/>
              <a:gd name="connsiteY1" fmla="*/ 14658 h 967471"/>
              <a:gd name="connsiteX2" fmla="*/ 1495112 w 1791173"/>
              <a:gd name="connsiteY2" fmla="*/ 137911 h 967471"/>
              <a:gd name="connsiteX3" fmla="*/ 1782767 w 1791173"/>
              <a:gd name="connsiteY3" fmla="*/ 740082 h 967471"/>
              <a:gd name="connsiteX4" fmla="*/ 1440629 w 1791173"/>
              <a:gd name="connsiteY4" fmla="*/ 917152 h 967471"/>
              <a:gd name="connsiteX5" fmla="*/ 1032769 w 1791173"/>
              <a:gd name="connsiteY5" fmla="*/ 869336 h 967471"/>
              <a:gd name="connsiteX6" fmla="*/ 364876 w 1791173"/>
              <a:gd name="connsiteY6" fmla="*/ 967253 h 967471"/>
              <a:gd name="connsiteX7" fmla="*/ 14165 w 1791173"/>
              <a:gd name="connsiteY7" fmla="*/ 695981 h 967471"/>
              <a:gd name="connsiteX8" fmla="*/ 385831 w 1791173"/>
              <a:gd name="connsiteY8" fmla="*/ 346318 h 967471"/>
              <a:gd name="connsiteX0" fmla="*/ 390034 w 1795471"/>
              <a:gd name="connsiteY0" fmla="*/ 346318 h 967623"/>
              <a:gd name="connsiteX1" fmla="*/ 690357 w 1795471"/>
              <a:gd name="connsiteY1" fmla="*/ 14658 h 967623"/>
              <a:gd name="connsiteX2" fmla="*/ 1499410 w 1795471"/>
              <a:gd name="connsiteY2" fmla="*/ 137911 h 967623"/>
              <a:gd name="connsiteX3" fmla="*/ 1787065 w 1795471"/>
              <a:gd name="connsiteY3" fmla="*/ 740082 h 967623"/>
              <a:gd name="connsiteX4" fmla="*/ 1444927 w 1795471"/>
              <a:gd name="connsiteY4" fmla="*/ 917152 h 967623"/>
              <a:gd name="connsiteX5" fmla="*/ 1037067 w 1795471"/>
              <a:gd name="connsiteY5" fmla="*/ 869336 h 967623"/>
              <a:gd name="connsiteX6" fmla="*/ 369174 w 1795471"/>
              <a:gd name="connsiteY6" fmla="*/ 967253 h 967623"/>
              <a:gd name="connsiteX7" fmla="*/ 18463 w 1795471"/>
              <a:gd name="connsiteY7" fmla="*/ 695981 h 967623"/>
              <a:gd name="connsiteX8" fmla="*/ 390129 w 1795471"/>
              <a:gd name="connsiteY8" fmla="*/ 346318 h 967623"/>
              <a:gd name="connsiteX9" fmla="*/ 390034 w 1795471"/>
              <a:gd name="connsiteY9" fmla="*/ 346318 h 96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5471" h="967623">
                <a:moveTo>
                  <a:pt x="390034" y="346318"/>
                </a:moveTo>
                <a:cubicBezTo>
                  <a:pt x="523002" y="268594"/>
                  <a:pt x="460233" y="45995"/>
                  <a:pt x="690357" y="14658"/>
                </a:cubicBezTo>
                <a:cubicBezTo>
                  <a:pt x="1072881" y="-37539"/>
                  <a:pt x="1220042" y="60568"/>
                  <a:pt x="1499410" y="137911"/>
                </a:cubicBezTo>
                <a:cubicBezTo>
                  <a:pt x="1801543" y="221541"/>
                  <a:pt x="1704103" y="444235"/>
                  <a:pt x="1787065" y="740082"/>
                </a:cubicBezTo>
                <a:cubicBezTo>
                  <a:pt x="1815545" y="841714"/>
                  <a:pt x="1787827" y="968396"/>
                  <a:pt x="1444927" y="917152"/>
                </a:cubicBezTo>
                <a:cubicBezTo>
                  <a:pt x="1335485" y="900769"/>
                  <a:pt x="1279097" y="862573"/>
                  <a:pt x="1037067" y="869336"/>
                </a:cubicBezTo>
                <a:cubicBezTo>
                  <a:pt x="795037" y="876099"/>
                  <a:pt x="809991" y="958966"/>
                  <a:pt x="369174" y="967253"/>
                </a:cubicBezTo>
                <a:cubicBezTo>
                  <a:pt x="93711" y="972397"/>
                  <a:pt x="-54403" y="926105"/>
                  <a:pt x="18463" y="695981"/>
                </a:cubicBezTo>
                <a:cubicBezTo>
                  <a:pt x="91329" y="465857"/>
                  <a:pt x="230204" y="439759"/>
                  <a:pt x="390129" y="346318"/>
                </a:cubicBezTo>
                <a:lnTo>
                  <a:pt x="390034" y="346318"/>
                </a:lnTo>
                <a:close/>
              </a:path>
            </a:pathLst>
          </a:custGeom>
          <a:solidFill>
            <a:srgbClr val="61B230">
              <a:lumMod val="75000"/>
              <a:alpha val="10000"/>
            </a:srgbClr>
          </a:solidFill>
          <a:ln w="3175" cap="flat" cmpd="sng" algn="ctr">
            <a:solidFill>
              <a:srgbClr val="70AD47">
                <a:alpha val="2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F9F81BB-462E-4A4F-8208-BB1D2137F4A0}"/>
              </a:ext>
            </a:extLst>
          </p:cNvPr>
          <p:cNvSpPr>
            <a:spLocks/>
          </p:cNvSpPr>
          <p:nvPr/>
        </p:nvSpPr>
        <p:spPr>
          <a:xfrm>
            <a:off x="4957420" y="2106603"/>
            <a:ext cx="4667761" cy="1558859"/>
          </a:xfrm>
          <a:custGeom>
            <a:avLst/>
            <a:gdLst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11" fmla="*/ 316255 w 3509671"/>
              <a:gd name="connsiteY11" fmla="*/ 26281 h 1152024"/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11" fmla="*/ 316255 w 3509671"/>
              <a:gd name="connsiteY11" fmla="*/ 26281 h 1152024"/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11" fmla="*/ 316255 w 3509671"/>
              <a:gd name="connsiteY11" fmla="*/ 26281 h 1152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9671" h="1152024">
                <a:moveTo>
                  <a:pt x="316255" y="26281"/>
                </a:moveTo>
                <a:cubicBezTo>
                  <a:pt x="468465" y="82479"/>
                  <a:pt x="727545" y="252405"/>
                  <a:pt x="1007389" y="149535"/>
                </a:cubicBezTo>
                <a:cubicBezTo>
                  <a:pt x="1861305" y="-164219"/>
                  <a:pt x="2035030" y="206696"/>
                  <a:pt x="2355844" y="526820"/>
                </a:cubicBezTo>
                <a:cubicBezTo>
                  <a:pt x="2468357" y="639091"/>
                  <a:pt x="2735635" y="787776"/>
                  <a:pt x="3046882" y="725321"/>
                </a:cubicBezTo>
                <a:cubicBezTo>
                  <a:pt x="3214319" y="691723"/>
                  <a:pt x="3310629" y="680744"/>
                  <a:pt x="3445789" y="839907"/>
                </a:cubicBezTo>
                <a:cubicBezTo>
                  <a:pt x="3580949" y="999069"/>
                  <a:pt x="3481603" y="1068507"/>
                  <a:pt x="3333775" y="1088700"/>
                </a:cubicBezTo>
                <a:cubicBezTo>
                  <a:pt x="3185947" y="1108893"/>
                  <a:pt x="2607589" y="1162614"/>
                  <a:pt x="2233352" y="1122323"/>
                </a:cubicBezTo>
                <a:cubicBezTo>
                  <a:pt x="1859114" y="1082032"/>
                  <a:pt x="1096353" y="1179854"/>
                  <a:pt x="785552" y="1143945"/>
                </a:cubicBezTo>
                <a:cubicBezTo>
                  <a:pt x="474751" y="1108035"/>
                  <a:pt x="252152" y="1073936"/>
                  <a:pt x="243198" y="909344"/>
                </a:cubicBezTo>
                <a:cubicBezTo>
                  <a:pt x="234150" y="743704"/>
                  <a:pt x="194145" y="737322"/>
                  <a:pt x="91941" y="606830"/>
                </a:cubicBezTo>
                <a:cubicBezTo>
                  <a:pt x="-15405" y="469765"/>
                  <a:pt x="-112846" y="-132120"/>
                  <a:pt x="316255" y="26376"/>
                </a:cubicBezTo>
                <a:lnTo>
                  <a:pt x="316255" y="26281"/>
                </a:lnTo>
                <a:close/>
              </a:path>
            </a:pathLst>
          </a:custGeom>
          <a:solidFill>
            <a:srgbClr val="FF872D">
              <a:alpha val="10000"/>
            </a:srgbClr>
          </a:solidFill>
          <a:ln w="3175" cap="flat" cmpd="sng" algn="ctr">
            <a:solidFill>
              <a:srgbClr val="ED7D31">
                <a:alpha val="23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8C3615-9226-4479-82ED-EABEB08E5D52}"/>
              </a:ext>
            </a:extLst>
          </p:cNvPr>
          <p:cNvSpPr txBox="1"/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>
                <a:latin typeface="+mn-ea"/>
                <a:ea typeface="+mn-ea"/>
                <a:sym typeface="+mn-lt"/>
              </a:rPr>
              <a:t>多色系配色案例</a:t>
            </a:r>
            <a:r>
              <a:rPr lang="en-US" altLang="zh-CN" dirty="0">
                <a:latin typeface="+mn-ea"/>
                <a:ea typeface="+mn-ea"/>
                <a:sym typeface="+mn-lt"/>
              </a:rPr>
              <a:t>2</a:t>
            </a:r>
            <a:endParaRPr lang="zh-CN" altLang="en-US" dirty="0">
              <a:latin typeface="+mn-ea"/>
              <a:ea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17BD3C-1343-441D-B00D-2DD29B728B4C}"/>
              </a:ext>
            </a:extLst>
          </p:cNvPr>
          <p:cNvSpPr/>
          <p:nvPr/>
        </p:nvSpPr>
        <p:spPr>
          <a:xfrm>
            <a:off x="523081" y="909984"/>
            <a:ext cx="1621356" cy="5251324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endParaRPr lang="zh-CN" altLang="en-US" sz="1799" kern="0">
              <a:solidFill>
                <a:srgbClr val="666666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5FF0226A-1F43-4878-B938-A0FEBBC523AA}"/>
              </a:ext>
            </a:extLst>
          </p:cNvPr>
          <p:cNvSpPr/>
          <p:nvPr/>
        </p:nvSpPr>
        <p:spPr>
          <a:xfrm>
            <a:off x="523081" y="914400"/>
            <a:ext cx="1621356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kumimoji="1" lang="zh-CN" altLang="en-US" sz="1100" b="1" kern="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这是标题</a:t>
            </a:r>
            <a:endParaRPr kumimoji="1" sz="1100" b="1" kern="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81D959-DF1B-4EFD-AC67-BE6708F713B1}"/>
              </a:ext>
            </a:extLst>
          </p:cNvPr>
          <p:cNvSpPr txBox="1"/>
          <p:nvPr/>
        </p:nvSpPr>
        <p:spPr>
          <a:xfrm>
            <a:off x="687844" y="1302448"/>
            <a:ext cx="129183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spcAft>
                <a:spcPts val="1799"/>
              </a:spcAft>
              <a:defRPr/>
            </a:pPr>
            <a:r>
              <a:rPr kumimoji="1" lang="zh-CN" altLang="en-US" sz="11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客户价值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03EC76-3BC3-429C-B2D0-613FE5EEAB36}"/>
              </a:ext>
            </a:extLst>
          </p:cNvPr>
          <p:cNvSpPr txBox="1"/>
          <p:nvPr/>
        </p:nvSpPr>
        <p:spPr>
          <a:xfrm>
            <a:off x="687844" y="3803760"/>
            <a:ext cx="129183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spcAft>
                <a:spcPts val="1799"/>
              </a:spcAft>
              <a:defRPr/>
            </a:pPr>
            <a:r>
              <a:rPr kumimoji="1" lang="zh-CN" altLang="en-US" sz="11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运营策略</a:t>
            </a:r>
            <a:endParaRPr kumimoji="1" lang="en-US" altLang="zh-CN" sz="11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3891B19-8B57-4DF9-8705-A20E5002DF08}"/>
              </a:ext>
            </a:extLst>
          </p:cNvPr>
          <p:cNvCxnSpPr>
            <a:cxnSpLocks/>
          </p:cNvCxnSpPr>
          <p:nvPr/>
        </p:nvCxnSpPr>
        <p:spPr>
          <a:xfrm>
            <a:off x="518849" y="3429000"/>
            <a:ext cx="1625589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5C7200-0C96-44F4-A970-B1EBDBFD8460}"/>
              </a:ext>
            </a:extLst>
          </p:cNvPr>
          <p:cNvSpPr txBox="1"/>
          <p:nvPr/>
        </p:nvSpPr>
        <p:spPr>
          <a:xfrm>
            <a:off x="972122" y="1613011"/>
            <a:ext cx="723275" cy="1336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C5A36A-6BC5-4D02-B088-EC9ADA1D2C36}"/>
              </a:ext>
            </a:extLst>
          </p:cNvPr>
          <p:cNvSpPr/>
          <p:nvPr/>
        </p:nvSpPr>
        <p:spPr>
          <a:xfrm>
            <a:off x="2295401" y="958833"/>
            <a:ext cx="9360000" cy="5207016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endParaRPr lang="zh-CN" altLang="en-US" sz="1200" kern="0" dirty="0">
              <a:solidFill>
                <a:srgbClr val="666666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77A29F68-D1A2-40D4-B391-429E940425F5}"/>
              </a:ext>
            </a:extLst>
          </p:cNvPr>
          <p:cNvSpPr/>
          <p:nvPr/>
        </p:nvSpPr>
        <p:spPr>
          <a:xfrm>
            <a:off x="2295155" y="914400"/>
            <a:ext cx="9360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kumimoji="1" lang="zh-CN" altLang="en-US" sz="1100" b="1" kern="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这是标题</a:t>
            </a:r>
            <a:endParaRPr kumimoji="1" sz="1100" b="1" kern="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511A4E4-A787-4D06-B5C7-5B558763FC36}"/>
              </a:ext>
            </a:extLst>
          </p:cNvPr>
          <p:cNvCxnSpPr>
            <a:cxnSpLocks/>
          </p:cNvCxnSpPr>
          <p:nvPr/>
        </p:nvCxnSpPr>
        <p:spPr>
          <a:xfrm>
            <a:off x="2429823" y="5838810"/>
            <a:ext cx="9037526" cy="0"/>
          </a:xfrm>
          <a:prstGeom prst="straightConnector1">
            <a:avLst/>
          </a:prstGeom>
          <a:noFill/>
          <a:ln w="3175" cap="flat" cmpd="sng" algn="ctr">
            <a:solidFill>
              <a:srgbClr val="C00000">
                <a:alpha val="67000"/>
              </a:srgbClr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B8A47F4-9085-4309-83F3-F6DF22FF1FDA}"/>
              </a:ext>
            </a:extLst>
          </p:cNvPr>
          <p:cNvCxnSpPr>
            <a:cxnSpLocks/>
          </p:cNvCxnSpPr>
          <p:nvPr/>
        </p:nvCxnSpPr>
        <p:spPr>
          <a:xfrm flipV="1">
            <a:off x="6968083" y="1336414"/>
            <a:ext cx="0" cy="4495971"/>
          </a:xfrm>
          <a:prstGeom prst="straightConnector1">
            <a:avLst/>
          </a:prstGeom>
          <a:noFill/>
          <a:ln w="3175" cap="flat" cmpd="sng" algn="ctr">
            <a:gradFill>
              <a:gsLst>
                <a:gs pos="14000">
                  <a:srgbClr val="C00000"/>
                </a:gs>
                <a:gs pos="18000">
                  <a:srgbClr val="C00000">
                    <a:alpha val="0"/>
                  </a:srgbClr>
                </a:gs>
                <a:gs pos="79000">
                  <a:srgbClr val="C00000">
                    <a:alpha val="0"/>
                  </a:srgbClr>
                </a:gs>
                <a:gs pos="82000">
                  <a:srgbClr val="C00000"/>
                </a:gs>
              </a:gsLst>
              <a:lin ang="5400000" scaled="1"/>
            </a:gradFill>
            <a:prstDash val="solid"/>
            <a:miter lim="800000"/>
            <a:tailEnd type="triangle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10F3EAA-DF53-400C-AD5F-8DE782CBF15D}"/>
              </a:ext>
            </a:extLst>
          </p:cNvPr>
          <p:cNvSpPr txBox="1"/>
          <p:nvPr/>
        </p:nvSpPr>
        <p:spPr>
          <a:xfrm>
            <a:off x="6729910" y="1195764"/>
            <a:ext cx="45273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客户价值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E0BDEF-1194-4896-BF0E-DC7EF8229C11}"/>
              </a:ext>
            </a:extLst>
          </p:cNvPr>
          <p:cNvSpPr txBox="1"/>
          <p:nvPr/>
        </p:nvSpPr>
        <p:spPr>
          <a:xfrm>
            <a:off x="10978433" y="5910849"/>
            <a:ext cx="48891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100%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398BA8-A278-4E26-A193-2F5ACA65F9F1}"/>
              </a:ext>
            </a:extLst>
          </p:cNvPr>
          <p:cNvSpPr txBox="1"/>
          <p:nvPr/>
        </p:nvSpPr>
        <p:spPr>
          <a:xfrm>
            <a:off x="2814778" y="5906393"/>
            <a:ext cx="36388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5%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D0D3A7-015A-4F4F-A162-E55E8BF4E522}"/>
              </a:ext>
            </a:extLst>
          </p:cNvPr>
          <p:cNvSpPr txBox="1"/>
          <p:nvPr/>
        </p:nvSpPr>
        <p:spPr>
          <a:xfrm>
            <a:off x="6736792" y="5904427"/>
            <a:ext cx="42639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50%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8FC9DC-8255-403F-AA9D-1D3281903FC7}"/>
              </a:ext>
            </a:extLst>
          </p:cNvPr>
          <p:cNvSpPr txBox="1"/>
          <p:nvPr/>
        </p:nvSpPr>
        <p:spPr>
          <a:xfrm>
            <a:off x="10457758" y="1515594"/>
            <a:ext cx="671979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913034">
              <a:defRPr/>
            </a:pPr>
            <a:r>
              <a:rPr lang="en-US" altLang="zh-CN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dirty="0">
                <a:solidFill>
                  <a:srgbClr val="FFFFFF"/>
                </a:solidFill>
                <a:latin typeface="+mn-ea"/>
                <a:ea typeface="+mn-ea"/>
                <a:cs typeface="+mn-ea"/>
                <a:sym typeface="+mn-lt"/>
              </a:rPr>
              <a:t>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0B2977-6F29-4505-A868-2DCC91A87748}"/>
              </a:ext>
            </a:extLst>
          </p:cNvPr>
          <p:cNvSpPr txBox="1"/>
          <p:nvPr/>
        </p:nvSpPr>
        <p:spPr>
          <a:xfrm>
            <a:off x="10457758" y="5154625"/>
            <a:ext cx="671979" cy="246221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913034">
              <a:defRPr/>
            </a:pPr>
            <a:r>
              <a:rPr lang="en-US" altLang="zh-CN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dirty="0">
                <a:solidFill>
                  <a:prstClr val="white"/>
                </a:solidFill>
                <a:latin typeface="+mn-ea"/>
                <a:ea typeface="+mn-ea"/>
                <a:cs typeface="+mn-ea"/>
                <a:sym typeface="+mn-lt"/>
              </a:rPr>
              <a:t>类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4D5C0D-604F-4E21-B509-3333C1C94B90}"/>
              </a:ext>
            </a:extLst>
          </p:cNvPr>
          <p:cNvSpPr txBox="1"/>
          <p:nvPr/>
        </p:nvSpPr>
        <p:spPr>
          <a:xfrm>
            <a:off x="7165217" y="1515593"/>
            <a:ext cx="825867" cy="246221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R="0" lvl="0" indent="0" algn="ctr" defTabSz="80080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</a:defRPr>
            </a:lvl1pPr>
          </a:lstStyle>
          <a:p>
            <a:r>
              <a:rPr lang="en-US" altLang="zh-CN" sz="1000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sz="1000" dirty="0">
                <a:solidFill>
                  <a:prstClr val="white"/>
                </a:solidFill>
                <a:latin typeface="+mn-ea"/>
                <a:sym typeface="+mn-lt"/>
              </a:rPr>
              <a:t>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CE09A17-8EA7-4A3A-B16C-00080D38CA34}"/>
              </a:ext>
            </a:extLst>
          </p:cNvPr>
          <p:cNvSpPr txBox="1"/>
          <p:nvPr/>
        </p:nvSpPr>
        <p:spPr>
          <a:xfrm>
            <a:off x="3610080" y="1529753"/>
            <a:ext cx="825867" cy="246221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R="0" lvl="0" indent="0" algn="ctr" defTabSz="80080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</a:defRPr>
            </a:lvl1pPr>
          </a:lstStyle>
          <a:p>
            <a:r>
              <a:rPr lang="en-US" altLang="zh-CN" sz="1000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sz="1000" dirty="0">
                <a:solidFill>
                  <a:prstClr val="white"/>
                </a:solidFill>
                <a:latin typeface="+mn-ea"/>
                <a:sym typeface="+mn-lt"/>
              </a:rPr>
              <a:t>类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E72C217-E1E5-4E57-91FE-7C85B127DF35}"/>
              </a:ext>
            </a:extLst>
          </p:cNvPr>
          <p:cNvSpPr txBox="1"/>
          <p:nvPr/>
        </p:nvSpPr>
        <p:spPr>
          <a:xfrm>
            <a:off x="8947085" y="5910849"/>
            <a:ext cx="42639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75%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1" name="弧形 155">
            <a:extLst>
              <a:ext uri="{FF2B5EF4-FFF2-40B4-BE49-F238E27FC236}">
                <a16:creationId xmlns:a16="http://schemas.microsoft.com/office/drawing/2014/main" id="{AC0D8624-0969-4454-9A60-9FA82529FEBE}"/>
              </a:ext>
            </a:extLst>
          </p:cNvPr>
          <p:cNvSpPr/>
          <p:nvPr/>
        </p:nvSpPr>
        <p:spPr>
          <a:xfrm rot="10800000">
            <a:off x="8659213" y="1302446"/>
            <a:ext cx="2740407" cy="2544001"/>
          </a:xfrm>
          <a:custGeom>
            <a:avLst/>
            <a:gdLst>
              <a:gd name="connsiteX0" fmla="*/ 6145806 w 10816724"/>
              <a:gd name="connsiteY0" fmla="*/ 37157 h 7956786"/>
              <a:gd name="connsiteX1" fmla="*/ 10813503 w 10816724"/>
              <a:gd name="connsiteY1" fmla="*/ 3841109 h 7956786"/>
              <a:gd name="connsiteX2" fmla="*/ 5408362 w 10816724"/>
              <a:gd name="connsiteY2" fmla="*/ 3978393 h 7956786"/>
              <a:gd name="connsiteX3" fmla="*/ 6145806 w 10816724"/>
              <a:gd name="connsiteY3" fmla="*/ 37157 h 7956786"/>
              <a:gd name="connsiteX0-1" fmla="*/ 6145806 w 10816724"/>
              <a:gd name="connsiteY0-2" fmla="*/ 37157 h 7956786"/>
              <a:gd name="connsiteX1-3" fmla="*/ 10813503 w 10816724"/>
              <a:gd name="connsiteY1-4" fmla="*/ 3841109 h 7956786"/>
              <a:gd name="connsiteX0-5" fmla="*/ 737444 w 6124669"/>
              <a:gd name="connsiteY0-6" fmla="*/ 0 h 3941236"/>
              <a:gd name="connsiteX1-7" fmla="*/ 5405141 w 6124669"/>
              <a:gd name="connsiteY1-8" fmla="*/ 3803952 h 3941236"/>
              <a:gd name="connsiteX2-9" fmla="*/ 0 w 6124669"/>
              <a:gd name="connsiteY2-10" fmla="*/ 3941236 h 3941236"/>
              <a:gd name="connsiteX3-11" fmla="*/ 737444 w 6124669"/>
              <a:gd name="connsiteY3-12" fmla="*/ 0 h 3941236"/>
              <a:gd name="connsiteX0-13" fmla="*/ 737444 w 6124669"/>
              <a:gd name="connsiteY0-14" fmla="*/ 0 h 3941236"/>
              <a:gd name="connsiteX1-15" fmla="*/ 6124669 w 6124669"/>
              <a:gd name="connsiteY1-16" fmla="*/ 3811448 h 3941236"/>
              <a:gd name="connsiteX0-17" fmla="*/ 737444 w 6102184"/>
              <a:gd name="connsiteY0-18" fmla="*/ 0 h 3941236"/>
              <a:gd name="connsiteX1-19" fmla="*/ 5405141 w 6102184"/>
              <a:gd name="connsiteY1-20" fmla="*/ 3803952 h 3941236"/>
              <a:gd name="connsiteX2-21" fmla="*/ 0 w 6102184"/>
              <a:gd name="connsiteY2-22" fmla="*/ 3941236 h 3941236"/>
              <a:gd name="connsiteX3-23" fmla="*/ 737444 w 6102184"/>
              <a:gd name="connsiteY3-24" fmla="*/ 0 h 3941236"/>
              <a:gd name="connsiteX0-25" fmla="*/ 737444 w 6102184"/>
              <a:gd name="connsiteY0-26" fmla="*/ 0 h 3941236"/>
              <a:gd name="connsiteX1-27" fmla="*/ 6102184 w 6102184"/>
              <a:gd name="connsiteY1-28" fmla="*/ 3624071 h 3941236"/>
              <a:gd name="connsiteX0-29" fmla="*/ 737444 w 6109679"/>
              <a:gd name="connsiteY0-30" fmla="*/ 0 h 3941236"/>
              <a:gd name="connsiteX1-31" fmla="*/ 5405141 w 6109679"/>
              <a:gd name="connsiteY1-32" fmla="*/ 3803952 h 3941236"/>
              <a:gd name="connsiteX2-33" fmla="*/ 0 w 6109679"/>
              <a:gd name="connsiteY2-34" fmla="*/ 3941236 h 3941236"/>
              <a:gd name="connsiteX3-35" fmla="*/ 737444 w 6109679"/>
              <a:gd name="connsiteY3-36" fmla="*/ 0 h 3941236"/>
              <a:gd name="connsiteX0-37" fmla="*/ 737444 w 6109679"/>
              <a:gd name="connsiteY0-38" fmla="*/ 0 h 3941236"/>
              <a:gd name="connsiteX1-39" fmla="*/ 6109679 w 6109679"/>
              <a:gd name="connsiteY1-40" fmla="*/ 3594091 h 3941236"/>
              <a:gd name="connsiteX0-41" fmla="*/ 737444 w 6109679"/>
              <a:gd name="connsiteY0-42" fmla="*/ 7495 h 3948731"/>
              <a:gd name="connsiteX1-43" fmla="*/ 5405141 w 6109679"/>
              <a:gd name="connsiteY1-44" fmla="*/ 3811447 h 3948731"/>
              <a:gd name="connsiteX2-45" fmla="*/ 0 w 6109679"/>
              <a:gd name="connsiteY2-46" fmla="*/ 3948731 h 3948731"/>
              <a:gd name="connsiteX3-47" fmla="*/ 737444 w 6109679"/>
              <a:gd name="connsiteY3-48" fmla="*/ 7495 h 3948731"/>
              <a:gd name="connsiteX0-49" fmla="*/ 804900 w 6109679"/>
              <a:gd name="connsiteY0-50" fmla="*/ 0 h 3948731"/>
              <a:gd name="connsiteX1-51" fmla="*/ 6109679 w 6109679"/>
              <a:gd name="connsiteY1-52" fmla="*/ 3601586 h 3948731"/>
              <a:gd name="connsiteX0-53" fmla="*/ 812395 w 6109679"/>
              <a:gd name="connsiteY0-54" fmla="*/ 7495 h 3948731"/>
              <a:gd name="connsiteX1-55" fmla="*/ 5405141 w 6109679"/>
              <a:gd name="connsiteY1-56" fmla="*/ 3811447 h 3948731"/>
              <a:gd name="connsiteX2-57" fmla="*/ 0 w 6109679"/>
              <a:gd name="connsiteY2-58" fmla="*/ 3948731 h 3948731"/>
              <a:gd name="connsiteX3-59" fmla="*/ 812395 w 6109679"/>
              <a:gd name="connsiteY3-60" fmla="*/ 7495 h 3948731"/>
              <a:gd name="connsiteX0-61" fmla="*/ 804900 w 6109679"/>
              <a:gd name="connsiteY0-62" fmla="*/ 0 h 3948731"/>
              <a:gd name="connsiteX1-63" fmla="*/ 6109679 w 6109679"/>
              <a:gd name="connsiteY1-64" fmla="*/ 3601586 h 3948731"/>
              <a:gd name="connsiteX0-65" fmla="*/ 812395 w 6109679"/>
              <a:gd name="connsiteY0-66" fmla="*/ 7495 h 3948731"/>
              <a:gd name="connsiteX1-67" fmla="*/ 6102184 w 6109679"/>
              <a:gd name="connsiteY1-68" fmla="*/ 3624070 h 3948731"/>
              <a:gd name="connsiteX2-69" fmla="*/ 0 w 6109679"/>
              <a:gd name="connsiteY2-70" fmla="*/ 3948731 h 3948731"/>
              <a:gd name="connsiteX3-71" fmla="*/ 812395 w 6109679"/>
              <a:gd name="connsiteY3-72" fmla="*/ 7495 h 3948731"/>
              <a:gd name="connsiteX0-73" fmla="*/ 804900 w 6109679"/>
              <a:gd name="connsiteY0-74" fmla="*/ 0 h 3948731"/>
              <a:gd name="connsiteX1-75" fmla="*/ 6109679 w 6109679"/>
              <a:gd name="connsiteY1-76" fmla="*/ 3601586 h 3948731"/>
              <a:gd name="connsiteX0-77" fmla="*/ 812395 w 6109679"/>
              <a:gd name="connsiteY0-78" fmla="*/ 29980 h 3971216"/>
              <a:gd name="connsiteX1-79" fmla="*/ 6102184 w 6109679"/>
              <a:gd name="connsiteY1-80" fmla="*/ 3646555 h 3971216"/>
              <a:gd name="connsiteX2-81" fmla="*/ 0 w 6109679"/>
              <a:gd name="connsiteY2-82" fmla="*/ 3971216 h 3971216"/>
              <a:gd name="connsiteX3-83" fmla="*/ 812395 w 6109679"/>
              <a:gd name="connsiteY3-84" fmla="*/ 29980 h 3971216"/>
              <a:gd name="connsiteX0-85" fmla="*/ 759930 w 6109679"/>
              <a:gd name="connsiteY0-86" fmla="*/ 0 h 3971216"/>
              <a:gd name="connsiteX1-87" fmla="*/ 6109679 w 6109679"/>
              <a:gd name="connsiteY1-88" fmla="*/ 3624071 h 3971216"/>
              <a:gd name="connsiteX0-89" fmla="*/ 812395 w 6109679"/>
              <a:gd name="connsiteY0-90" fmla="*/ 0 h 3941236"/>
              <a:gd name="connsiteX1-91" fmla="*/ 6102184 w 6109679"/>
              <a:gd name="connsiteY1-92" fmla="*/ 3616575 h 3941236"/>
              <a:gd name="connsiteX2-93" fmla="*/ 0 w 6109679"/>
              <a:gd name="connsiteY2-94" fmla="*/ 3941236 h 3941236"/>
              <a:gd name="connsiteX3-95" fmla="*/ 812395 w 6109679"/>
              <a:gd name="connsiteY3-96" fmla="*/ 0 h 3941236"/>
              <a:gd name="connsiteX0-97" fmla="*/ 1239615 w 6109679"/>
              <a:gd name="connsiteY0-98" fmla="*/ 434715 h 3941236"/>
              <a:gd name="connsiteX1-99" fmla="*/ 6109679 w 6109679"/>
              <a:gd name="connsiteY1-100" fmla="*/ 3594091 h 3941236"/>
              <a:gd name="connsiteX0-101" fmla="*/ 1202140 w 6109679"/>
              <a:gd name="connsiteY0-102" fmla="*/ 0 h 3543997"/>
              <a:gd name="connsiteX1-103" fmla="*/ 6102184 w 6109679"/>
              <a:gd name="connsiteY1-104" fmla="*/ 3219336 h 3543997"/>
              <a:gd name="connsiteX2-105" fmla="*/ 0 w 6109679"/>
              <a:gd name="connsiteY2-106" fmla="*/ 3543997 h 3543997"/>
              <a:gd name="connsiteX3-107" fmla="*/ 1202140 w 6109679"/>
              <a:gd name="connsiteY3-108" fmla="*/ 0 h 3543997"/>
              <a:gd name="connsiteX0-109" fmla="*/ 1239615 w 6109679"/>
              <a:gd name="connsiteY0-110" fmla="*/ 37476 h 3543997"/>
              <a:gd name="connsiteX1-111" fmla="*/ 6109679 w 6109679"/>
              <a:gd name="connsiteY1-112" fmla="*/ 3196852 h 3543997"/>
              <a:gd name="connsiteX0-113" fmla="*/ 1202140 w 6109679"/>
              <a:gd name="connsiteY0-114" fmla="*/ 0 h 3543997"/>
              <a:gd name="connsiteX1-115" fmla="*/ 6102184 w 6109679"/>
              <a:gd name="connsiteY1-116" fmla="*/ 3219336 h 3543997"/>
              <a:gd name="connsiteX2-117" fmla="*/ 0 w 6109679"/>
              <a:gd name="connsiteY2-118" fmla="*/ 3543997 h 3543997"/>
              <a:gd name="connsiteX3-119" fmla="*/ 1202140 w 6109679"/>
              <a:gd name="connsiteY3-120" fmla="*/ 0 h 3543997"/>
              <a:gd name="connsiteX0-121" fmla="*/ 1239615 w 6109679"/>
              <a:gd name="connsiteY0-122" fmla="*/ 37476 h 3543997"/>
              <a:gd name="connsiteX1-123" fmla="*/ 6109679 w 6109679"/>
              <a:gd name="connsiteY1-124" fmla="*/ 3196852 h 3543997"/>
              <a:gd name="connsiteX0-125" fmla="*/ 1202140 w 6109679"/>
              <a:gd name="connsiteY0-126" fmla="*/ 0 h 3543997"/>
              <a:gd name="connsiteX1-127" fmla="*/ 6102184 w 6109679"/>
              <a:gd name="connsiteY1-128" fmla="*/ 3219336 h 3543997"/>
              <a:gd name="connsiteX2-129" fmla="*/ 0 w 6109679"/>
              <a:gd name="connsiteY2-130" fmla="*/ 3543997 h 3543997"/>
              <a:gd name="connsiteX3-131" fmla="*/ 1202140 w 6109679"/>
              <a:gd name="connsiteY3-132" fmla="*/ 0 h 3543997"/>
              <a:gd name="connsiteX0-133" fmla="*/ 120964 w 6109679"/>
              <a:gd name="connsiteY0-134" fmla="*/ 6184 h 3543997"/>
              <a:gd name="connsiteX1-135" fmla="*/ 6109679 w 6109679"/>
              <a:gd name="connsiteY1-136" fmla="*/ 3196852 h 3543997"/>
              <a:gd name="connsiteX0-137" fmla="*/ 83489 w 6109679"/>
              <a:gd name="connsiteY0-138" fmla="*/ 0 h 3559643"/>
              <a:gd name="connsiteX1-139" fmla="*/ 6102184 w 6109679"/>
              <a:gd name="connsiteY1-140" fmla="*/ 3234982 h 3559643"/>
              <a:gd name="connsiteX2-141" fmla="*/ 0 w 6109679"/>
              <a:gd name="connsiteY2-142" fmla="*/ 3559643 h 3559643"/>
              <a:gd name="connsiteX3-143" fmla="*/ 83489 w 6109679"/>
              <a:gd name="connsiteY3-144" fmla="*/ 0 h 3559643"/>
              <a:gd name="connsiteX0-145" fmla="*/ 120964 w 6109679"/>
              <a:gd name="connsiteY0-146" fmla="*/ 21830 h 3559643"/>
              <a:gd name="connsiteX1-147" fmla="*/ 6109679 w 6109679"/>
              <a:gd name="connsiteY1-148" fmla="*/ 3212498 h 3559643"/>
              <a:gd name="connsiteX0-149" fmla="*/ 83489 w 6144636"/>
              <a:gd name="connsiteY0-150" fmla="*/ 0 h 3559643"/>
              <a:gd name="connsiteX1-151" fmla="*/ 6102184 w 6144636"/>
              <a:gd name="connsiteY1-152" fmla="*/ 3234982 h 3559643"/>
              <a:gd name="connsiteX2-153" fmla="*/ 0 w 6144636"/>
              <a:gd name="connsiteY2-154" fmla="*/ 3559643 h 3559643"/>
              <a:gd name="connsiteX3-155" fmla="*/ 83489 w 6144636"/>
              <a:gd name="connsiteY3-156" fmla="*/ 0 h 3559643"/>
              <a:gd name="connsiteX0-157" fmla="*/ 120964 w 6144636"/>
              <a:gd name="connsiteY0-158" fmla="*/ 21830 h 3559643"/>
              <a:gd name="connsiteX1-159" fmla="*/ 6144636 w 6144636"/>
              <a:gd name="connsiteY1-160" fmla="*/ 3275082 h 35596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144636" h="3559643" stroke="0" extrusionOk="0">
                <a:moveTo>
                  <a:pt x="83489" y="0"/>
                </a:moveTo>
                <a:cubicBezTo>
                  <a:pt x="3057434" y="638672"/>
                  <a:pt x="6011386" y="1300579"/>
                  <a:pt x="6102184" y="3234982"/>
                </a:cubicBezTo>
                <a:lnTo>
                  <a:pt x="0" y="3559643"/>
                </a:lnTo>
                <a:lnTo>
                  <a:pt x="83489" y="0"/>
                </a:lnTo>
                <a:close/>
              </a:path>
              <a:path w="6144636" h="3559643" fill="none">
                <a:moveTo>
                  <a:pt x="120964" y="21830"/>
                </a:moveTo>
                <a:cubicBezTo>
                  <a:pt x="2727650" y="285748"/>
                  <a:pt x="6053838" y="1340679"/>
                  <a:pt x="6144636" y="3275082"/>
                </a:cubicBezTo>
              </a:path>
            </a:pathLst>
          </a:custGeom>
          <a:noFill/>
          <a:ln w="6350" cap="flat" cmpd="sng" algn="ctr">
            <a:solidFill>
              <a:srgbClr val="C00000"/>
            </a:solidFill>
            <a:prstDash val="dash"/>
          </a:ln>
          <a:effectLst/>
        </p:spPr>
        <p:txBody>
          <a:bodyPr rtlCol="0" anchor="ctr"/>
          <a:lstStyle/>
          <a:p>
            <a:pPr algn="ctr" defTabSz="911765">
              <a:defRPr/>
            </a:pPr>
            <a:endParaRPr lang="zh-CN" altLang="en-US" sz="1200" kern="0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2" name="弧形 155">
            <a:extLst>
              <a:ext uri="{FF2B5EF4-FFF2-40B4-BE49-F238E27FC236}">
                <a16:creationId xmlns:a16="http://schemas.microsoft.com/office/drawing/2014/main" id="{2284A11F-A985-4109-BDC3-EFDCE577CF9D}"/>
              </a:ext>
            </a:extLst>
          </p:cNvPr>
          <p:cNvSpPr/>
          <p:nvPr/>
        </p:nvSpPr>
        <p:spPr>
          <a:xfrm rot="10800000">
            <a:off x="4762787" y="1146818"/>
            <a:ext cx="3321009" cy="4691992"/>
          </a:xfrm>
          <a:custGeom>
            <a:avLst/>
            <a:gdLst>
              <a:gd name="connsiteX0" fmla="*/ 6145806 w 10816724"/>
              <a:gd name="connsiteY0" fmla="*/ 37157 h 7956786"/>
              <a:gd name="connsiteX1" fmla="*/ 10813503 w 10816724"/>
              <a:gd name="connsiteY1" fmla="*/ 3841109 h 7956786"/>
              <a:gd name="connsiteX2" fmla="*/ 5408362 w 10816724"/>
              <a:gd name="connsiteY2" fmla="*/ 3978393 h 7956786"/>
              <a:gd name="connsiteX3" fmla="*/ 6145806 w 10816724"/>
              <a:gd name="connsiteY3" fmla="*/ 37157 h 7956786"/>
              <a:gd name="connsiteX0-1" fmla="*/ 6145806 w 10816724"/>
              <a:gd name="connsiteY0-2" fmla="*/ 37157 h 7956786"/>
              <a:gd name="connsiteX1-3" fmla="*/ 10813503 w 10816724"/>
              <a:gd name="connsiteY1-4" fmla="*/ 3841109 h 7956786"/>
              <a:gd name="connsiteX0-5" fmla="*/ 737444 w 6124669"/>
              <a:gd name="connsiteY0-6" fmla="*/ 0 h 3941236"/>
              <a:gd name="connsiteX1-7" fmla="*/ 5405141 w 6124669"/>
              <a:gd name="connsiteY1-8" fmla="*/ 3803952 h 3941236"/>
              <a:gd name="connsiteX2-9" fmla="*/ 0 w 6124669"/>
              <a:gd name="connsiteY2-10" fmla="*/ 3941236 h 3941236"/>
              <a:gd name="connsiteX3-11" fmla="*/ 737444 w 6124669"/>
              <a:gd name="connsiteY3-12" fmla="*/ 0 h 3941236"/>
              <a:gd name="connsiteX0-13" fmla="*/ 737444 w 6124669"/>
              <a:gd name="connsiteY0-14" fmla="*/ 0 h 3941236"/>
              <a:gd name="connsiteX1-15" fmla="*/ 6124669 w 6124669"/>
              <a:gd name="connsiteY1-16" fmla="*/ 3811448 h 3941236"/>
              <a:gd name="connsiteX0-17" fmla="*/ 737444 w 6102184"/>
              <a:gd name="connsiteY0-18" fmla="*/ 0 h 3941236"/>
              <a:gd name="connsiteX1-19" fmla="*/ 5405141 w 6102184"/>
              <a:gd name="connsiteY1-20" fmla="*/ 3803952 h 3941236"/>
              <a:gd name="connsiteX2-21" fmla="*/ 0 w 6102184"/>
              <a:gd name="connsiteY2-22" fmla="*/ 3941236 h 3941236"/>
              <a:gd name="connsiteX3-23" fmla="*/ 737444 w 6102184"/>
              <a:gd name="connsiteY3-24" fmla="*/ 0 h 3941236"/>
              <a:gd name="connsiteX0-25" fmla="*/ 737444 w 6102184"/>
              <a:gd name="connsiteY0-26" fmla="*/ 0 h 3941236"/>
              <a:gd name="connsiteX1-27" fmla="*/ 6102184 w 6102184"/>
              <a:gd name="connsiteY1-28" fmla="*/ 3624071 h 3941236"/>
              <a:gd name="connsiteX0-29" fmla="*/ 737444 w 6109679"/>
              <a:gd name="connsiteY0-30" fmla="*/ 0 h 3941236"/>
              <a:gd name="connsiteX1-31" fmla="*/ 5405141 w 6109679"/>
              <a:gd name="connsiteY1-32" fmla="*/ 3803952 h 3941236"/>
              <a:gd name="connsiteX2-33" fmla="*/ 0 w 6109679"/>
              <a:gd name="connsiteY2-34" fmla="*/ 3941236 h 3941236"/>
              <a:gd name="connsiteX3-35" fmla="*/ 737444 w 6109679"/>
              <a:gd name="connsiteY3-36" fmla="*/ 0 h 3941236"/>
              <a:gd name="connsiteX0-37" fmla="*/ 737444 w 6109679"/>
              <a:gd name="connsiteY0-38" fmla="*/ 0 h 3941236"/>
              <a:gd name="connsiteX1-39" fmla="*/ 6109679 w 6109679"/>
              <a:gd name="connsiteY1-40" fmla="*/ 3594091 h 3941236"/>
              <a:gd name="connsiteX0-41" fmla="*/ 737444 w 6109679"/>
              <a:gd name="connsiteY0-42" fmla="*/ 7495 h 3948731"/>
              <a:gd name="connsiteX1-43" fmla="*/ 5405141 w 6109679"/>
              <a:gd name="connsiteY1-44" fmla="*/ 3811447 h 3948731"/>
              <a:gd name="connsiteX2-45" fmla="*/ 0 w 6109679"/>
              <a:gd name="connsiteY2-46" fmla="*/ 3948731 h 3948731"/>
              <a:gd name="connsiteX3-47" fmla="*/ 737444 w 6109679"/>
              <a:gd name="connsiteY3-48" fmla="*/ 7495 h 3948731"/>
              <a:gd name="connsiteX0-49" fmla="*/ 804900 w 6109679"/>
              <a:gd name="connsiteY0-50" fmla="*/ 0 h 3948731"/>
              <a:gd name="connsiteX1-51" fmla="*/ 6109679 w 6109679"/>
              <a:gd name="connsiteY1-52" fmla="*/ 3601586 h 3948731"/>
              <a:gd name="connsiteX0-53" fmla="*/ 812395 w 6109679"/>
              <a:gd name="connsiteY0-54" fmla="*/ 7495 h 3948731"/>
              <a:gd name="connsiteX1-55" fmla="*/ 5405141 w 6109679"/>
              <a:gd name="connsiteY1-56" fmla="*/ 3811447 h 3948731"/>
              <a:gd name="connsiteX2-57" fmla="*/ 0 w 6109679"/>
              <a:gd name="connsiteY2-58" fmla="*/ 3948731 h 3948731"/>
              <a:gd name="connsiteX3-59" fmla="*/ 812395 w 6109679"/>
              <a:gd name="connsiteY3-60" fmla="*/ 7495 h 3948731"/>
              <a:gd name="connsiteX0-61" fmla="*/ 804900 w 6109679"/>
              <a:gd name="connsiteY0-62" fmla="*/ 0 h 3948731"/>
              <a:gd name="connsiteX1-63" fmla="*/ 6109679 w 6109679"/>
              <a:gd name="connsiteY1-64" fmla="*/ 3601586 h 3948731"/>
              <a:gd name="connsiteX0-65" fmla="*/ 812395 w 6109679"/>
              <a:gd name="connsiteY0-66" fmla="*/ 7495 h 3948731"/>
              <a:gd name="connsiteX1-67" fmla="*/ 6102184 w 6109679"/>
              <a:gd name="connsiteY1-68" fmla="*/ 3624070 h 3948731"/>
              <a:gd name="connsiteX2-69" fmla="*/ 0 w 6109679"/>
              <a:gd name="connsiteY2-70" fmla="*/ 3948731 h 3948731"/>
              <a:gd name="connsiteX3-71" fmla="*/ 812395 w 6109679"/>
              <a:gd name="connsiteY3-72" fmla="*/ 7495 h 3948731"/>
              <a:gd name="connsiteX0-73" fmla="*/ 804900 w 6109679"/>
              <a:gd name="connsiteY0-74" fmla="*/ 0 h 3948731"/>
              <a:gd name="connsiteX1-75" fmla="*/ 6109679 w 6109679"/>
              <a:gd name="connsiteY1-76" fmla="*/ 3601586 h 3948731"/>
              <a:gd name="connsiteX0-77" fmla="*/ 812395 w 6109679"/>
              <a:gd name="connsiteY0-78" fmla="*/ 29980 h 3971216"/>
              <a:gd name="connsiteX1-79" fmla="*/ 6102184 w 6109679"/>
              <a:gd name="connsiteY1-80" fmla="*/ 3646555 h 3971216"/>
              <a:gd name="connsiteX2-81" fmla="*/ 0 w 6109679"/>
              <a:gd name="connsiteY2-82" fmla="*/ 3971216 h 3971216"/>
              <a:gd name="connsiteX3-83" fmla="*/ 812395 w 6109679"/>
              <a:gd name="connsiteY3-84" fmla="*/ 29980 h 3971216"/>
              <a:gd name="connsiteX0-85" fmla="*/ 759930 w 6109679"/>
              <a:gd name="connsiteY0-86" fmla="*/ 0 h 3971216"/>
              <a:gd name="connsiteX1-87" fmla="*/ 6109679 w 6109679"/>
              <a:gd name="connsiteY1-88" fmla="*/ 3624071 h 3971216"/>
              <a:gd name="connsiteX0-89" fmla="*/ 812395 w 6109679"/>
              <a:gd name="connsiteY0-90" fmla="*/ 0 h 3941236"/>
              <a:gd name="connsiteX1-91" fmla="*/ 6102184 w 6109679"/>
              <a:gd name="connsiteY1-92" fmla="*/ 3616575 h 3941236"/>
              <a:gd name="connsiteX2-93" fmla="*/ 0 w 6109679"/>
              <a:gd name="connsiteY2-94" fmla="*/ 3941236 h 3941236"/>
              <a:gd name="connsiteX3-95" fmla="*/ 812395 w 6109679"/>
              <a:gd name="connsiteY3-96" fmla="*/ 0 h 3941236"/>
              <a:gd name="connsiteX0-97" fmla="*/ 1239615 w 6109679"/>
              <a:gd name="connsiteY0-98" fmla="*/ 434715 h 3941236"/>
              <a:gd name="connsiteX1-99" fmla="*/ 6109679 w 6109679"/>
              <a:gd name="connsiteY1-100" fmla="*/ 3594091 h 3941236"/>
              <a:gd name="connsiteX0-101" fmla="*/ 1202140 w 6109679"/>
              <a:gd name="connsiteY0-102" fmla="*/ 0 h 3543997"/>
              <a:gd name="connsiteX1-103" fmla="*/ 6102184 w 6109679"/>
              <a:gd name="connsiteY1-104" fmla="*/ 3219336 h 3543997"/>
              <a:gd name="connsiteX2-105" fmla="*/ 0 w 6109679"/>
              <a:gd name="connsiteY2-106" fmla="*/ 3543997 h 3543997"/>
              <a:gd name="connsiteX3-107" fmla="*/ 1202140 w 6109679"/>
              <a:gd name="connsiteY3-108" fmla="*/ 0 h 3543997"/>
              <a:gd name="connsiteX0-109" fmla="*/ 1239615 w 6109679"/>
              <a:gd name="connsiteY0-110" fmla="*/ 37476 h 3543997"/>
              <a:gd name="connsiteX1-111" fmla="*/ 6109679 w 6109679"/>
              <a:gd name="connsiteY1-112" fmla="*/ 3196852 h 3543997"/>
              <a:gd name="connsiteX0-113" fmla="*/ 1202140 w 6109679"/>
              <a:gd name="connsiteY0-114" fmla="*/ 0 h 3543997"/>
              <a:gd name="connsiteX1-115" fmla="*/ 6102184 w 6109679"/>
              <a:gd name="connsiteY1-116" fmla="*/ 3219336 h 3543997"/>
              <a:gd name="connsiteX2-117" fmla="*/ 0 w 6109679"/>
              <a:gd name="connsiteY2-118" fmla="*/ 3543997 h 3543997"/>
              <a:gd name="connsiteX3-119" fmla="*/ 1202140 w 6109679"/>
              <a:gd name="connsiteY3-120" fmla="*/ 0 h 3543997"/>
              <a:gd name="connsiteX0-121" fmla="*/ 1239615 w 6109679"/>
              <a:gd name="connsiteY0-122" fmla="*/ 37476 h 3543997"/>
              <a:gd name="connsiteX1-123" fmla="*/ 6109679 w 6109679"/>
              <a:gd name="connsiteY1-124" fmla="*/ 3196852 h 3543997"/>
              <a:gd name="connsiteX0-125" fmla="*/ 1202140 w 6109679"/>
              <a:gd name="connsiteY0-126" fmla="*/ 0 h 3543997"/>
              <a:gd name="connsiteX1-127" fmla="*/ 6102184 w 6109679"/>
              <a:gd name="connsiteY1-128" fmla="*/ 3219336 h 3543997"/>
              <a:gd name="connsiteX2-129" fmla="*/ 0 w 6109679"/>
              <a:gd name="connsiteY2-130" fmla="*/ 3543997 h 3543997"/>
              <a:gd name="connsiteX3-131" fmla="*/ 1202140 w 6109679"/>
              <a:gd name="connsiteY3-132" fmla="*/ 0 h 3543997"/>
              <a:gd name="connsiteX0-133" fmla="*/ 120964 w 6109679"/>
              <a:gd name="connsiteY0-134" fmla="*/ 6184 h 3543997"/>
              <a:gd name="connsiteX1-135" fmla="*/ 6109679 w 6109679"/>
              <a:gd name="connsiteY1-136" fmla="*/ 3196852 h 3543997"/>
              <a:gd name="connsiteX0-137" fmla="*/ 83489 w 6109679"/>
              <a:gd name="connsiteY0-138" fmla="*/ 0 h 3559643"/>
              <a:gd name="connsiteX1-139" fmla="*/ 6102184 w 6109679"/>
              <a:gd name="connsiteY1-140" fmla="*/ 3234982 h 3559643"/>
              <a:gd name="connsiteX2-141" fmla="*/ 0 w 6109679"/>
              <a:gd name="connsiteY2-142" fmla="*/ 3559643 h 3559643"/>
              <a:gd name="connsiteX3-143" fmla="*/ 83489 w 6109679"/>
              <a:gd name="connsiteY3-144" fmla="*/ 0 h 3559643"/>
              <a:gd name="connsiteX0-145" fmla="*/ 120964 w 6109679"/>
              <a:gd name="connsiteY0-146" fmla="*/ 21830 h 3559643"/>
              <a:gd name="connsiteX1-147" fmla="*/ 6109679 w 6109679"/>
              <a:gd name="connsiteY1-148" fmla="*/ 3212498 h 3559643"/>
              <a:gd name="connsiteX0-149" fmla="*/ 83489 w 6144636"/>
              <a:gd name="connsiteY0-150" fmla="*/ 0 h 3559643"/>
              <a:gd name="connsiteX1-151" fmla="*/ 6102184 w 6144636"/>
              <a:gd name="connsiteY1-152" fmla="*/ 3234982 h 3559643"/>
              <a:gd name="connsiteX2-153" fmla="*/ 0 w 6144636"/>
              <a:gd name="connsiteY2-154" fmla="*/ 3559643 h 3559643"/>
              <a:gd name="connsiteX3-155" fmla="*/ 83489 w 6144636"/>
              <a:gd name="connsiteY3-156" fmla="*/ 0 h 3559643"/>
              <a:gd name="connsiteX0-157" fmla="*/ 120964 w 6144636"/>
              <a:gd name="connsiteY0-158" fmla="*/ 21830 h 3559643"/>
              <a:gd name="connsiteX1-159" fmla="*/ 6144636 w 6144636"/>
              <a:gd name="connsiteY1-160" fmla="*/ 3275082 h 35596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144636" h="3559643" stroke="0" extrusionOk="0">
                <a:moveTo>
                  <a:pt x="83489" y="0"/>
                </a:moveTo>
                <a:cubicBezTo>
                  <a:pt x="3057434" y="638672"/>
                  <a:pt x="6011386" y="1300579"/>
                  <a:pt x="6102184" y="3234982"/>
                </a:cubicBezTo>
                <a:lnTo>
                  <a:pt x="0" y="3559643"/>
                </a:lnTo>
                <a:lnTo>
                  <a:pt x="83489" y="0"/>
                </a:lnTo>
                <a:close/>
              </a:path>
              <a:path w="6144636" h="3559643" fill="none">
                <a:moveTo>
                  <a:pt x="120964" y="21830"/>
                </a:moveTo>
                <a:cubicBezTo>
                  <a:pt x="2727650" y="285748"/>
                  <a:pt x="6053838" y="1340679"/>
                  <a:pt x="6144636" y="3275082"/>
                </a:cubicBezTo>
              </a:path>
            </a:pathLst>
          </a:custGeom>
          <a:noFill/>
          <a:ln w="6350" cap="flat" cmpd="sng" algn="ctr">
            <a:solidFill>
              <a:srgbClr val="C00000"/>
            </a:solidFill>
            <a:prstDash val="dash"/>
          </a:ln>
          <a:effectLst/>
        </p:spPr>
        <p:txBody>
          <a:bodyPr rtlCol="0" anchor="ctr"/>
          <a:lstStyle/>
          <a:p>
            <a:pPr algn="ctr" defTabSz="911765">
              <a:defRPr/>
            </a:pPr>
            <a:endParaRPr lang="zh-CN" altLang="en-US" sz="1200" kern="0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678A03EF-95B8-4758-A240-51B9B165EC89}"/>
              </a:ext>
            </a:extLst>
          </p:cNvPr>
          <p:cNvSpPr/>
          <p:nvPr/>
        </p:nvSpPr>
        <p:spPr>
          <a:xfrm>
            <a:off x="3371056" y="1646768"/>
            <a:ext cx="242359" cy="178151"/>
          </a:xfrm>
          <a:custGeom>
            <a:avLst/>
            <a:gdLst>
              <a:gd name="connsiteX0" fmla="*/ 0 w 158750"/>
              <a:gd name="connsiteY0" fmla="*/ 228600 h 228600"/>
              <a:gd name="connsiteX1" fmla="*/ 0 w 158750"/>
              <a:gd name="connsiteY1" fmla="*/ 0 h 228600"/>
              <a:gd name="connsiteX2" fmla="*/ 158750 w 158750"/>
              <a:gd name="connsiteY2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750" h="228600">
                <a:moveTo>
                  <a:pt x="0" y="228600"/>
                </a:moveTo>
                <a:lnTo>
                  <a:pt x="0" y="0"/>
                </a:lnTo>
                <a:lnTo>
                  <a:pt x="158750" y="0"/>
                </a:lnTo>
              </a:path>
            </a:pathLst>
          </a:cu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5EDAE45-B8C4-4171-BEEB-09F20FF1C20E}"/>
              </a:ext>
            </a:extLst>
          </p:cNvPr>
          <p:cNvCxnSpPr>
            <a:cxnSpLocks/>
          </p:cNvCxnSpPr>
          <p:nvPr/>
        </p:nvCxnSpPr>
        <p:spPr>
          <a:xfrm>
            <a:off x="7525408" y="1738488"/>
            <a:ext cx="0" cy="528463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2B16D55-EC91-480B-BBAA-F5ED32068F8C}"/>
              </a:ext>
            </a:extLst>
          </p:cNvPr>
          <p:cNvCxnSpPr>
            <a:cxnSpLocks/>
          </p:cNvCxnSpPr>
          <p:nvPr/>
        </p:nvCxnSpPr>
        <p:spPr>
          <a:xfrm>
            <a:off x="10878059" y="1761068"/>
            <a:ext cx="0" cy="594783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0C3B0CF-2231-4B1A-AEC3-1D753F02AE55}"/>
              </a:ext>
            </a:extLst>
          </p:cNvPr>
          <p:cNvSpPr txBox="1"/>
          <p:nvPr/>
        </p:nvSpPr>
        <p:spPr>
          <a:xfrm>
            <a:off x="3610080" y="5154625"/>
            <a:ext cx="671979" cy="246221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913034">
              <a:defRPr/>
            </a:pPr>
            <a:r>
              <a:rPr lang="en-US" altLang="zh-CN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dirty="0">
                <a:solidFill>
                  <a:prstClr val="white"/>
                </a:solidFill>
                <a:latin typeface="+mn-ea"/>
                <a:ea typeface="+mn-ea"/>
                <a:cs typeface="+mn-ea"/>
                <a:sym typeface="+mn-lt"/>
              </a:rPr>
              <a:t>类</a:t>
            </a: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BB3A9540-47E2-48E6-BE90-9EA2E1DE737B}"/>
              </a:ext>
            </a:extLst>
          </p:cNvPr>
          <p:cNvSpPr/>
          <p:nvPr/>
        </p:nvSpPr>
        <p:spPr>
          <a:xfrm>
            <a:off x="3371056" y="4587877"/>
            <a:ext cx="231775" cy="729186"/>
          </a:xfrm>
          <a:custGeom>
            <a:avLst/>
            <a:gdLst>
              <a:gd name="connsiteX0" fmla="*/ 0 w 260350"/>
              <a:gd name="connsiteY0" fmla="*/ 0 h 428625"/>
              <a:gd name="connsiteX1" fmla="*/ 0 w 260350"/>
              <a:gd name="connsiteY1" fmla="*/ 428625 h 428625"/>
              <a:gd name="connsiteX2" fmla="*/ 260350 w 260350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350" h="428625">
                <a:moveTo>
                  <a:pt x="0" y="0"/>
                </a:moveTo>
                <a:lnTo>
                  <a:pt x="0" y="428625"/>
                </a:lnTo>
                <a:lnTo>
                  <a:pt x="260350" y="428625"/>
                </a:lnTo>
              </a:path>
            </a:pathLst>
          </a:cu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2378DAB-2A25-4E67-8658-76319348FB41}"/>
              </a:ext>
            </a:extLst>
          </p:cNvPr>
          <p:cNvCxnSpPr>
            <a:cxnSpLocks/>
          </p:cNvCxnSpPr>
          <p:nvPr/>
        </p:nvCxnSpPr>
        <p:spPr>
          <a:xfrm>
            <a:off x="10878059" y="4618567"/>
            <a:ext cx="0" cy="540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BD43CFD-58FE-4BD4-A5C2-C01767CF51D5}"/>
              </a:ext>
            </a:extLst>
          </p:cNvPr>
          <p:cNvSpPr txBox="1"/>
          <p:nvPr/>
        </p:nvSpPr>
        <p:spPr>
          <a:xfrm>
            <a:off x="972122" y="4045980"/>
            <a:ext cx="723275" cy="1336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4034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3328F7E-4FF4-490C-8776-3EC802C1496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0" name="矩形 39">
              <a:hlinkClick r:id="rId3" action="ppaction://hlinksldjump"/>
              <a:extLst>
                <a:ext uri="{FF2B5EF4-FFF2-40B4-BE49-F238E27FC236}">
                  <a16:creationId xmlns:a16="http://schemas.microsoft.com/office/drawing/2014/main" id="{C6B25963-EC6A-4283-9447-46482F299574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2" name="直接连接符 41">
              <a:hlinkClick r:id="rId3" action="ppaction://hlinksldjump"/>
              <a:extLst>
                <a:ext uri="{FF2B5EF4-FFF2-40B4-BE49-F238E27FC236}">
                  <a16:creationId xmlns:a16="http://schemas.microsoft.com/office/drawing/2014/main" id="{3486ECC4-F546-49C6-87B4-0AE78B3EFA6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4045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5ECA3B3-212E-4389-A54B-188D18AC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1" y="262300"/>
            <a:ext cx="11160000" cy="360000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多色系配色案例</a:t>
            </a:r>
            <a:r>
              <a:rPr lang="en-US" altLang="zh-CN" dirty="0">
                <a:latin typeface="+mn-ea"/>
                <a:ea typeface="+mn-ea"/>
              </a:rPr>
              <a:t>3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273B38-7139-4785-8CAD-A278CF130E4A}"/>
              </a:ext>
            </a:extLst>
          </p:cNvPr>
          <p:cNvSpPr/>
          <p:nvPr/>
        </p:nvSpPr>
        <p:spPr>
          <a:xfrm>
            <a:off x="8868632" y="914269"/>
            <a:ext cx="2808000" cy="5251581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7885" indent="-287885" algn="just" defTabSz="914112">
              <a:lnSpc>
                <a:spcPct val="125000"/>
              </a:lnSpc>
              <a:spcAft>
                <a:spcPts val="800"/>
              </a:spcAft>
              <a:buFont typeface="+mj-ea"/>
              <a:buAutoNum type="ea1JpnChsDbPeriod"/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+mn-ea"/>
              </a:rPr>
              <a:t>这里是标题：</a:t>
            </a:r>
            <a:endParaRPr lang="zh-CN" altLang="en-US" sz="1000" kern="0" dirty="0">
              <a:solidFill>
                <a:srgbClr val="1D1D1A"/>
              </a:solidFill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这里为内容区域样式这里为内容区域样式，这里为内容区域样式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这里为内容区域样式，这里为内容区域样式，这里为内容区域样式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000" dirty="0">
              <a:solidFill>
                <a:schemeClr val="accent1"/>
              </a:solidFill>
              <a:latin typeface="+mn-ea"/>
            </a:endParaRPr>
          </a:p>
          <a:p>
            <a:pPr marL="287885" indent="-287885" algn="just" defTabSz="914112">
              <a:lnSpc>
                <a:spcPct val="125000"/>
              </a:lnSpc>
              <a:spcAft>
                <a:spcPts val="800"/>
              </a:spcAft>
              <a:buFont typeface="+mj-ea"/>
              <a:buAutoNum type="ea1JpnChsDbPeriod" startAt="2"/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+mn-ea"/>
              </a:rPr>
              <a:t>这里是标题：</a:t>
            </a:r>
            <a:endParaRPr lang="zh-CN" altLang="en-US" sz="1000" kern="0" dirty="0">
              <a:solidFill>
                <a:srgbClr val="1D1D1A"/>
              </a:solidFill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这里为内容区域样式这里为内容区域样式，这里为内容区域样式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这里为内容区域样式，这里为内容区域样式，这里为内容区域样式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000" dirty="0">
              <a:latin typeface="+mn-ea"/>
            </a:endParaRPr>
          </a:p>
          <a:p>
            <a:pPr marL="287885" indent="-287885" algn="just" defTabSz="914112">
              <a:lnSpc>
                <a:spcPct val="125000"/>
              </a:lnSpc>
              <a:spcAft>
                <a:spcPts val="800"/>
              </a:spcAft>
              <a:buFont typeface="+mj-ea"/>
              <a:buAutoNum type="ea1JpnChsDbPeriod" startAt="3"/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+mn-ea"/>
              </a:rPr>
              <a:t>这里是标题：</a:t>
            </a:r>
            <a:endParaRPr lang="zh-CN" altLang="en-US" sz="1000" kern="0" dirty="0">
              <a:solidFill>
                <a:srgbClr val="1D1D1A"/>
              </a:solidFill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这里为内容区域样式，这里为内容区域样式，这里为内容区域样式</a:t>
            </a:r>
            <a:endParaRPr lang="en-US" altLang="zh-CN" sz="10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948853-33AF-4E10-978A-063007015E6C}"/>
              </a:ext>
            </a:extLst>
          </p:cNvPr>
          <p:cNvSpPr/>
          <p:nvPr/>
        </p:nvSpPr>
        <p:spPr>
          <a:xfrm>
            <a:off x="515296" y="914269"/>
            <a:ext cx="3778526" cy="215916"/>
          </a:xfrm>
          <a:prstGeom prst="rect">
            <a:avLst/>
          </a:prstGeom>
          <a:gradFill>
            <a:gsLst>
              <a:gs pos="4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4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0" rIns="14394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spcAft>
                <a:spcPts val="300"/>
              </a:spcAft>
              <a:defRPr/>
            </a:pPr>
            <a:r>
              <a:rPr lang="zh-CN" altLang="en-US" sz="1100" b="1" kern="0" dirty="0">
                <a:solidFill>
                  <a:srgbClr val="FFFFFF"/>
                </a:solidFill>
                <a:latin typeface="+mn-ea"/>
              </a:rPr>
              <a:t>这里是小标题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43EFBD-3BCD-4B9B-B8C2-875DCED56795}"/>
              </a:ext>
            </a:extLst>
          </p:cNvPr>
          <p:cNvSpPr/>
          <p:nvPr/>
        </p:nvSpPr>
        <p:spPr>
          <a:xfrm flipH="1">
            <a:off x="4877232" y="914269"/>
            <a:ext cx="3780000" cy="215916"/>
          </a:xfrm>
          <a:prstGeom prst="rect">
            <a:avLst/>
          </a:prstGeom>
          <a:gradFill>
            <a:gsLst>
              <a:gs pos="4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4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0" rIns="14394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spcAft>
                <a:spcPts val="300"/>
              </a:spcAft>
              <a:defRPr/>
            </a:pPr>
            <a:r>
              <a:rPr lang="zh-CN" altLang="en-US" sz="1100" b="1" kern="0" dirty="0">
                <a:solidFill>
                  <a:srgbClr val="FFFFFF"/>
                </a:solidFill>
                <a:latin typeface="+mn-ea"/>
              </a:rPr>
              <a:t>这里是小标题</a:t>
            </a:r>
          </a:p>
        </p:txBody>
      </p: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6BB7734E-B73B-4706-A578-A6696A63097C}"/>
              </a:ext>
            </a:extLst>
          </p:cNvPr>
          <p:cNvGrpSpPr/>
          <p:nvPr/>
        </p:nvGrpSpPr>
        <p:grpSpPr>
          <a:xfrm>
            <a:off x="3796830" y="1739901"/>
            <a:ext cx="1587568" cy="1315683"/>
            <a:chOff x="3846786" y="1739901"/>
            <a:chExt cx="1587568" cy="1315683"/>
          </a:xfrm>
        </p:grpSpPr>
        <p:sp>
          <p:nvSpPr>
            <p:cNvPr id="4" name="弧形 3">
              <a:extLst>
                <a:ext uri="{FF2B5EF4-FFF2-40B4-BE49-F238E27FC236}">
                  <a16:creationId xmlns:a16="http://schemas.microsoft.com/office/drawing/2014/main" id="{BCB99BA1-C413-47BA-9DD7-342C862A2293}"/>
                </a:ext>
              </a:extLst>
            </p:cNvPr>
            <p:cNvSpPr/>
            <p:nvPr/>
          </p:nvSpPr>
          <p:spPr>
            <a:xfrm>
              <a:off x="3846786" y="2079816"/>
              <a:ext cx="1587568" cy="875802"/>
            </a:xfrm>
            <a:prstGeom prst="arc">
              <a:avLst>
                <a:gd name="adj1" fmla="val 10796196"/>
                <a:gd name="adj2" fmla="val 21471146"/>
              </a:avLst>
            </a:prstGeom>
            <a:noFill/>
            <a:ln w="25400" cap="flat" cmpd="sng" algn="ctr">
              <a:solidFill>
                <a:srgbClr val="61B230">
                  <a:lumMod val="75000"/>
                </a:srgbClr>
              </a:solidFill>
              <a:prstDash val="solid"/>
              <a:miter lim="800000"/>
              <a:headEnd type="none" w="sm" len="lg"/>
              <a:tailEnd type="none" w="sm" len="lg"/>
            </a:ln>
            <a:effectLst/>
          </p:spPr>
          <p:txBody>
            <a:bodyPr rtlCol="0" anchor="ctr"/>
            <a:lstStyle/>
            <a:p>
              <a:pPr algn="ctr" defTabSz="914112">
                <a:defRPr/>
              </a:pPr>
              <a:endParaRPr lang="zh-CN" altLang="en-US" sz="1799" kern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5" name="弧形 4">
              <a:extLst>
                <a:ext uri="{FF2B5EF4-FFF2-40B4-BE49-F238E27FC236}">
                  <a16:creationId xmlns:a16="http://schemas.microsoft.com/office/drawing/2014/main" id="{47D67D33-56A1-42BB-BF2F-1A2BBA9B8433}"/>
                </a:ext>
              </a:extLst>
            </p:cNvPr>
            <p:cNvSpPr/>
            <p:nvPr/>
          </p:nvSpPr>
          <p:spPr>
            <a:xfrm>
              <a:off x="3927908" y="2179782"/>
              <a:ext cx="1425325" cy="875802"/>
            </a:xfrm>
            <a:prstGeom prst="arc">
              <a:avLst>
                <a:gd name="adj1" fmla="val 10796196"/>
                <a:gd name="adj2" fmla="val 21471146"/>
              </a:avLst>
            </a:prstGeom>
            <a:noFill/>
            <a:ln w="25400" cap="flat" cmpd="sng" algn="ctr">
              <a:solidFill>
                <a:srgbClr val="61B230">
                  <a:lumMod val="75000"/>
                </a:srgbClr>
              </a:solidFill>
              <a:prstDash val="solid"/>
              <a:miter lim="800000"/>
              <a:headEnd type="none" w="sm" len="lg"/>
              <a:tailEnd type="none" w="sm" len="lg"/>
            </a:ln>
            <a:effectLst/>
          </p:spPr>
          <p:txBody>
            <a:bodyPr rtlCol="0" anchor="ctr"/>
            <a:lstStyle/>
            <a:p>
              <a:pPr algn="ctr" defTabSz="914112">
                <a:defRPr/>
              </a:pPr>
              <a:endParaRPr lang="zh-CN" altLang="en-US" sz="1799" kern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7BC6E808-DA76-4A66-AC2D-08F2984905AD}"/>
                </a:ext>
              </a:extLst>
            </p:cNvPr>
            <p:cNvSpPr/>
            <p:nvPr/>
          </p:nvSpPr>
          <p:spPr>
            <a:xfrm>
              <a:off x="4534983" y="1739901"/>
              <a:ext cx="211174" cy="80378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6350" cap="flat" cmpd="sng" algn="ctr">
              <a:solidFill>
                <a:schemeClr val="accent5">
                  <a:lumMod val="75000"/>
                </a:schemeClr>
              </a:solidFill>
              <a:prstDash val="solid"/>
            </a:ln>
            <a:effectLst/>
          </p:spPr>
          <p:txBody>
            <a:bodyPr vert="eaVert" wrap="none" lIns="35986" tIns="71972" rIns="35986" bIns="71972" rtlCol="0" anchor="ctr"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900" b="1" kern="0" spc="300" dirty="0">
                  <a:solidFill>
                    <a:srgbClr val="61B230">
                      <a:lumMod val="75000"/>
                    </a:srgbClr>
                  </a:solidFill>
                  <a:latin typeface="+mn-ea"/>
                </a:rPr>
                <a:t>这是标题</a:t>
              </a:r>
            </a:p>
          </p:txBody>
        </p:sp>
      </p:grpSp>
      <p:sp>
        <p:nvSpPr>
          <p:cNvPr id="133" name="矩形 132">
            <a:extLst>
              <a:ext uri="{FF2B5EF4-FFF2-40B4-BE49-F238E27FC236}">
                <a16:creationId xmlns:a16="http://schemas.microsoft.com/office/drawing/2014/main" id="{8DED7DAC-7CED-47C3-8E03-BE08CC810F9B}"/>
              </a:ext>
            </a:extLst>
          </p:cNvPr>
          <p:cNvSpPr/>
          <p:nvPr/>
        </p:nvSpPr>
        <p:spPr>
          <a:xfrm>
            <a:off x="4513670" y="2646489"/>
            <a:ext cx="153888" cy="564257"/>
          </a:xfrm>
          <a:prstGeom prst="rect">
            <a:avLst/>
          </a:prstGeom>
        </p:spPr>
        <p:txBody>
          <a:bodyPr vert="eaVert" wrap="none" lIns="0" tIns="0" rIns="0" bIns="0">
            <a:spAutoFit/>
          </a:bodyPr>
          <a:lstStyle/>
          <a:p>
            <a:pPr defTabSz="914112">
              <a:defRPr/>
            </a:pPr>
            <a:r>
              <a:rPr lang="zh-CN" altLang="en-US" sz="1000" b="1" spc="100" dirty="0">
                <a:solidFill>
                  <a:srgbClr val="C00000"/>
                </a:solidFill>
                <a:latin typeface="+mn-ea"/>
              </a:rPr>
              <a:t>这是标题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62ABC2-F86E-422C-BCD9-04AD275610E3}"/>
              </a:ext>
            </a:extLst>
          </p:cNvPr>
          <p:cNvSpPr/>
          <p:nvPr/>
        </p:nvSpPr>
        <p:spPr>
          <a:xfrm>
            <a:off x="523461" y="1238403"/>
            <a:ext cx="3744000" cy="4927548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71972" rIns="143944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r>
              <a:rPr lang="zh-CN" altLang="en-US" sz="1000" b="1" kern="0" dirty="0">
                <a:solidFill>
                  <a:srgbClr val="000000"/>
                </a:solidFill>
                <a:latin typeface="+mn-ea"/>
              </a:rPr>
              <a:t>小标题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6F251F-FDEC-4E1C-8600-EB94A5D6122B}"/>
              </a:ext>
            </a:extLst>
          </p:cNvPr>
          <p:cNvSpPr/>
          <p:nvPr/>
        </p:nvSpPr>
        <p:spPr>
          <a:xfrm>
            <a:off x="661988" y="1604007"/>
            <a:ext cx="3455987" cy="1151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4000" tIns="71972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</a:rPr>
              <a:t>标题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47EBB6-9312-4A20-A5B0-120875F297D6}"/>
              </a:ext>
            </a:extLst>
          </p:cNvPr>
          <p:cNvSpPr/>
          <p:nvPr/>
        </p:nvSpPr>
        <p:spPr>
          <a:xfrm>
            <a:off x="661987" y="2916696"/>
            <a:ext cx="3456000" cy="312215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endParaRPr lang="zh-CN" altLang="en-US" sz="80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6F8A8E-652B-494D-A686-6C85F766F5BA}"/>
              </a:ext>
            </a:extLst>
          </p:cNvPr>
          <p:cNvSpPr/>
          <p:nvPr/>
        </p:nvSpPr>
        <p:spPr>
          <a:xfrm>
            <a:off x="806450" y="4513114"/>
            <a:ext cx="3203575" cy="137598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1972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</a:rPr>
              <a:t>标题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D83FE3-6FF9-44BA-A315-6393A3BD64AD}"/>
              </a:ext>
            </a:extLst>
          </p:cNvPr>
          <p:cNvSpPr/>
          <p:nvPr/>
        </p:nvSpPr>
        <p:spPr>
          <a:xfrm>
            <a:off x="914401" y="4904271"/>
            <a:ext cx="1008000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512750-7343-4034-99C3-CFE59F425F3C}"/>
              </a:ext>
            </a:extLst>
          </p:cNvPr>
          <p:cNvSpPr/>
          <p:nvPr/>
        </p:nvSpPr>
        <p:spPr>
          <a:xfrm>
            <a:off x="2025236" y="4904271"/>
            <a:ext cx="1876839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F4B093-CFF5-46F7-8097-D005C2A6552C}"/>
              </a:ext>
            </a:extLst>
          </p:cNvPr>
          <p:cNvSpPr/>
          <p:nvPr/>
        </p:nvSpPr>
        <p:spPr>
          <a:xfrm>
            <a:off x="1022401" y="5060824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96F638A-333C-4251-A584-C6B1774362C4}"/>
              </a:ext>
            </a:extLst>
          </p:cNvPr>
          <p:cNvSpPr/>
          <p:nvPr/>
        </p:nvSpPr>
        <p:spPr>
          <a:xfrm>
            <a:off x="1022401" y="5316991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43D3C2-2473-4145-8291-5A44D876BF9C}"/>
              </a:ext>
            </a:extLst>
          </p:cNvPr>
          <p:cNvSpPr/>
          <p:nvPr/>
        </p:nvSpPr>
        <p:spPr>
          <a:xfrm>
            <a:off x="2113462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7CA692-8231-4AE7-9B5D-6552D7C0F4CF}"/>
              </a:ext>
            </a:extLst>
          </p:cNvPr>
          <p:cNvSpPr/>
          <p:nvPr/>
        </p:nvSpPr>
        <p:spPr>
          <a:xfrm>
            <a:off x="2113462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398700-F070-4BF0-8F17-DFA5DEF55E26}"/>
              </a:ext>
            </a:extLst>
          </p:cNvPr>
          <p:cNvSpPr/>
          <p:nvPr/>
        </p:nvSpPr>
        <p:spPr>
          <a:xfrm>
            <a:off x="3021849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054C802-E5F6-4799-A6BA-FE345D832D44}"/>
              </a:ext>
            </a:extLst>
          </p:cNvPr>
          <p:cNvSpPr/>
          <p:nvPr/>
        </p:nvSpPr>
        <p:spPr>
          <a:xfrm>
            <a:off x="3021849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C1FC9C0-6938-4601-AC9A-EEE1D0E78EBF}"/>
              </a:ext>
            </a:extLst>
          </p:cNvPr>
          <p:cNvSpPr/>
          <p:nvPr/>
        </p:nvSpPr>
        <p:spPr>
          <a:xfrm>
            <a:off x="810312" y="1963867"/>
            <a:ext cx="1440000" cy="719719"/>
          </a:xfrm>
          <a:prstGeom prst="rect">
            <a:avLst/>
          </a:prstGeom>
          <a:solidFill>
            <a:schemeClr val="accent5">
              <a:alpha val="7000"/>
            </a:schemeClr>
          </a:solidFill>
          <a:ln w="6350" cap="flat" cmpd="sng" algn="ctr">
            <a:solidFill>
              <a:schemeClr val="accent5">
                <a:lumMod val="75000"/>
                <a:alpha val="4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925EB8E-65EC-410A-9943-2ACFAA926889}"/>
              </a:ext>
            </a:extLst>
          </p:cNvPr>
          <p:cNvSpPr/>
          <p:nvPr/>
        </p:nvSpPr>
        <p:spPr>
          <a:xfrm>
            <a:off x="918312" y="2196977"/>
            <a:ext cx="1224000" cy="1799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chemeClr val="accent5">
                <a:lumMod val="75000"/>
                <a:alpha val="67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00" kern="0" dirty="0">
                <a:solidFill>
                  <a:srgbClr val="61B230">
                    <a:lumMod val="50000"/>
                  </a:srgbClr>
                </a:solidFill>
                <a:latin typeface="+mn-ea"/>
              </a:rPr>
              <a:t>内容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59409FB-8846-4C82-929F-75D5F676F18D}"/>
              </a:ext>
            </a:extLst>
          </p:cNvPr>
          <p:cNvSpPr/>
          <p:nvPr/>
        </p:nvSpPr>
        <p:spPr>
          <a:xfrm>
            <a:off x="918312" y="2425420"/>
            <a:ext cx="1224000" cy="1799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chemeClr val="accent5">
                <a:lumMod val="75000"/>
                <a:alpha val="67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00" kern="0" dirty="0">
                <a:solidFill>
                  <a:srgbClr val="61B230">
                    <a:lumMod val="50000"/>
                  </a:srgbClr>
                </a:solidFill>
                <a:latin typeface="+mn-ea"/>
              </a:rPr>
              <a:t>内容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5F210E09-7BFC-4C1C-98A3-7E8E5707427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36" y="4804657"/>
            <a:ext cx="179930" cy="17993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8762913-F541-4875-A9C7-7B85A07556A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49" y="4804657"/>
            <a:ext cx="179930" cy="17993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61B72F92-2984-4752-B2E6-CDDCA38A2B0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04" y="4804657"/>
            <a:ext cx="179930" cy="17993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0AA4AD04-DF9E-421F-BAF4-B3D251A1621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98" y="4804657"/>
            <a:ext cx="179930" cy="17993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A7F5C7BF-F690-435D-AD5C-3BA750FEA99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04" y="4317777"/>
            <a:ext cx="179930" cy="17993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DCF2735E-AD28-4627-B226-C0FA82F03FA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98" y="4317777"/>
            <a:ext cx="179930" cy="17993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DECE720C-0AC0-4A49-9AB8-9D4C2283263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04" y="3120781"/>
            <a:ext cx="179930" cy="179930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92725F91-21D5-4F11-B717-E105B87E7F8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98" y="3120781"/>
            <a:ext cx="179930" cy="179930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2775064D-02E7-4A79-8839-87D39C1C7FAA}"/>
              </a:ext>
            </a:extLst>
          </p:cNvPr>
          <p:cNvSpPr/>
          <p:nvPr/>
        </p:nvSpPr>
        <p:spPr>
          <a:xfrm>
            <a:off x="3483213" y="3074236"/>
            <a:ext cx="115417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+mn-ea"/>
              </a:rPr>
              <a:t>XX</a:t>
            </a:r>
            <a:endParaRPr lang="zh-CN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E441871-669C-4C5B-8F70-81A3003B4755}"/>
              </a:ext>
            </a:extLst>
          </p:cNvPr>
          <p:cNvSpPr/>
          <p:nvPr/>
        </p:nvSpPr>
        <p:spPr>
          <a:xfrm>
            <a:off x="2811207" y="4369545"/>
            <a:ext cx="229140" cy="10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+mn-ea"/>
              </a:rPr>
              <a:t>Core </a:t>
            </a:r>
            <a:endParaRPr lang="zh-CN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221E791-EBAA-41EB-AA34-8C4AEBA2AD8F}"/>
              </a:ext>
            </a:extLst>
          </p:cNvPr>
          <p:cNvSpPr/>
          <p:nvPr/>
        </p:nvSpPr>
        <p:spPr>
          <a:xfrm>
            <a:off x="2432358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700" kern="0" dirty="0">
                <a:solidFill>
                  <a:prstClr val="black"/>
                </a:solidFill>
                <a:latin typeface="+mn-ea"/>
              </a:rPr>
              <a:t>XX</a:t>
            </a:r>
            <a:endParaRPr lang="zh-CN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BE2AB2A-600B-4AD6-8504-AAC6DC95A94E}"/>
              </a:ext>
            </a:extLst>
          </p:cNvPr>
          <p:cNvSpPr/>
          <p:nvPr/>
        </p:nvSpPr>
        <p:spPr>
          <a:xfrm>
            <a:off x="3298323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+mn-ea"/>
              </a:rPr>
              <a:t>XX</a:t>
            </a:r>
            <a:endParaRPr lang="zh-CN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D9C6DAB-9333-4438-A1AA-80E4AD4CDDC2}"/>
              </a:ext>
            </a:extLst>
          </p:cNvPr>
          <p:cNvSpPr/>
          <p:nvPr/>
        </p:nvSpPr>
        <p:spPr>
          <a:xfrm>
            <a:off x="2865340" y="2145718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700" kern="0" dirty="0">
                <a:solidFill>
                  <a:prstClr val="black"/>
                </a:solidFill>
                <a:latin typeface="+mn-ea"/>
              </a:rPr>
              <a:t>XX</a:t>
            </a:r>
            <a:endParaRPr lang="zh-CN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1E127C9-A75C-489B-B433-043FCF8E9A3C}"/>
              </a:ext>
            </a:extLst>
          </p:cNvPr>
          <p:cNvSpPr/>
          <p:nvPr/>
        </p:nvSpPr>
        <p:spPr>
          <a:xfrm>
            <a:off x="2865340" y="1787782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kern="0" dirty="0">
                <a:solidFill>
                  <a:prstClr val="black"/>
                </a:solidFill>
                <a:latin typeface="+mn-ea"/>
              </a:rPr>
              <a:t>XX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AECBD94B-46CA-45CD-B72F-6894832745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07485" y="2521648"/>
            <a:ext cx="143944" cy="143944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EC57FA77-D82D-4244-A027-7C68A399C4E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41996" y="2521648"/>
            <a:ext cx="143944" cy="143944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DD9DC3E0-5707-4F40-946D-E1A2089C83F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4835" y="2521648"/>
            <a:ext cx="143944" cy="14394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FFE9CE19-3ECA-4368-9119-E948BE9186F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89346" y="2521648"/>
            <a:ext cx="143944" cy="143944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CD574F99-3614-489D-AD0D-A1C329F226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46262" y="2163711"/>
            <a:ext cx="143944" cy="143944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386CB4F8-3818-4525-9C03-78992D7D2FC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3" y="2163711"/>
            <a:ext cx="143944" cy="143944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6FB25107-2A14-488D-AB61-B4A48830949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46262" y="1805775"/>
            <a:ext cx="143944" cy="14394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BBD1A869-5A38-4FEE-82BC-F67671DD73F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3" y="1805775"/>
            <a:ext cx="143944" cy="143944"/>
          </a:xfrm>
          <a:prstGeom prst="rect">
            <a:avLst/>
          </a:prstGeom>
        </p:spPr>
      </p:pic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81DC049A-C8EF-4180-B040-E0B1AA2F4BCA}"/>
              </a:ext>
            </a:extLst>
          </p:cNvPr>
          <p:cNvCxnSpPr>
            <a:cxnSpLocks/>
            <a:stCxn id="68" idx="2"/>
            <a:endCxn id="67" idx="0"/>
          </p:cNvCxnSpPr>
          <p:nvPr/>
        </p:nvCxnSpPr>
        <p:spPr>
          <a:xfrm>
            <a:off x="3225200" y="1967712"/>
            <a:ext cx="0" cy="178006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2B016BC7-F9F4-4581-A246-6DD1B5A26FA7}"/>
              </a:ext>
            </a:extLst>
          </p:cNvPr>
          <p:cNvCxnSpPr>
            <a:cxnSpLocks/>
            <a:stCxn id="67" idx="2"/>
            <a:endCxn id="65" idx="0"/>
          </p:cNvCxnSpPr>
          <p:nvPr/>
        </p:nvCxnSpPr>
        <p:spPr>
          <a:xfrm flipH="1">
            <a:off x="2792218" y="2325648"/>
            <a:ext cx="432982" cy="178007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6FFB5DBB-7D2C-478C-98FD-247739B6688D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3225200" y="2325648"/>
            <a:ext cx="432983" cy="178007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2CD333EF-13D1-4091-AECE-CF2D31FA6EED}"/>
              </a:ext>
            </a:extLst>
          </p:cNvPr>
          <p:cNvCxnSpPr>
            <a:cxnSpLocks/>
            <a:stCxn id="65" idx="2"/>
            <a:endCxn id="147" idx="3"/>
          </p:cNvCxnSpPr>
          <p:nvPr/>
        </p:nvCxnSpPr>
        <p:spPr>
          <a:xfrm flipH="1">
            <a:off x="2459358" y="2683585"/>
            <a:ext cx="332860" cy="527161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4F326DDA-0C87-4375-9576-B5471D1B5957}"/>
              </a:ext>
            </a:extLst>
          </p:cNvPr>
          <p:cNvCxnSpPr>
            <a:cxnSpLocks/>
            <a:stCxn id="65" idx="2"/>
            <a:endCxn id="148" idx="3"/>
          </p:cNvCxnSpPr>
          <p:nvPr/>
        </p:nvCxnSpPr>
        <p:spPr>
          <a:xfrm flipH="1">
            <a:off x="2459358" y="2683585"/>
            <a:ext cx="332860" cy="814524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B035ED5E-2157-44C0-BB5C-A0EBF65EAAB5}"/>
              </a:ext>
            </a:extLst>
          </p:cNvPr>
          <p:cNvCxnSpPr>
            <a:cxnSpLocks/>
            <a:stCxn id="66" idx="2"/>
            <a:endCxn id="147" idx="3"/>
          </p:cNvCxnSpPr>
          <p:nvPr/>
        </p:nvCxnSpPr>
        <p:spPr>
          <a:xfrm flipH="1">
            <a:off x="2459358" y="2683585"/>
            <a:ext cx="1198825" cy="527161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3A02201F-6CC2-4E1E-8790-7BC4F0E47173}"/>
              </a:ext>
            </a:extLst>
          </p:cNvPr>
          <p:cNvCxnSpPr>
            <a:cxnSpLocks/>
            <a:stCxn id="57" idx="2"/>
            <a:endCxn id="148" idx="3"/>
          </p:cNvCxnSpPr>
          <p:nvPr/>
        </p:nvCxnSpPr>
        <p:spPr>
          <a:xfrm flipH="1">
            <a:off x="2459358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41DD7021-9923-4F10-9574-F95AB855C881}"/>
              </a:ext>
            </a:extLst>
          </p:cNvPr>
          <p:cNvCxnSpPr>
            <a:cxnSpLocks/>
            <a:stCxn id="57" idx="2"/>
            <a:endCxn id="147" idx="3"/>
          </p:cNvCxnSpPr>
          <p:nvPr/>
        </p:nvCxnSpPr>
        <p:spPr>
          <a:xfrm flipH="1" flipV="1">
            <a:off x="2459358" y="3210746"/>
            <a:ext cx="789011" cy="89965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F0E7E910-F5C5-48A4-A564-78101B1D6EAE}"/>
              </a:ext>
            </a:extLst>
          </p:cNvPr>
          <p:cNvCxnSpPr>
            <a:cxnSpLocks/>
            <a:stCxn id="58" idx="2"/>
            <a:endCxn id="147" idx="3"/>
          </p:cNvCxnSpPr>
          <p:nvPr/>
        </p:nvCxnSpPr>
        <p:spPr>
          <a:xfrm flipH="1" flipV="1">
            <a:off x="2459358" y="3210746"/>
            <a:ext cx="1327105" cy="89965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38C06FD-2D53-4867-B515-CF836931ECD5}"/>
              </a:ext>
            </a:extLst>
          </p:cNvPr>
          <p:cNvCxnSpPr>
            <a:cxnSpLocks/>
            <a:stCxn id="58" idx="2"/>
            <a:endCxn id="148" idx="3"/>
          </p:cNvCxnSpPr>
          <p:nvPr/>
        </p:nvCxnSpPr>
        <p:spPr>
          <a:xfrm flipH="1">
            <a:off x="2459358" y="3300711"/>
            <a:ext cx="1327105" cy="197398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5FDEDA58-E287-4C0A-A928-9FA03A6284E7}"/>
              </a:ext>
            </a:extLst>
          </p:cNvPr>
          <p:cNvCxnSpPr>
            <a:cxnSpLocks/>
            <a:stCxn id="57" idx="2"/>
            <a:endCxn id="148" idx="3"/>
          </p:cNvCxnSpPr>
          <p:nvPr/>
        </p:nvCxnSpPr>
        <p:spPr>
          <a:xfrm flipH="1">
            <a:off x="2459358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95172875-07AF-4864-A17B-E35AB126EADD}"/>
              </a:ext>
            </a:extLst>
          </p:cNvPr>
          <p:cNvCxnSpPr>
            <a:cxnSpLocks/>
            <a:stCxn id="58" idx="2"/>
            <a:endCxn id="54" idx="0"/>
          </p:cNvCxnSpPr>
          <p:nvPr/>
        </p:nvCxnSpPr>
        <p:spPr>
          <a:xfrm>
            <a:off x="3786463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6DA9B13-66FF-41D0-A11C-062AE76E0F9F}"/>
              </a:ext>
            </a:extLst>
          </p:cNvPr>
          <p:cNvCxnSpPr>
            <a:cxnSpLocks/>
            <a:stCxn id="57" idx="2"/>
            <a:endCxn id="53" idx="0"/>
          </p:cNvCxnSpPr>
          <p:nvPr/>
        </p:nvCxnSpPr>
        <p:spPr>
          <a:xfrm>
            <a:off x="3248369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540F84E4-196B-4449-889C-D2C935192322}"/>
              </a:ext>
            </a:extLst>
          </p:cNvPr>
          <p:cNvSpPr/>
          <p:nvPr/>
        </p:nvSpPr>
        <p:spPr>
          <a:xfrm>
            <a:off x="810312" y="3814269"/>
            <a:ext cx="1440000" cy="540000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pic>
        <p:nvPicPr>
          <p:cNvPr id="136" name="图片 135">
            <a:extLst>
              <a:ext uri="{FF2B5EF4-FFF2-40B4-BE49-F238E27FC236}">
                <a16:creationId xmlns:a16="http://schemas.microsoft.com/office/drawing/2014/main" id="{2BDE8072-6389-4E6C-9114-A666F417EED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3896015"/>
            <a:ext cx="179930" cy="179930"/>
          </a:xfrm>
          <a:prstGeom prst="rect">
            <a:avLst/>
          </a:prstGeom>
        </p:spPr>
      </p:pic>
      <p:pic>
        <p:nvPicPr>
          <p:cNvPr id="137" name="图片 136">
            <a:extLst>
              <a:ext uri="{FF2B5EF4-FFF2-40B4-BE49-F238E27FC236}">
                <a16:creationId xmlns:a16="http://schemas.microsoft.com/office/drawing/2014/main" id="{F4583C39-6190-4A6F-97A4-90CFB908CAD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4120735"/>
            <a:ext cx="179930" cy="179930"/>
          </a:xfrm>
          <a:prstGeom prst="rect">
            <a:avLst/>
          </a:prstGeom>
        </p:spPr>
      </p:pic>
      <p:sp>
        <p:nvSpPr>
          <p:cNvPr id="138" name="矩形 137">
            <a:extLst>
              <a:ext uri="{FF2B5EF4-FFF2-40B4-BE49-F238E27FC236}">
                <a16:creationId xmlns:a16="http://schemas.microsoft.com/office/drawing/2014/main" id="{8438FC32-2E6A-4ED1-9B02-7D8A806F7F57}"/>
              </a:ext>
            </a:extLst>
          </p:cNvPr>
          <p:cNvSpPr/>
          <p:nvPr/>
        </p:nvSpPr>
        <p:spPr>
          <a:xfrm>
            <a:off x="914401" y="4057439"/>
            <a:ext cx="576000" cy="16613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CE4FA71-D68B-4592-889F-A78DC17D1F85}"/>
              </a:ext>
            </a:extLst>
          </p:cNvPr>
          <p:cNvSpPr/>
          <p:nvPr/>
        </p:nvSpPr>
        <p:spPr>
          <a:xfrm>
            <a:off x="1566926" y="4057439"/>
            <a:ext cx="576000" cy="16613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9B19AC39-6DBB-44E7-B225-DC419957F538}"/>
              </a:ext>
            </a:extLst>
          </p:cNvPr>
          <p:cNvSpPr txBox="1"/>
          <p:nvPr/>
        </p:nvSpPr>
        <p:spPr>
          <a:xfrm>
            <a:off x="1427075" y="4184394"/>
            <a:ext cx="246766" cy="1538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+mn-ea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D3D3D465-B90D-4042-8C73-610078C73A41}"/>
              </a:ext>
            </a:extLst>
          </p:cNvPr>
          <p:cNvSpPr/>
          <p:nvPr/>
        </p:nvSpPr>
        <p:spPr>
          <a:xfrm>
            <a:off x="810312" y="3012812"/>
            <a:ext cx="1440000" cy="683395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pic>
        <p:nvPicPr>
          <p:cNvPr id="147" name="图片 146">
            <a:extLst>
              <a:ext uri="{FF2B5EF4-FFF2-40B4-BE49-F238E27FC236}">
                <a16:creationId xmlns:a16="http://schemas.microsoft.com/office/drawing/2014/main" id="{CE0C6CFC-EFCF-4953-B2FE-8681E1060A5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3120781"/>
            <a:ext cx="179930" cy="179930"/>
          </a:xfrm>
          <a:prstGeom prst="rect">
            <a:avLst/>
          </a:prstGeom>
        </p:spPr>
      </p:pic>
      <p:pic>
        <p:nvPicPr>
          <p:cNvPr id="148" name="图片 147">
            <a:extLst>
              <a:ext uri="{FF2B5EF4-FFF2-40B4-BE49-F238E27FC236}">
                <a16:creationId xmlns:a16="http://schemas.microsoft.com/office/drawing/2014/main" id="{03D55500-3FEB-40AE-8D1D-7F1916B6FA1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3408144"/>
            <a:ext cx="179930" cy="179930"/>
          </a:xfrm>
          <a:prstGeom prst="rect">
            <a:avLst/>
          </a:prstGeom>
        </p:spPr>
      </p:pic>
      <p:sp>
        <p:nvSpPr>
          <p:cNvPr id="143" name="矩形 142">
            <a:extLst>
              <a:ext uri="{FF2B5EF4-FFF2-40B4-BE49-F238E27FC236}">
                <a16:creationId xmlns:a16="http://schemas.microsoft.com/office/drawing/2014/main" id="{32A9BABF-7FF0-4CCB-8579-DD813AAA70A6}"/>
              </a:ext>
            </a:extLst>
          </p:cNvPr>
          <p:cNvSpPr/>
          <p:nvPr/>
        </p:nvSpPr>
        <p:spPr>
          <a:xfrm>
            <a:off x="1564530" y="3216694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E0501237-FF47-4A23-BD8D-BCBC98AE4AC7}"/>
              </a:ext>
            </a:extLst>
          </p:cNvPr>
          <p:cNvSpPr/>
          <p:nvPr/>
        </p:nvSpPr>
        <p:spPr>
          <a:xfrm>
            <a:off x="914401" y="3216694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BE4520F5-E862-44E9-A6E6-C994D332CA3B}"/>
              </a:ext>
            </a:extLst>
          </p:cNvPr>
          <p:cNvSpPr/>
          <p:nvPr/>
        </p:nvSpPr>
        <p:spPr>
          <a:xfrm>
            <a:off x="1564530" y="3444113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82352175-C3B4-4713-83F2-7BFAF1E64D1B}"/>
              </a:ext>
            </a:extLst>
          </p:cNvPr>
          <p:cNvSpPr/>
          <p:nvPr/>
        </p:nvSpPr>
        <p:spPr>
          <a:xfrm>
            <a:off x="914401" y="3444113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E21C3938-129B-40E1-820A-FDD7AB467214}"/>
              </a:ext>
            </a:extLst>
          </p:cNvPr>
          <p:cNvSpPr txBox="1"/>
          <p:nvPr/>
        </p:nvSpPr>
        <p:spPr>
          <a:xfrm>
            <a:off x="1424133" y="3541023"/>
            <a:ext cx="2468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+mn-ea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173AC55F-1DCE-40A0-A095-E1898ED6D6AC}"/>
              </a:ext>
            </a:extLst>
          </p:cNvPr>
          <p:cNvCxnSpPr>
            <a:cxnSpLocks/>
            <a:stCxn id="58" idx="2"/>
            <a:endCxn id="137" idx="3"/>
          </p:cNvCxnSpPr>
          <p:nvPr/>
        </p:nvCxnSpPr>
        <p:spPr>
          <a:xfrm flipH="1">
            <a:off x="2459358" y="3300711"/>
            <a:ext cx="1327105" cy="90998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F5BCF557-8D39-4409-A776-4BDFAA55F19E}"/>
              </a:ext>
            </a:extLst>
          </p:cNvPr>
          <p:cNvCxnSpPr>
            <a:cxnSpLocks/>
            <a:stCxn id="57" idx="2"/>
            <a:endCxn id="136" idx="3"/>
          </p:cNvCxnSpPr>
          <p:nvPr/>
        </p:nvCxnSpPr>
        <p:spPr>
          <a:xfrm flipH="1">
            <a:off x="2459358" y="3300711"/>
            <a:ext cx="789011" cy="68526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1581682D-FD16-4580-AE03-B7E462FB90AB}"/>
              </a:ext>
            </a:extLst>
          </p:cNvPr>
          <p:cNvCxnSpPr>
            <a:cxnSpLocks/>
            <a:stCxn id="58" idx="2"/>
            <a:endCxn id="136" idx="3"/>
          </p:cNvCxnSpPr>
          <p:nvPr/>
        </p:nvCxnSpPr>
        <p:spPr>
          <a:xfrm flipH="1">
            <a:off x="2459358" y="3300711"/>
            <a:ext cx="1327105" cy="68526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CBCECB58-ADF8-42F5-BB76-B0AE823DC949}"/>
              </a:ext>
            </a:extLst>
          </p:cNvPr>
          <p:cNvCxnSpPr>
            <a:cxnSpLocks/>
            <a:stCxn id="57" idx="2"/>
            <a:endCxn id="137" idx="3"/>
          </p:cNvCxnSpPr>
          <p:nvPr/>
        </p:nvCxnSpPr>
        <p:spPr>
          <a:xfrm flipH="1">
            <a:off x="2459358" y="3300711"/>
            <a:ext cx="789011" cy="90998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4C719123-CB6C-4EBC-9C10-DA3B716C027B}"/>
              </a:ext>
            </a:extLst>
          </p:cNvPr>
          <p:cNvSpPr/>
          <p:nvPr/>
        </p:nvSpPr>
        <p:spPr>
          <a:xfrm flipH="1">
            <a:off x="4913768" y="1238302"/>
            <a:ext cx="3744000" cy="4927548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71972" rIns="143944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defRPr/>
            </a:pPr>
            <a:r>
              <a:rPr lang="zh-CN" altLang="en-US" sz="1000" b="1" kern="0" dirty="0">
                <a:solidFill>
                  <a:srgbClr val="000000"/>
                </a:solidFill>
                <a:latin typeface="+mn-ea"/>
              </a:rPr>
              <a:t>小标题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A3B8DAEF-CA2C-4398-9A48-D0EDA2FC1BDD}"/>
              </a:ext>
            </a:extLst>
          </p:cNvPr>
          <p:cNvSpPr/>
          <p:nvPr/>
        </p:nvSpPr>
        <p:spPr>
          <a:xfrm flipH="1">
            <a:off x="5058173" y="1604007"/>
            <a:ext cx="3455987" cy="1151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4000" tIns="71972" rIns="108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</a:rPr>
              <a:t>标题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5037671-8A81-4773-8910-A80C517A9349}"/>
              </a:ext>
            </a:extLst>
          </p:cNvPr>
          <p:cNvSpPr/>
          <p:nvPr/>
        </p:nvSpPr>
        <p:spPr>
          <a:xfrm flipH="1">
            <a:off x="5058161" y="2916696"/>
            <a:ext cx="3456000" cy="312215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endParaRPr lang="zh-CN" altLang="en-US" sz="80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49EB4FA9-0608-448B-B0A7-A86399FF951A}"/>
              </a:ext>
            </a:extLst>
          </p:cNvPr>
          <p:cNvSpPr/>
          <p:nvPr/>
        </p:nvSpPr>
        <p:spPr>
          <a:xfrm flipH="1">
            <a:off x="5166123" y="4513114"/>
            <a:ext cx="3203575" cy="137598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1972" rIns="108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</a:rPr>
              <a:t>标题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A13524D4-E417-4CCA-9533-F567A1B88A9D}"/>
              </a:ext>
            </a:extLst>
          </p:cNvPr>
          <p:cNvSpPr/>
          <p:nvPr/>
        </p:nvSpPr>
        <p:spPr>
          <a:xfrm flipH="1">
            <a:off x="7253747" y="4904271"/>
            <a:ext cx="1008000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DB08909-3C50-4B2C-BB1A-D0D0131DCDBA}"/>
              </a:ext>
            </a:extLst>
          </p:cNvPr>
          <p:cNvSpPr/>
          <p:nvPr/>
        </p:nvSpPr>
        <p:spPr>
          <a:xfrm flipH="1">
            <a:off x="5274073" y="4904271"/>
            <a:ext cx="1876839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5A8D3530-B938-4AB5-A2F6-79F504378AD2}"/>
              </a:ext>
            </a:extLst>
          </p:cNvPr>
          <p:cNvSpPr/>
          <p:nvPr/>
        </p:nvSpPr>
        <p:spPr>
          <a:xfrm flipH="1">
            <a:off x="7361747" y="5060824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BE94FC5F-082A-485F-BE29-6C41E4D2D2BC}"/>
              </a:ext>
            </a:extLst>
          </p:cNvPr>
          <p:cNvSpPr/>
          <p:nvPr/>
        </p:nvSpPr>
        <p:spPr>
          <a:xfrm flipH="1">
            <a:off x="7361747" y="5316991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D8924729-F02B-4079-BA5B-DE0AB5C0D1EB}"/>
              </a:ext>
            </a:extLst>
          </p:cNvPr>
          <p:cNvSpPr/>
          <p:nvPr/>
        </p:nvSpPr>
        <p:spPr>
          <a:xfrm flipH="1">
            <a:off x="6270686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02249DB8-29D5-4722-9931-D2072B7A2E62}"/>
              </a:ext>
            </a:extLst>
          </p:cNvPr>
          <p:cNvSpPr/>
          <p:nvPr/>
        </p:nvSpPr>
        <p:spPr>
          <a:xfrm flipH="1">
            <a:off x="6270686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DFD9F19D-576E-47F6-9C5B-1126D1BB882A}"/>
              </a:ext>
            </a:extLst>
          </p:cNvPr>
          <p:cNvSpPr/>
          <p:nvPr/>
        </p:nvSpPr>
        <p:spPr>
          <a:xfrm flipH="1">
            <a:off x="5362299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2E7224F2-01FE-47CF-93D7-1FB4E1033E26}"/>
              </a:ext>
            </a:extLst>
          </p:cNvPr>
          <p:cNvSpPr/>
          <p:nvPr/>
        </p:nvSpPr>
        <p:spPr>
          <a:xfrm flipH="1">
            <a:off x="5362299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1AF59C24-85BD-47C6-B6CD-06E95C4BE2EA}"/>
              </a:ext>
            </a:extLst>
          </p:cNvPr>
          <p:cNvSpPr/>
          <p:nvPr/>
        </p:nvSpPr>
        <p:spPr>
          <a:xfrm flipH="1">
            <a:off x="6925836" y="1963867"/>
            <a:ext cx="1440000" cy="719719"/>
          </a:xfrm>
          <a:prstGeom prst="rect">
            <a:avLst/>
          </a:prstGeom>
          <a:solidFill>
            <a:schemeClr val="accent5">
              <a:alpha val="7000"/>
            </a:schemeClr>
          </a:solidFill>
          <a:ln w="6350" cap="flat" cmpd="sng" algn="ctr">
            <a:solidFill>
              <a:schemeClr val="accent5">
                <a:lumMod val="75000"/>
                <a:alpha val="4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73DF57F2-D53E-446B-A17C-78641291CD81}"/>
              </a:ext>
            </a:extLst>
          </p:cNvPr>
          <p:cNvSpPr/>
          <p:nvPr/>
        </p:nvSpPr>
        <p:spPr>
          <a:xfrm flipH="1">
            <a:off x="7033836" y="2196977"/>
            <a:ext cx="1224000" cy="1799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chemeClr val="accent5">
                <a:lumMod val="75000"/>
                <a:alpha val="67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00" kern="0" dirty="0">
                <a:solidFill>
                  <a:srgbClr val="61B230">
                    <a:lumMod val="50000"/>
                  </a:srgbClr>
                </a:solidFill>
                <a:latin typeface="+mn-ea"/>
              </a:rPr>
              <a:t>内容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EE7C80A4-E327-4EF7-860B-1AD363050065}"/>
              </a:ext>
            </a:extLst>
          </p:cNvPr>
          <p:cNvSpPr/>
          <p:nvPr/>
        </p:nvSpPr>
        <p:spPr>
          <a:xfrm flipH="1">
            <a:off x="7033836" y="2425420"/>
            <a:ext cx="1224000" cy="1799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chemeClr val="accent5">
                <a:lumMod val="75000"/>
                <a:alpha val="67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00" kern="0" dirty="0">
                <a:solidFill>
                  <a:srgbClr val="61B230">
                    <a:lumMod val="50000"/>
                  </a:srgbClr>
                </a:solidFill>
                <a:latin typeface="+mn-ea"/>
              </a:rPr>
              <a:t>内容</a:t>
            </a:r>
          </a:p>
        </p:txBody>
      </p:sp>
      <p:pic>
        <p:nvPicPr>
          <p:cNvPr id="195" name="图片 194">
            <a:extLst>
              <a:ext uri="{FF2B5EF4-FFF2-40B4-BE49-F238E27FC236}">
                <a16:creationId xmlns:a16="http://schemas.microsoft.com/office/drawing/2014/main" id="{58551973-C35A-4CE0-94D6-FFBE78EFCB7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870982" y="4804657"/>
            <a:ext cx="179930" cy="179930"/>
          </a:xfrm>
          <a:prstGeom prst="rect">
            <a:avLst/>
          </a:prstGeom>
        </p:spPr>
      </p:pic>
      <p:pic>
        <p:nvPicPr>
          <p:cNvPr id="196" name="图片 195">
            <a:extLst>
              <a:ext uri="{FF2B5EF4-FFF2-40B4-BE49-F238E27FC236}">
                <a16:creationId xmlns:a16="http://schemas.microsoft.com/office/drawing/2014/main" id="{FA9E2F25-E71C-4DFC-807F-3FBA6C8A879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56869" y="4804657"/>
            <a:ext cx="179930" cy="179930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38001D4C-2B14-4E69-A449-01C7ADF692A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37814" y="4804657"/>
            <a:ext cx="179930" cy="179930"/>
          </a:xfrm>
          <a:prstGeom prst="rect">
            <a:avLst/>
          </a:prstGeom>
        </p:spPr>
      </p:pic>
      <p:pic>
        <p:nvPicPr>
          <p:cNvPr id="198" name="图片 197">
            <a:extLst>
              <a:ext uri="{FF2B5EF4-FFF2-40B4-BE49-F238E27FC236}">
                <a16:creationId xmlns:a16="http://schemas.microsoft.com/office/drawing/2014/main" id="{555AFBDB-545B-4701-8776-625C0FE725C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01" y="4804657"/>
            <a:ext cx="179930" cy="179930"/>
          </a:xfrm>
          <a:prstGeom prst="rect">
            <a:avLst/>
          </a:prstGeom>
        </p:spPr>
      </p:pic>
      <p:pic>
        <p:nvPicPr>
          <p:cNvPr id="199" name="图片 198">
            <a:extLst>
              <a:ext uri="{FF2B5EF4-FFF2-40B4-BE49-F238E27FC236}">
                <a16:creationId xmlns:a16="http://schemas.microsoft.com/office/drawing/2014/main" id="{CA598D2D-103D-4576-A118-E3990427638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37814" y="4317777"/>
            <a:ext cx="179930" cy="179930"/>
          </a:xfrm>
          <a:prstGeom prst="rect">
            <a:avLst/>
          </a:prstGeom>
        </p:spPr>
      </p:pic>
      <p:pic>
        <p:nvPicPr>
          <p:cNvPr id="200" name="图片 199">
            <a:extLst>
              <a:ext uri="{FF2B5EF4-FFF2-40B4-BE49-F238E27FC236}">
                <a16:creationId xmlns:a16="http://schemas.microsoft.com/office/drawing/2014/main" id="{C43BF28A-69DC-4835-95C8-CC519F60283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01" y="4317777"/>
            <a:ext cx="179930" cy="179930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535F902-ED7B-4DBA-B3FD-DE69BE4A3BF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37814" y="3120781"/>
            <a:ext cx="179930" cy="179930"/>
          </a:xfrm>
          <a:prstGeom prst="rect">
            <a:avLst/>
          </a:prstGeom>
        </p:spPr>
      </p:pic>
      <p:pic>
        <p:nvPicPr>
          <p:cNvPr id="202" name="图片 201">
            <a:extLst>
              <a:ext uri="{FF2B5EF4-FFF2-40B4-BE49-F238E27FC236}">
                <a16:creationId xmlns:a16="http://schemas.microsoft.com/office/drawing/2014/main" id="{E1FF57DB-4F52-48F8-A515-9EFD41B2CA4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01" y="3120781"/>
            <a:ext cx="179930" cy="179930"/>
          </a:xfrm>
          <a:prstGeom prst="rect">
            <a:avLst/>
          </a:prstGeom>
        </p:spPr>
      </p:pic>
      <p:sp>
        <p:nvSpPr>
          <p:cNvPr id="203" name="矩形 202">
            <a:extLst>
              <a:ext uri="{FF2B5EF4-FFF2-40B4-BE49-F238E27FC236}">
                <a16:creationId xmlns:a16="http://schemas.microsoft.com/office/drawing/2014/main" id="{F5C6CD6A-BD31-4746-9DC1-B133455E0DEC}"/>
              </a:ext>
            </a:extLst>
          </p:cNvPr>
          <p:cNvSpPr/>
          <p:nvPr/>
        </p:nvSpPr>
        <p:spPr>
          <a:xfrm flipH="1">
            <a:off x="5638910" y="3074236"/>
            <a:ext cx="115417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+mn-ea"/>
              </a:rPr>
              <a:t>XX</a:t>
            </a:r>
            <a:endParaRPr lang="zh-CN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B9955349-C9E2-4632-9395-1C584BB4C3CD}"/>
              </a:ext>
            </a:extLst>
          </p:cNvPr>
          <p:cNvSpPr/>
          <p:nvPr/>
        </p:nvSpPr>
        <p:spPr>
          <a:xfrm flipH="1">
            <a:off x="6135801" y="4369545"/>
            <a:ext cx="229140" cy="10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+mn-ea"/>
              </a:rPr>
              <a:t>Core </a:t>
            </a:r>
            <a:endParaRPr lang="zh-CN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B767C178-F2EB-4AF9-B9AE-93925BB66BD0}"/>
              </a:ext>
            </a:extLst>
          </p:cNvPr>
          <p:cNvSpPr/>
          <p:nvPr/>
        </p:nvSpPr>
        <p:spPr>
          <a:xfrm flipH="1">
            <a:off x="6024071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700" kern="0" dirty="0">
                <a:solidFill>
                  <a:prstClr val="black"/>
                </a:solidFill>
                <a:latin typeface="+mn-ea"/>
              </a:rPr>
              <a:t>DR</a:t>
            </a:r>
            <a:endParaRPr lang="zh-CN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1A24CE0-391A-4DCE-8EA4-67C01F86EE0D}"/>
              </a:ext>
            </a:extLst>
          </p:cNvPr>
          <p:cNvSpPr/>
          <p:nvPr/>
        </p:nvSpPr>
        <p:spPr>
          <a:xfrm flipH="1">
            <a:off x="5158106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+mn-ea"/>
              </a:rPr>
              <a:t>IDR</a:t>
            </a:r>
            <a:endParaRPr lang="zh-CN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DB327B51-E0B0-441A-B6F7-823E7F7FC6B3}"/>
              </a:ext>
            </a:extLst>
          </p:cNvPr>
          <p:cNvSpPr/>
          <p:nvPr/>
        </p:nvSpPr>
        <p:spPr>
          <a:xfrm flipH="1">
            <a:off x="5591089" y="2145718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108000" tIns="0" rIns="0" bIns="0" rtlCol="0" anchor="ctr"/>
          <a:lstStyle/>
          <a:p>
            <a:pPr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700" kern="0" dirty="0">
                <a:solidFill>
                  <a:prstClr val="black"/>
                </a:solidFill>
                <a:latin typeface="+mn-ea"/>
              </a:rPr>
              <a:t>XX</a:t>
            </a:r>
            <a:endParaRPr lang="zh-CN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1D2F6376-E536-4729-9C2D-B6584FD2C80D}"/>
              </a:ext>
            </a:extLst>
          </p:cNvPr>
          <p:cNvSpPr/>
          <p:nvPr/>
        </p:nvSpPr>
        <p:spPr>
          <a:xfrm flipH="1">
            <a:off x="5591089" y="1787782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lIns="108000" tIns="0" rIns="0" bIns="0" rtlCol="0" anchor="ctr"/>
          <a:lstStyle/>
          <a:p>
            <a:pPr defTabSz="91403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kern="0" dirty="0">
                <a:solidFill>
                  <a:prstClr val="black"/>
                </a:solidFill>
                <a:latin typeface="+mn-ea"/>
              </a:rPr>
              <a:t>XX</a:t>
            </a:r>
          </a:p>
        </p:txBody>
      </p:sp>
      <p:pic>
        <p:nvPicPr>
          <p:cNvPr id="209" name="图片 208">
            <a:extLst>
              <a:ext uri="{FF2B5EF4-FFF2-40B4-BE49-F238E27FC236}">
                <a16:creationId xmlns:a16="http://schemas.microsoft.com/office/drawing/2014/main" id="{7E57F02C-CDAF-4993-A63A-D2B431B14D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24719" y="2521648"/>
            <a:ext cx="143944" cy="143944"/>
          </a:xfrm>
          <a:prstGeom prst="rect">
            <a:avLst/>
          </a:prstGeom>
        </p:spPr>
      </p:pic>
      <p:pic>
        <p:nvPicPr>
          <p:cNvPr id="210" name="图片 209">
            <a:extLst>
              <a:ext uri="{FF2B5EF4-FFF2-40B4-BE49-F238E27FC236}">
                <a16:creationId xmlns:a16="http://schemas.microsoft.com/office/drawing/2014/main" id="{A778C5F9-422B-4A2E-8AA9-CF5FF12045D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90208" y="2521648"/>
            <a:ext cx="143944" cy="143944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9AD3C01B-3F38-4F5A-BDA3-1094A010CA9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7369" y="2521648"/>
            <a:ext cx="143944" cy="143944"/>
          </a:xfrm>
          <a:prstGeom prst="rect">
            <a:avLst/>
          </a:prstGeom>
        </p:spPr>
      </p:pic>
      <p:pic>
        <p:nvPicPr>
          <p:cNvPr id="212" name="图片 211">
            <a:extLst>
              <a:ext uri="{FF2B5EF4-FFF2-40B4-BE49-F238E27FC236}">
                <a16:creationId xmlns:a16="http://schemas.microsoft.com/office/drawing/2014/main" id="{96D69A0D-C201-47BB-AF7F-5BCDBFFC99A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642858" y="2521648"/>
            <a:ext cx="143944" cy="143944"/>
          </a:xfrm>
          <a:prstGeom prst="rect">
            <a:avLst/>
          </a:prstGeom>
        </p:spPr>
      </p:pic>
      <p:pic>
        <p:nvPicPr>
          <p:cNvPr id="213" name="图片 212">
            <a:extLst>
              <a:ext uri="{FF2B5EF4-FFF2-40B4-BE49-F238E27FC236}">
                <a16:creationId xmlns:a16="http://schemas.microsoft.com/office/drawing/2014/main" id="{342F3AF8-FDA6-4141-A485-057BD26F61C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85942" y="2163711"/>
            <a:ext cx="143944" cy="143944"/>
          </a:xfrm>
          <a:prstGeom prst="rect">
            <a:avLst/>
          </a:prstGeom>
        </p:spPr>
      </p:pic>
      <p:pic>
        <p:nvPicPr>
          <p:cNvPr id="214" name="图片 213">
            <a:extLst>
              <a:ext uri="{FF2B5EF4-FFF2-40B4-BE49-F238E27FC236}">
                <a16:creationId xmlns:a16="http://schemas.microsoft.com/office/drawing/2014/main" id="{BB17B684-2F16-46D3-A204-B4E81C32F0B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51431" y="2163711"/>
            <a:ext cx="143944" cy="143944"/>
          </a:xfrm>
          <a:prstGeom prst="rect">
            <a:avLst/>
          </a:prstGeom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D70FEBE5-6781-4796-8E29-87EDD1EA042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85942" y="1805775"/>
            <a:ext cx="143944" cy="143944"/>
          </a:xfrm>
          <a:prstGeom prst="rect">
            <a:avLst/>
          </a:prstGeom>
        </p:spPr>
      </p:pic>
      <p:pic>
        <p:nvPicPr>
          <p:cNvPr id="216" name="图片 215">
            <a:extLst>
              <a:ext uri="{FF2B5EF4-FFF2-40B4-BE49-F238E27FC236}">
                <a16:creationId xmlns:a16="http://schemas.microsoft.com/office/drawing/2014/main" id="{0D1A9A42-CF88-49BC-9C6D-A5F70E860DC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51431" y="1805775"/>
            <a:ext cx="143944" cy="143944"/>
          </a:xfrm>
          <a:prstGeom prst="rect">
            <a:avLst/>
          </a:prstGeom>
        </p:spPr>
      </p:pic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FE7A180F-8074-4D24-A265-AFCD41EDA996}"/>
              </a:ext>
            </a:extLst>
          </p:cNvPr>
          <p:cNvCxnSpPr>
            <a:cxnSpLocks/>
            <a:stCxn id="208" idx="2"/>
            <a:endCxn id="207" idx="0"/>
          </p:cNvCxnSpPr>
          <p:nvPr/>
        </p:nvCxnSpPr>
        <p:spPr>
          <a:xfrm flipH="1">
            <a:off x="5950948" y="1967712"/>
            <a:ext cx="0" cy="178006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0A7B01D2-E4E5-43AD-8C4C-3ECF87F51ED8}"/>
              </a:ext>
            </a:extLst>
          </p:cNvPr>
          <p:cNvCxnSpPr>
            <a:cxnSpLocks/>
            <a:stCxn id="207" idx="2"/>
            <a:endCxn id="205" idx="0"/>
          </p:cNvCxnSpPr>
          <p:nvPr/>
        </p:nvCxnSpPr>
        <p:spPr>
          <a:xfrm>
            <a:off x="5950948" y="2325648"/>
            <a:ext cx="432982" cy="178007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42FADEB0-D220-45B4-BAFD-D0385B2D82AB}"/>
              </a:ext>
            </a:extLst>
          </p:cNvPr>
          <p:cNvCxnSpPr>
            <a:cxnSpLocks/>
            <a:stCxn id="207" idx="2"/>
            <a:endCxn id="206" idx="0"/>
          </p:cNvCxnSpPr>
          <p:nvPr/>
        </p:nvCxnSpPr>
        <p:spPr>
          <a:xfrm flipH="1">
            <a:off x="5517965" y="2325648"/>
            <a:ext cx="432983" cy="178007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2C45AD21-C19A-4D98-A8BA-53284CD04421}"/>
              </a:ext>
            </a:extLst>
          </p:cNvPr>
          <p:cNvCxnSpPr>
            <a:cxnSpLocks/>
            <a:stCxn id="205" idx="2"/>
            <a:endCxn id="237" idx="3"/>
          </p:cNvCxnSpPr>
          <p:nvPr/>
        </p:nvCxnSpPr>
        <p:spPr>
          <a:xfrm>
            <a:off x="6383930" y="2683585"/>
            <a:ext cx="332860" cy="527161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E7926882-2695-4F76-9401-E5D02816A548}"/>
              </a:ext>
            </a:extLst>
          </p:cNvPr>
          <p:cNvCxnSpPr>
            <a:cxnSpLocks/>
            <a:stCxn id="205" idx="2"/>
            <a:endCxn id="238" idx="3"/>
          </p:cNvCxnSpPr>
          <p:nvPr/>
        </p:nvCxnSpPr>
        <p:spPr>
          <a:xfrm>
            <a:off x="6383930" y="2683585"/>
            <a:ext cx="332860" cy="814524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F78776E4-1C17-4D3B-AEFB-B989B11A3DCD}"/>
              </a:ext>
            </a:extLst>
          </p:cNvPr>
          <p:cNvCxnSpPr>
            <a:cxnSpLocks/>
            <a:stCxn id="206" idx="2"/>
            <a:endCxn id="237" idx="3"/>
          </p:cNvCxnSpPr>
          <p:nvPr/>
        </p:nvCxnSpPr>
        <p:spPr>
          <a:xfrm>
            <a:off x="5517965" y="2683585"/>
            <a:ext cx="1198825" cy="527161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827E5DCC-5D38-4FE6-811F-32F79DC20722}"/>
              </a:ext>
            </a:extLst>
          </p:cNvPr>
          <p:cNvCxnSpPr>
            <a:cxnSpLocks/>
            <a:stCxn id="201" idx="2"/>
            <a:endCxn id="238" idx="3"/>
          </p:cNvCxnSpPr>
          <p:nvPr/>
        </p:nvCxnSpPr>
        <p:spPr>
          <a:xfrm>
            <a:off x="5927779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053F3CBC-5B3C-4905-8073-CF2035A4A572}"/>
              </a:ext>
            </a:extLst>
          </p:cNvPr>
          <p:cNvCxnSpPr>
            <a:cxnSpLocks/>
            <a:stCxn id="201" idx="2"/>
            <a:endCxn id="237" idx="3"/>
          </p:cNvCxnSpPr>
          <p:nvPr/>
        </p:nvCxnSpPr>
        <p:spPr>
          <a:xfrm flipV="1">
            <a:off x="5927779" y="3210746"/>
            <a:ext cx="789011" cy="89965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8AA161B9-93F5-420D-AFE2-6DA90B2D960D}"/>
              </a:ext>
            </a:extLst>
          </p:cNvPr>
          <p:cNvCxnSpPr>
            <a:cxnSpLocks/>
            <a:stCxn id="202" idx="2"/>
            <a:endCxn id="237" idx="3"/>
          </p:cNvCxnSpPr>
          <p:nvPr/>
        </p:nvCxnSpPr>
        <p:spPr>
          <a:xfrm flipV="1">
            <a:off x="5391966" y="3210746"/>
            <a:ext cx="1324824" cy="89965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95C85EDA-63DD-4AD4-B103-64FABEB98E3F}"/>
              </a:ext>
            </a:extLst>
          </p:cNvPr>
          <p:cNvCxnSpPr>
            <a:cxnSpLocks/>
            <a:stCxn id="202" idx="2"/>
            <a:endCxn id="238" idx="3"/>
          </p:cNvCxnSpPr>
          <p:nvPr/>
        </p:nvCxnSpPr>
        <p:spPr>
          <a:xfrm>
            <a:off x="5391966" y="3300711"/>
            <a:ext cx="1324824" cy="197398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CD94952A-F404-4813-89E2-6079C867BF9F}"/>
              </a:ext>
            </a:extLst>
          </p:cNvPr>
          <p:cNvCxnSpPr>
            <a:cxnSpLocks/>
            <a:stCxn id="201" idx="2"/>
            <a:endCxn id="238" idx="3"/>
          </p:cNvCxnSpPr>
          <p:nvPr/>
        </p:nvCxnSpPr>
        <p:spPr>
          <a:xfrm>
            <a:off x="5927779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AF03954F-8232-4DFC-8884-E5CEC36F589F}"/>
              </a:ext>
            </a:extLst>
          </p:cNvPr>
          <p:cNvCxnSpPr>
            <a:cxnSpLocks/>
            <a:stCxn id="202" idx="2"/>
            <a:endCxn id="200" idx="0"/>
          </p:cNvCxnSpPr>
          <p:nvPr/>
        </p:nvCxnSpPr>
        <p:spPr>
          <a:xfrm>
            <a:off x="5391966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276C3641-4BBE-4A83-9533-AC45676B7D96}"/>
              </a:ext>
            </a:extLst>
          </p:cNvPr>
          <p:cNvCxnSpPr>
            <a:cxnSpLocks/>
            <a:stCxn id="201" idx="2"/>
            <a:endCxn id="199" idx="0"/>
          </p:cNvCxnSpPr>
          <p:nvPr/>
        </p:nvCxnSpPr>
        <p:spPr>
          <a:xfrm>
            <a:off x="5927779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sp>
        <p:nvSpPr>
          <p:cNvPr id="230" name="矩形 229">
            <a:extLst>
              <a:ext uri="{FF2B5EF4-FFF2-40B4-BE49-F238E27FC236}">
                <a16:creationId xmlns:a16="http://schemas.microsoft.com/office/drawing/2014/main" id="{6D481205-275D-4C4B-9E1D-445E8CF847CF}"/>
              </a:ext>
            </a:extLst>
          </p:cNvPr>
          <p:cNvSpPr/>
          <p:nvPr/>
        </p:nvSpPr>
        <p:spPr>
          <a:xfrm flipH="1">
            <a:off x="6925836" y="3814269"/>
            <a:ext cx="1440000" cy="540000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pic>
        <p:nvPicPr>
          <p:cNvPr id="231" name="图片 230">
            <a:extLst>
              <a:ext uri="{FF2B5EF4-FFF2-40B4-BE49-F238E27FC236}">
                <a16:creationId xmlns:a16="http://schemas.microsoft.com/office/drawing/2014/main" id="{3CD2AC19-7DAD-4758-AAD6-2D5FC82112E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3896015"/>
            <a:ext cx="179930" cy="179930"/>
          </a:xfrm>
          <a:prstGeom prst="rect">
            <a:avLst/>
          </a:prstGeom>
        </p:spPr>
      </p:pic>
      <p:pic>
        <p:nvPicPr>
          <p:cNvPr id="232" name="图片 231">
            <a:extLst>
              <a:ext uri="{FF2B5EF4-FFF2-40B4-BE49-F238E27FC236}">
                <a16:creationId xmlns:a16="http://schemas.microsoft.com/office/drawing/2014/main" id="{9BD380CA-EEA3-4646-BCED-FA72D47154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4120735"/>
            <a:ext cx="179930" cy="179930"/>
          </a:xfrm>
          <a:prstGeom prst="rect">
            <a:avLst/>
          </a:prstGeom>
        </p:spPr>
      </p:pic>
      <p:sp>
        <p:nvSpPr>
          <p:cNvPr id="233" name="矩形 232">
            <a:extLst>
              <a:ext uri="{FF2B5EF4-FFF2-40B4-BE49-F238E27FC236}">
                <a16:creationId xmlns:a16="http://schemas.microsoft.com/office/drawing/2014/main" id="{21122875-1BD2-44BD-BC98-2AB7C0B34831}"/>
              </a:ext>
            </a:extLst>
          </p:cNvPr>
          <p:cNvSpPr/>
          <p:nvPr/>
        </p:nvSpPr>
        <p:spPr>
          <a:xfrm flipH="1">
            <a:off x="7685747" y="4057439"/>
            <a:ext cx="576000" cy="16613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2532AB8A-0ABF-424D-AAB9-B50F09324157}"/>
              </a:ext>
            </a:extLst>
          </p:cNvPr>
          <p:cNvSpPr/>
          <p:nvPr/>
        </p:nvSpPr>
        <p:spPr>
          <a:xfrm flipH="1">
            <a:off x="7033222" y="4057439"/>
            <a:ext cx="576000" cy="16613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04CCA29B-1018-4DF7-A002-417C381BCEF5}"/>
              </a:ext>
            </a:extLst>
          </p:cNvPr>
          <p:cNvSpPr txBox="1"/>
          <p:nvPr/>
        </p:nvSpPr>
        <p:spPr>
          <a:xfrm flipH="1">
            <a:off x="7502307" y="4184394"/>
            <a:ext cx="246766" cy="1538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+mn-ea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12AE46AE-CEBD-4177-805B-814F4BC6565B}"/>
              </a:ext>
            </a:extLst>
          </p:cNvPr>
          <p:cNvSpPr/>
          <p:nvPr/>
        </p:nvSpPr>
        <p:spPr>
          <a:xfrm flipH="1">
            <a:off x="6925836" y="3012812"/>
            <a:ext cx="1440000" cy="683395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+mn-ea"/>
              </a:rPr>
              <a:t>标题</a:t>
            </a:r>
          </a:p>
        </p:txBody>
      </p:sp>
      <p:pic>
        <p:nvPicPr>
          <p:cNvPr id="237" name="图片 236">
            <a:extLst>
              <a:ext uri="{FF2B5EF4-FFF2-40B4-BE49-F238E27FC236}">
                <a16:creationId xmlns:a16="http://schemas.microsoft.com/office/drawing/2014/main" id="{35AC052B-ECF1-49BC-ACD2-1DB7851CA35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3120781"/>
            <a:ext cx="179930" cy="179930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10809BBC-8E98-4FA2-A4A2-16CD73DD27C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3408144"/>
            <a:ext cx="179930" cy="179930"/>
          </a:xfrm>
          <a:prstGeom prst="rect">
            <a:avLst/>
          </a:prstGeom>
        </p:spPr>
      </p:pic>
      <p:sp>
        <p:nvSpPr>
          <p:cNvPr id="239" name="矩形 238">
            <a:extLst>
              <a:ext uri="{FF2B5EF4-FFF2-40B4-BE49-F238E27FC236}">
                <a16:creationId xmlns:a16="http://schemas.microsoft.com/office/drawing/2014/main" id="{2C18D35B-7831-400D-98EA-22B9EF1FA97D}"/>
              </a:ext>
            </a:extLst>
          </p:cNvPr>
          <p:cNvSpPr/>
          <p:nvPr/>
        </p:nvSpPr>
        <p:spPr>
          <a:xfrm flipH="1">
            <a:off x="7035618" y="3216694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89AD8182-EE21-4518-8F67-15428AE05128}"/>
              </a:ext>
            </a:extLst>
          </p:cNvPr>
          <p:cNvSpPr/>
          <p:nvPr/>
        </p:nvSpPr>
        <p:spPr>
          <a:xfrm flipH="1">
            <a:off x="7685747" y="3216694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067ECD07-5C2C-4EA9-AE8B-56AA75BCC89E}"/>
              </a:ext>
            </a:extLst>
          </p:cNvPr>
          <p:cNvSpPr/>
          <p:nvPr/>
        </p:nvSpPr>
        <p:spPr>
          <a:xfrm flipH="1">
            <a:off x="7035618" y="3444113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FE2B57DF-5665-46D5-ADCA-4227B2ED31B9}"/>
              </a:ext>
            </a:extLst>
          </p:cNvPr>
          <p:cNvSpPr/>
          <p:nvPr/>
        </p:nvSpPr>
        <p:spPr>
          <a:xfrm flipH="1">
            <a:off x="7685747" y="3444113"/>
            <a:ext cx="576000" cy="16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+mn-ea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7A572027-695C-48FD-A0D8-3E346E9815FF}"/>
              </a:ext>
            </a:extLst>
          </p:cNvPr>
          <p:cNvSpPr txBox="1"/>
          <p:nvPr/>
        </p:nvSpPr>
        <p:spPr>
          <a:xfrm flipH="1">
            <a:off x="7514715" y="3541023"/>
            <a:ext cx="2468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+mn-ea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21048F02-EF12-4A17-A3C1-30929226CEB8}"/>
              </a:ext>
            </a:extLst>
          </p:cNvPr>
          <p:cNvCxnSpPr>
            <a:cxnSpLocks/>
            <a:stCxn id="202" idx="2"/>
            <a:endCxn id="232" idx="3"/>
          </p:cNvCxnSpPr>
          <p:nvPr/>
        </p:nvCxnSpPr>
        <p:spPr>
          <a:xfrm>
            <a:off x="5391966" y="3300711"/>
            <a:ext cx="1324824" cy="90998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3E479092-DCA5-4C0A-9E1E-0E141D143078}"/>
              </a:ext>
            </a:extLst>
          </p:cNvPr>
          <p:cNvCxnSpPr>
            <a:cxnSpLocks/>
            <a:stCxn id="201" idx="2"/>
            <a:endCxn id="231" idx="3"/>
          </p:cNvCxnSpPr>
          <p:nvPr/>
        </p:nvCxnSpPr>
        <p:spPr>
          <a:xfrm>
            <a:off x="5927779" y="3300711"/>
            <a:ext cx="789011" cy="68526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C5A1C194-120A-470B-B965-5910B73A7870}"/>
              </a:ext>
            </a:extLst>
          </p:cNvPr>
          <p:cNvCxnSpPr>
            <a:cxnSpLocks/>
            <a:stCxn id="202" idx="2"/>
            <a:endCxn id="231" idx="3"/>
          </p:cNvCxnSpPr>
          <p:nvPr/>
        </p:nvCxnSpPr>
        <p:spPr>
          <a:xfrm>
            <a:off x="5391966" y="3300711"/>
            <a:ext cx="1324824" cy="68526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D9508176-EAD5-40F6-AE16-B2BFAC1A2084}"/>
              </a:ext>
            </a:extLst>
          </p:cNvPr>
          <p:cNvCxnSpPr>
            <a:cxnSpLocks/>
            <a:stCxn id="201" idx="2"/>
            <a:endCxn id="232" idx="3"/>
          </p:cNvCxnSpPr>
          <p:nvPr/>
        </p:nvCxnSpPr>
        <p:spPr>
          <a:xfrm>
            <a:off x="5927779" y="3300711"/>
            <a:ext cx="789011" cy="909989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9733E6C1-1DA8-441F-BD10-296F78A2175C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51" name="矩形 150">
              <a:hlinkClick r:id="rId4" action="ppaction://hlinksldjump"/>
              <a:extLst>
                <a:ext uri="{FF2B5EF4-FFF2-40B4-BE49-F238E27FC236}">
                  <a16:creationId xmlns:a16="http://schemas.microsoft.com/office/drawing/2014/main" id="{F0D94443-1B1B-47FC-B811-845D3DC2975C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52" name="直接连接符 151">
              <a:hlinkClick r:id="rId4" action="ppaction://hlinksldjump"/>
              <a:extLst>
                <a:ext uri="{FF2B5EF4-FFF2-40B4-BE49-F238E27FC236}">
                  <a16:creationId xmlns:a16="http://schemas.microsoft.com/office/drawing/2014/main" id="{641A64C8-5C82-4899-A5CC-3EEB20C6A92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908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7C61B-7C9D-4238-A15D-22C7BBA4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标题卡片风格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042835-D4DB-49F8-8AEC-6AF84229A458}"/>
              </a:ext>
            </a:extLst>
          </p:cNvPr>
          <p:cNvSpPr/>
          <p:nvPr/>
        </p:nvSpPr>
        <p:spPr>
          <a:xfrm>
            <a:off x="517525" y="914400"/>
            <a:ext cx="3528000" cy="525780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5E16AA-202B-4A87-A65D-180737084E3C}"/>
              </a:ext>
            </a:extLst>
          </p:cNvPr>
          <p:cNvSpPr/>
          <p:nvPr/>
        </p:nvSpPr>
        <p:spPr>
          <a:xfrm>
            <a:off x="520700" y="914400"/>
            <a:ext cx="3528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红色卡片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DC99BE-03A9-41D8-9E08-1669E714F0E8}"/>
              </a:ext>
            </a:extLst>
          </p:cNvPr>
          <p:cNvSpPr/>
          <p:nvPr/>
        </p:nvSpPr>
        <p:spPr>
          <a:xfrm>
            <a:off x="4334381" y="914400"/>
            <a:ext cx="3528000" cy="525780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A202FF-8B47-404C-AC03-F20C620E623E}"/>
              </a:ext>
            </a:extLst>
          </p:cNvPr>
          <p:cNvSpPr/>
          <p:nvPr/>
        </p:nvSpPr>
        <p:spPr>
          <a:xfrm>
            <a:off x="4334381" y="914400"/>
            <a:ext cx="3528000" cy="216000"/>
          </a:xfrm>
          <a:prstGeom prst="rect">
            <a:avLst/>
          </a:prstGeom>
          <a:solidFill>
            <a:srgbClr val="FFF6F3"/>
          </a:solidFill>
          <a:ln w="6350" cap="flat" cmpd="sng" algn="ctr">
            <a:gradFill>
              <a:gsLst>
                <a:gs pos="0">
                  <a:srgbClr val="C00000"/>
                </a:gs>
                <a:gs pos="100000">
                  <a:srgbClr val="C00000">
                    <a:alpha val="2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343"/>
            <a:r>
              <a:rPr kumimoji="1" lang="zh-CN" altLang="en-US" sz="1100" b="1" kern="0" dirty="0">
                <a:solidFill>
                  <a:srgbClr val="C00000"/>
                </a:solidFill>
                <a:latin typeface="+mn-ea"/>
              </a:rPr>
              <a:t>浅红色卡片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82D905-5535-42C0-9FC1-86D0BAC1841B}"/>
              </a:ext>
            </a:extLst>
          </p:cNvPr>
          <p:cNvSpPr/>
          <p:nvPr/>
        </p:nvSpPr>
        <p:spPr>
          <a:xfrm>
            <a:off x="8156000" y="914400"/>
            <a:ext cx="3528000" cy="525780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B967BF8-7252-4472-9610-55A157206935}"/>
              </a:ext>
            </a:extLst>
          </p:cNvPr>
          <p:cNvGrpSpPr/>
          <p:nvPr/>
        </p:nvGrpSpPr>
        <p:grpSpPr>
          <a:xfrm>
            <a:off x="736700" y="4323080"/>
            <a:ext cx="3096000" cy="1589245"/>
            <a:chOff x="736700" y="4439623"/>
            <a:chExt cx="3132000" cy="147270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264EA90-E8FC-487E-85DC-D734012BFA2D}"/>
                </a:ext>
              </a:extLst>
            </p:cNvPr>
            <p:cNvSpPr/>
            <p:nvPr/>
          </p:nvSpPr>
          <p:spPr>
            <a:xfrm>
              <a:off x="736700" y="4445534"/>
              <a:ext cx="1296000" cy="1188451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竞争信息</a:t>
              </a: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D6CF494-E6A8-478B-9678-9D41C65E5750}"/>
                </a:ext>
              </a:extLst>
            </p:cNvPr>
            <p:cNvGrpSpPr/>
            <p:nvPr/>
          </p:nvGrpSpPr>
          <p:grpSpPr>
            <a:xfrm>
              <a:off x="844700" y="4705951"/>
              <a:ext cx="1080000" cy="815248"/>
              <a:chOff x="820467" y="4705951"/>
              <a:chExt cx="1152681" cy="815248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42BACAF-E577-4E37-9AF2-166E21C50C76}"/>
                  </a:ext>
                </a:extLst>
              </p:cNvPr>
              <p:cNvSpPr/>
              <p:nvPr/>
            </p:nvSpPr>
            <p:spPr>
              <a:xfrm>
                <a:off x="1424363" y="5005576"/>
                <a:ext cx="548785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E532FDC-CA43-4B41-BCA3-1A9ED29DB341}"/>
                  </a:ext>
                </a:extLst>
              </p:cNvPr>
              <p:cNvSpPr/>
              <p:nvPr/>
            </p:nvSpPr>
            <p:spPr>
              <a:xfrm>
                <a:off x="820467" y="4705951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内容</a:t>
                </a:r>
                <a:r>
                  <a:rPr kumimoji="0" lang="en-US" altLang="zh-CN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1</a:t>
                </a:r>
                <a:endPara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1776549-EA3E-40B9-81FB-E3BFA895365E}"/>
                  </a:ext>
                </a:extLst>
              </p:cNvPr>
              <p:cNvSpPr/>
              <p:nvPr/>
            </p:nvSpPr>
            <p:spPr>
              <a:xfrm>
                <a:off x="820467" y="5005576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D3CC120-3F01-4D6E-B31D-DFFB192DE113}"/>
                  </a:ext>
                </a:extLst>
              </p:cNvPr>
              <p:cNvSpPr/>
              <p:nvPr/>
            </p:nvSpPr>
            <p:spPr>
              <a:xfrm>
                <a:off x="820467" y="5305200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420A230-C31D-41AA-AED9-13FBDF00B83F}"/>
                  </a:ext>
                </a:extLst>
              </p:cNvPr>
              <p:cNvSpPr/>
              <p:nvPr/>
            </p:nvSpPr>
            <p:spPr>
              <a:xfrm>
                <a:off x="1424582" y="4705951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D3973F7-A5B8-459F-861E-682A50BCB100}"/>
                  </a:ext>
                </a:extLst>
              </p:cNvPr>
              <p:cNvSpPr/>
              <p:nvPr/>
            </p:nvSpPr>
            <p:spPr>
              <a:xfrm>
                <a:off x="1424582" y="5305200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……</a:t>
                </a:r>
                <a:endPara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DD5F661-F381-485D-B41D-0BD199051FD7}"/>
                </a:ext>
              </a:extLst>
            </p:cNvPr>
            <p:cNvSpPr/>
            <p:nvPr/>
          </p:nvSpPr>
          <p:spPr>
            <a:xfrm>
              <a:off x="736700" y="5714835"/>
              <a:ext cx="1308522" cy="19749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高层关系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67448F0-E990-4125-B21F-3120EB90B821}"/>
                </a:ext>
              </a:extLst>
            </p:cNvPr>
            <p:cNvGrpSpPr/>
            <p:nvPr/>
          </p:nvGrpSpPr>
          <p:grpSpPr>
            <a:xfrm>
              <a:off x="2103194" y="4661349"/>
              <a:ext cx="132250" cy="251569"/>
              <a:chOff x="5937782" y="3978482"/>
              <a:chExt cx="275161" cy="297504"/>
            </a:xfrm>
          </p:grpSpPr>
          <p:sp>
            <p:nvSpPr>
              <p:cNvPr id="47" name="流程图: 摘录 46">
                <a:extLst>
                  <a:ext uri="{FF2B5EF4-FFF2-40B4-BE49-F238E27FC236}">
                    <a16:creationId xmlns:a16="http://schemas.microsoft.com/office/drawing/2014/main" id="{720259E2-05EC-45AF-BC77-C59AD7142391}"/>
                  </a:ext>
                </a:extLst>
              </p:cNvPr>
              <p:cNvSpPr/>
              <p:nvPr/>
            </p:nvSpPr>
            <p:spPr>
              <a:xfrm rot="5400000" flipH="1">
                <a:off x="5977092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" name="流程图: 摘录 49">
                <a:extLst>
                  <a:ext uri="{FF2B5EF4-FFF2-40B4-BE49-F238E27FC236}">
                    <a16:creationId xmlns:a16="http://schemas.microsoft.com/office/drawing/2014/main" id="{9F694A6D-F046-4718-8D72-A7961710C7EE}"/>
                  </a:ext>
                </a:extLst>
              </p:cNvPr>
              <p:cNvSpPr/>
              <p:nvPr/>
            </p:nvSpPr>
            <p:spPr>
              <a:xfrm rot="5400000" flipH="1">
                <a:off x="5876130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3C833FF-6943-41F0-A900-2E49E45A8867}"/>
                </a:ext>
              </a:extLst>
            </p:cNvPr>
            <p:cNvGrpSpPr/>
            <p:nvPr/>
          </p:nvGrpSpPr>
          <p:grpSpPr>
            <a:xfrm>
              <a:off x="2103194" y="5317381"/>
              <a:ext cx="132250" cy="251569"/>
              <a:chOff x="5937782" y="3978482"/>
              <a:chExt cx="275161" cy="297504"/>
            </a:xfrm>
          </p:grpSpPr>
          <p:sp>
            <p:nvSpPr>
              <p:cNvPr id="41" name="流程图: 摘录 40">
                <a:extLst>
                  <a:ext uri="{FF2B5EF4-FFF2-40B4-BE49-F238E27FC236}">
                    <a16:creationId xmlns:a16="http://schemas.microsoft.com/office/drawing/2014/main" id="{BA778763-61E7-499E-8FC7-7CEBBD1225B7}"/>
                  </a:ext>
                </a:extLst>
              </p:cNvPr>
              <p:cNvSpPr/>
              <p:nvPr/>
            </p:nvSpPr>
            <p:spPr>
              <a:xfrm rot="5400000" flipH="1">
                <a:off x="5977092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5" name="流程图: 摘录 44">
                <a:extLst>
                  <a:ext uri="{FF2B5EF4-FFF2-40B4-BE49-F238E27FC236}">
                    <a16:creationId xmlns:a16="http://schemas.microsoft.com/office/drawing/2014/main" id="{31A13D9F-C811-4048-8D76-02E4B7754674}"/>
                  </a:ext>
                </a:extLst>
              </p:cNvPr>
              <p:cNvSpPr/>
              <p:nvPr/>
            </p:nvSpPr>
            <p:spPr>
              <a:xfrm rot="5400000" flipH="1">
                <a:off x="5876130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A64CE83-94E5-451A-9CAC-DB4431028148}"/>
                </a:ext>
              </a:extLst>
            </p:cNvPr>
            <p:cNvGrpSpPr/>
            <p:nvPr/>
          </p:nvGrpSpPr>
          <p:grpSpPr>
            <a:xfrm>
              <a:off x="2310089" y="4439623"/>
              <a:ext cx="1558611" cy="1466089"/>
              <a:chOff x="9878955" y="1467275"/>
              <a:chExt cx="1739006" cy="1608527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E9EC4FD-8AA8-49C2-9ACA-7BB09E15E7C4}"/>
                  </a:ext>
                </a:extLst>
              </p:cNvPr>
              <p:cNvSpPr/>
              <p:nvPr/>
            </p:nvSpPr>
            <p:spPr>
              <a:xfrm>
                <a:off x="9878955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6761376-216E-4151-8444-B10018E44FC5}"/>
                  </a:ext>
                </a:extLst>
              </p:cNvPr>
              <p:cNvSpPr/>
              <p:nvPr/>
            </p:nvSpPr>
            <p:spPr>
              <a:xfrm>
                <a:off x="10472392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19E658D-FFEA-4EB3-ADFB-82CCF342E820}"/>
                  </a:ext>
                </a:extLst>
              </p:cNvPr>
              <p:cNvSpPr/>
              <p:nvPr/>
            </p:nvSpPr>
            <p:spPr>
              <a:xfrm>
                <a:off x="9878955" y="1903851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A421374-C735-4FE1-B4C7-ADB10C808E3B}"/>
                  </a:ext>
                </a:extLst>
              </p:cNvPr>
              <p:cNvSpPr/>
              <p:nvPr/>
            </p:nvSpPr>
            <p:spPr>
              <a:xfrm>
                <a:off x="9878955" y="2340427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59ED6DC-496A-4DB6-BCD2-D1DAF66A149B}"/>
                  </a:ext>
                </a:extLst>
              </p:cNvPr>
              <p:cNvSpPr/>
              <p:nvPr/>
            </p:nvSpPr>
            <p:spPr>
              <a:xfrm>
                <a:off x="9878955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AF9629A-9979-44EB-8D42-1152CD7A0FF4}"/>
                  </a:ext>
                </a:extLst>
              </p:cNvPr>
              <p:cNvSpPr/>
              <p:nvPr/>
            </p:nvSpPr>
            <p:spPr>
              <a:xfrm>
                <a:off x="11070804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BBA02687-1A03-4502-809E-D50D6378D559}"/>
                  </a:ext>
                </a:extLst>
              </p:cNvPr>
              <p:cNvSpPr/>
              <p:nvPr/>
            </p:nvSpPr>
            <p:spPr>
              <a:xfrm>
                <a:off x="10472392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9F806FB9-8BF2-4FAD-9457-3DA5AAEEA714}"/>
                  </a:ext>
                </a:extLst>
              </p:cNvPr>
              <p:cNvSpPr/>
              <p:nvPr/>
            </p:nvSpPr>
            <p:spPr>
              <a:xfrm>
                <a:off x="11070804" y="1903851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CC6BB2B-7FB4-4BE5-81AB-80E463716F02}"/>
                  </a:ext>
                </a:extLst>
              </p:cNvPr>
              <p:cNvSpPr/>
              <p:nvPr/>
            </p:nvSpPr>
            <p:spPr>
              <a:xfrm>
                <a:off x="11077961" y="2339863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B7E5A0A-67D0-4BA1-BBAC-F92C2F4E0D30}"/>
                  </a:ext>
                </a:extLst>
              </p:cNvPr>
              <p:cNvSpPr/>
              <p:nvPr/>
            </p:nvSpPr>
            <p:spPr>
              <a:xfrm>
                <a:off x="11070804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03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……</a:t>
                </a:r>
                <a:endPara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0EE7937D-78F5-4770-B50D-312528E586E9}"/>
                  </a:ext>
                </a:extLst>
              </p:cNvPr>
              <p:cNvGrpSpPr/>
              <p:nvPr/>
            </p:nvGrpSpPr>
            <p:grpSpPr>
              <a:xfrm>
                <a:off x="10529167" y="2015456"/>
                <a:ext cx="435441" cy="512523"/>
                <a:chOff x="4987206" y="2118295"/>
                <a:chExt cx="2266113" cy="2621410"/>
              </a:xfrm>
            </p:grpSpPr>
            <p:sp>
              <p:nvSpPr>
                <p:cNvPr id="39" name="环形箭头 6">
                  <a:extLst>
                    <a:ext uri="{FF2B5EF4-FFF2-40B4-BE49-F238E27FC236}">
                      <a16:creationId xmlns:a16="http://schemas.microsoft.com/office/drawing/2014/main" id="{44F9F7EB-C970-428F-972E-26A7BD17818A}"/>
                    </a:ext>
                  </a:extLst>
                </p:cNvPr>
                <p:cNvSpPr/>
                <p:nvPr/>
              </p:nvSpPr>
              <p:spPr>
                <a:xfrm>
                  <a:off x="5019397" y="2118295"/>
                  <a:ext cx="2233922" cy="2233922"/>
                </a:xfrm>
                <a:prstGeom prst="circularArrow">
                  <a:avLst>
                    <a:gd name="adj1" fmla="val 9476"/>
                    <a:gd name="adj2" fmla="val 684342"/>
                    <a:gd name="adj3" fmla="val 18686973"/>
                    <a:gd name="adj4" fmla="val 12947283"/>
                    <a:gd name="adj5" fmla="val 11055"/>
                  </a:avLst>
                </a:prstGeom>
                <a:gradFill flip="none" rotWithShape="1">
                  <a:gsLst>
                    <a:gs pos="0">
                      <a:srgbClr val="FFFFFF">
                        <a:lumMod val="95000"/>
                        <a:alpha val="0"/>
                      </a:srgbClr>
                    </a:gs>
                    <a:gs pos="100000">
                      <a:srgbClr val="C7000B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</p:sp>
            <p:sp>
              <p:nvSpPr>
                <p:cNvPr id="40" name="环形箭头 4">
                  <a:extLst>
                    <a:ext uri="{FF2B5EF4-FFF2-40B4-BE49-F238E27FC236}">
                      <a16:creationId xmlns:a16="http://schemas.microsoft.com/office/drawing/2014/main" id="{3D357BD9-ABCF-4C74-8970-8E86D9A52C71}"/>
                    </a:ext>
                  </a:extLst>
                </p:cNvPr>
                <p:cNvSpPr/>
                <p:nvPr/>
              </p:nvSpPr>
              <p:spPr>
                <a:xfrm>
                  <a:off x="4987206" y="2505783"/>
                  <a:ext cx="2233922" cy="2233922"/>
                </a:xfrm>
                <a:prstGeom prst="circularArrow">
                  <a:avLst>
                    <a:gd name="adj1" fmla="val 9476"/>
                    <a:gd name="adj2" fmla="val 684342"/>
                    <a:gd name="adj3" fmla="val 7970050"/>
                    <a:gd name="adj4" fmla="val 2065599"/>
                    <a:gd name="adj5" fmla="val 11055"/>
                  </a:avLst>
                </a:prstGeom>
                <a:gradFill rotWithShape="0">
                  <a:gsLst>
                    <a:gs pos="0">
                      <a:srgbClr val="FFFFFF">
                        <a:lumMod val="95000"/>
                        <a:alpha val="0"/>
                      </a:srgbClr>
                    </a:gs>
                    <a:gs pos="100000">
                      <a:srgbClr val="C7000B"/>
                    </a:gs>
                  </a:gsLst>
                  <a:lin ang="10800000" scaled="0"/>
                </a:gradFill>
                <a:ln>
                  <a:noFill/>
                </a:ln>
                <a:effectLst/>
              </p:spPr>
            </p:sp>
          </p:grp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F18D976-E992-4FBC-9D64-E63BD9A5A6E1}"/>
                  </a:ext>
                </a:extLst>
              </p:cNvPr>
              <p:cNvSpPr txBox="1"/>
              <p:nvPr/>
            </p:nvSpPr>
            <p:spPr>
              <a:xfrm>
                <a:off x="10342709" y="2147216"/>
                <a:ext cx="848786" cy="250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应对</a:t>
                </a:r>
                <a:endPara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策略</a:t>
                </a:r>
                <a:endPara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BE35B052-29E8-463D-B16E-D207573417A7}"/>
              </a:ext>
            </a:extLst>
          </p:cNvPr>
          <p:cNvSpPr/>
          <p:nvPr/>
        </p:nvSpPr>
        <p:spPr>
          <a:xfrm>
            <a:off x="736700" y="3897055"/>
            <a:ext cx="3096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打好组合拳，项目组力量充分获取信息，制定应对策略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0586B4B-756C-4852-9583-71D64569CAAE}"/>
              </a:ext>
            </a:extLst>
          </p:cNvPr>
          <p:cNvCxnSpPr/>
          <p:nvPr/>
        </p:nvCxnSpPr>
        <p:spPr>
          <a:xfrm>
            <a:off x="520700" y="3631887"/>
            <a:ext cx="3528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EC31ABC-79F9-4D5C-A151-762A8AA31094}"/>
              </a:ext>
            </a:extLst>
          </p:cNvPr>
          <p:cNvGrpSpPr/>
          <p:nvPr/>
        </p:nvGrpSpPr>
        <p:grpSpPr>
          <a:xfrm>
            <a:off x="4550381" y="4323080"/>
            <a:ext cx="3096000" cy="1589245"/>
            <a:chOff x="736700" y="4439623"/>
            <a:chExt cx="3132000" cy="1472702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C074DFC8-8BCC-437C-87A1-2DEB3404CC83}"/>
                </a:ext>
              </a:extLst>
            </p:cNvPr>
            <p:cNvSpPr/>
            <p:nvPr/>
          </p:nvSpPr>
          <p:spPr>
            <a:xfrm>
              <a:off x="736700" y="4445534"/>
              <a:ext cx="1296000" cy="1188451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竞争信息</a:t>
              </a: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56E980C-33DD-4D83-A445-6EA1EEA32194}"/>
                </a:ext>
              </a:extLst>
            </p:cNvPr>
            <p:cNvGrpSpPr/>
            <p:nvPr/>
          </p:nvGrpSpPr>
          <p:grpSpPr>
            <a:xfrm>
              <a:off x="844700" y="4705951"/>
              <a:ext cx="1080000" cy="815248"/>
              <a:chOff x="820467" y="4705951"/>
              <a:chExt cx="1152681" cy="81524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A646608B-EBC0-4445-B881-2DA03EDC2C62}"/>
                  </a:ext>
                </a:extLst>
              </p:cNvPr>
              <p:cNvSpPr/>
              <p:nvPr/>
            </p:nvSpPr>
            <p:spPr>
              <a:xfrm>
                <a:off x="1424363" y="5005576"/>
                <a:ext cx="548785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D4D1C41D-C730-451A-8000-42096E5BC9E8}"/>
                  </a:ext>
                </a:extLst>
              </p:cNvPr>
              <p:cNvSpPr/>
              <p:nvPr/>
            </p:nvSpPr>
            <p:spPr>
              <a:xfrm>
                <a:off x="820467" y="4705951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内容</a:t>
                </a:r>
                <a:r>
                  <a:rPr kumimoji="0" lang="en-US" altLang="zh-CN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1</a:t>
                </a:r>
                <a:endPara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5F14F8B8-05AA-4B3A-A0FC-B4E58649506F}"/>
                  </a:ext>
                </a:extLst>
              </p:cNvPr>
              <p:cNvSpPr/>
              <p:nvPr/>
            </p:nvSpPr>
            <p:spPr>
              <a:xfrm>
                <a:off x="820467" y="5005576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978FF0DD-EF24-4DC9-883E-C4EA1FA50189}"/>
                  </a:ext>
                </a:extLst>
              </p:cNvPr>
              <p:cNvSpPr/>
              <p:nvPr/>
            </p:nvSpPr>
            <p:spPr>
              <a:xfrm>
                <a:off x="820467" y="5305200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21C737D1-A529-4735-AC4A-272BB33DA12B}"/>
                  </a:ext>
                </a:extLst>
              </p:cNvPr>
              <p:cNvSpPr/>
              <p:nvPr/>
            </p:nvSpPr>
            <p:spPr>
              <a:xfrm>
                <a:off x="1424582" y="4705951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9AF5C627-70A7-42DA-95D9-54DDC0B8774E}"/>
                  </a:ext>
                </a:extLst>
              </p:cNvPr>
              <p:cNvSpPr/>
              <p:nvPr/>
            </p:nvSpPr>
            <p:spPr>
              <a:xfrm>
                <a:off x="1424582" y="5305200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……</a:t>
                </a:r>
                <a:endPara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7ED768A-FEC7-49B2-9E4D-CB0FDA2F597E}"/>
                </a:ext>
              </a:extLst>
            </p:cNvPr>
            <p:cNvSpPr/>
            <p:nvPr/>
          </p:nvSpPr>
          <p:spPr>
            <a:xfrm>
              <a:off x="736700" y="5714835"/>
              <a:ext cx="1308522" cy="19749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高层关系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A9A76ADB-DA2E-4B45-8AA8-6781D82B2C10}"/>
                </a:ext>
              </a:extLst>
            </p:cNvPr>
            <p:cNvGrpSpPr/>
            <p:nvPr/>
          </p:nvGrpSpPr>
          <p:grpSpPr>
            <a:xfrm>
              <a:off x="2103194" y="4661349"/>
              <a:ext cx="132250" cy="251569"/>
              <a:chOff x="5937782" y="3978482"/>
              <a:chExt cx="275161" cy="297504"/>
            </a:xfrm>
          </p:grpSpPr>
          <p:sp>
            <p:nvSpPr>
              <p:cNvPr id="79" name="流程图: 摘录 78">
                <a:extLst>
                  <a:ext uri="{FF2B5EF4-FFF2-40B4-BE49-F238E27FC236}">
                    <a16:creationId xmlns:a16="http://schemas.microsoft.com/office/drawing/2014/main" id="{99287CCF-E64A-48BF-A7D0-42731AC59FFB}"/>
                  </a:ext>
                </a:extLst>
              </p:cNvPr>
              <p:cNvSpPr/>
              <p:nvPr/>
            </p:nvSpPr>
            <p:spPr>
              <a:xfrm rot="5400000" flipH="1">
                <a:off x="5977092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80" name="流程图: 摘录 79">
                <a:extLst>
                  <a:ext uri="{FF2B5EF4-FFF2-40B4-BE49-F238E27FC236}">
                    <a16:creationId xmlns:a16="http://schemas.microsoft.com/office/drawing/2014/main" id="{180B4BC6-E235-418E-B337-DE12C1A9F744}"/>
                  </a:ext>
                </a:extLst>
              </p:cNvPr>
              <p:cNvSpPr/>
              <p:nvPr/>
            </p:nvSpPr>
            <p:spPr>
              <a:xfrm rot="5400000" flipH="1">
                <a:off x="5876130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64AB58C0-C0DB-4A00-B75A-F3AB23CC1C07}"/>
                </a:ext>
              </a:extLst>
            </p:cNvPr>
            <p:cNvGrpSpPr/>
            <p:nvPr/>
          </p:nvGrpSpPr>
          <p:grpSpPr>
            <a:xfrm>
              <a:off x="2103194" y="5317381"/>
              <a:ext cx="132250" cy="251569"/>
              <a:chOff x="5937782" y="3978482"/>
              <a:chExt cx="275161" cy="297504"/>
            </a:xfrm>
          </p:grpSpPr>
          <p:sp>
            <p:nvSpPr>
              <p:cNvPr id="77" name="流程图: 摘录 76">
                <a:extLst>
                  <a:ext uri="{FF2B5EF4-FFF2-40B4-BE49-F238E27FC236}">
                    <a16:creationId xmlns:a16="http://schemas.microsoft.com/office/drawing/2014/main" id="{C3C5785F-522F-489A-91A4-98700603B9A2}"/>
                  </a:ext>
                </a:extLst>
              </p:cNvPr>
              <p:cNvSpPr/>
              <p:nvPr/>
            </p:nvSpPr>
            <p:spPr>
              <a:xfrm rot="5400000" flipH="1">
                <a:off x="5977092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78" name="流程图: 摘录 77">
                <a:extLst>
                  <a:ext uri="{FF2B5EF4-FFF2-40B4-BE49-F238E27FC236}">
                    <a16:creationId xmlns:a16="http://schemas.microsoft.com/office/drawing/2014/main" id="{AA515F30-6A67-4BE8-A4AC-69B24CB901FA}"/>
                  </a:ext>
                </a:extLst>
              </p:cNvPr>
              <p:cNvSpPr/>
              <p:nvPr/>
            </p:nvSpPr>
            <p:spPr>
              <a:xfrm rot="5400000" flipH="1">
                <a:off x="5876130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E44C5CCA-98BD-498A-89CC-EFA612119BCD}"/>
                </a:ext>
              </a:extLst>
            </p:cNvPr>
            <p:cNvGrpSpPr/>
            <p:nvPr/>
          </p:nvGrpSpPr>
          <p:grpSpPr>
            <a:xfrm>
              <a:off x="2310089" y="4439623"/>
              <a:ext cx="1558611" cy="1466089"/>
              <a:chOff x="9878955" y="1467275"/>
              <a:chExt cx="1739006" cy="1608527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AE1DE1D9-A3C7-42BB-A259-96FA827C7661}"/>
                  </a:ext>
                </a:extLst>
              </p:cNvPr>
              <p:cNvSpPr/>
              <p:nvPr/>
            </p:nvSpPr>
            <p:spPr>
              <a:xfrm>
                <a:off x="9878955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3DE48D-6B2E-486E-B232-BE0921EA3E94}"/>
                  </a:ext>
                </a:extLst>
              </p:cNvPr>
              <p:cNvSpPr/>
              <p:nvPr/>
            </p:nvSpPr>
            <p:spPr>
              <a:xfrm>
                <a:off x="10472392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A678BF30-5ED4-4788-86CA-6B17E6DC68C1}"/>
                  </a:ext>
                </a:extLst>
              </p:cNvPr>
              <p:cNvSpPr/>
              <p:nvPr/>
            </p:nvSpPr>
            <p:spPr>
              <a:xfrm>
                <a:off x="9878955" y="1903851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7A370D1-F572-4FF2-B5D5-EB6392FD6B11}"/>
                  </a:ext>
                </a:extLst>
              </p:cNvPr>
              <p:cNvSpPr/>
              <p:nvPr/>
            </p:nvSpPr>
            <p:spPr>
              <a:xfrm>
                <a:off x="9878955" y="2340427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A33D4547-D025-4B68-BC68-F4C95342686B}"/>
                  </a:ext>
                </a:extLst>
              </p:cNvPr>
              <p:cNvSpPr/>
              <p:nvPr/>
            </p:nvSpPr>
            <p:spPr>
              <a:xfrm>
                <a:off x="9878955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93AC384C-A6C5-407F-96A8-66344269089A}"/>
                  </a:ext>
                </a:extLst>
              </p:cNvPr>
              <p:cNvSpPr/>
              <p:nvPr/>
            </p:nvSpPr>
            <p:spPr>
              <a:xfrm>
                <a:off x="11070804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8E94A75-412C-48D9-87EA-4EBA50140356}"/>
                  </a:ext>
                </a:extLst>
              </p:cNvPr>
              <p:cNvSpPr/>
              <p:nvPr/>
            </p:nvSpPr>
            <p:spPr>
              <a:xfrm>
                <a:off x="10472392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AE4C6D3-1972-41E0-BD19-11E57401082B}"/>
                  </a:ext>
                </a:extLst>
              </p:cNvPr>
              <p:cNvSpPr/>
              <p:nvPr/>
            </p:nvSpPr>
            <p:spPr>
              <a:xfrm>
                <a:off x="11070804" y="1903851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9A46E84A-0BEF-4335-9839-AE5ACF57F7DF}"/>
                  </a:ext>
                </a:extLst>
              </p:cNvPr>
              <p:cNvSpPr/>
              <p:nvPr/>
            </p:nvSpPr>
            <p:spPr>
              <a:xfrm>
                <a:off x="11077961" y="2339863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F558C3C9-A9F8-4882-872D-E92E86B258AB}"/>
                  </a:ext>
                </a:extLst>
              </p:cNvPr>
              <p:cNvSpPr/>
              <p:nvPr/>
            </p:nvSpPr>
            <p:spPr>
              <a:xfrm>
                <a:off x="11070804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03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……</a:t>
                </a:r>
                <a:endPara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BD13591-E9D4-4ED6-8049-0E8232F9CEE1}"/>
                  </a:ext>
                </a:extLst>
              </p:cNvPr>
              <p:cNvGrpSpPr/>
              <p:nvPr/>
            </p:nvGrpSpPr>
            <p:grpSpPr>
              <a:xfrm>
                <a:off x="10529167" y="2015456"/>
                <a:ext cx="435441" cy="512523"/>
                <a:chOff x="4987206" y="2118295"/>
                <a:chExt cx="2266113" cy="2621410"/>
              </a:xfrm>
            </p:grpSpPr>
            <p:sp>
              <p:nvSpPr>
                <p:cNvPr id="75" name="环形箭头 6">
                  <a:extLst>
                    <a:ext uri="{FF2B5EF4-FFF2-40B4-BE49-F238E27FC236}">
                      <a16:creationId xmlns:a16="http://schemas.microsoft.com/office/drawing/2014/main" id="{767803F3-0AFE-48A9-BAF5-D54F0269253C}"/>
                    </a:ext>
                  </a:extLst>
                </p:cNvPr>
                <p:cNvSpPr/>
                <p:nvPr/>
              </p:nvSpPr>
              <p:spPr>
                <a:xfrm>
                  <a:off x="5019397" y="2118295"/>
                  <a:ext cx="2233922" cy="2233922"/>
                </a:xfrm>
                <a:prstGeom prst="circularArrow">
                  <a:avLst>
                    <a:gd name="adj1" fmla="val 9476"/>
                    <a:gd name="adj2" fmla="val 684342"/>
                    <a:gd name="adj3" fmla="val 18686973"/>
                    <a:gd name="adj4" fmla="val 12947283"/>
                    <a:gd name="adj5" fmla="val 11055"/>
                  </a:avLst>
                </a:prstGeom>
                <a:gradFill flip="none" rotWithShape="1">
                  <a:gsLst>
                    <a:gs pos="0">
                      <a:srgbClr val="FFFFFF">
                        <a:lumMod val="95000"/>
                        <a:alpha val="0"/>
                      </a:srgbClr>
                    </a:gs>
                    <a:gs pos="100000">
                      <a:srgbClr val="C7000B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</p:sp>
            <p:sp>
              <p:nvSpPr>
                <p:cNvPr id="76" name="环形箭头 4">
                  <a:extLst>
                    <a:ext uri="{FF2B5EF4-FFF2-40B4-BE49-F238E27FC236}">
                      <a16:creationId xmlns:a16="http://schemas.microsoft.com/office/drawing/2014/main" id="{1162DD69-8E4A-430C-9809-BC8E6BA2B5FA}"/>
                    </a:ext>
                  </a:extLst>
                </p:cNvPr>
                <p:cNvSpPr/>
                <p:nvPr/>
              </p:nvSpPr>
              <p:spPr>
                <a:xfrm>
                  <a:off x="4987206" y="2505783"/>
                  <a:ext cx="2233922" cy="2233922"/>
                </a:xfrm>
                <a:prstGeom prst="circularArrow">
                  <a:avLst>
                    <a:gd name="adj1" fmla="val 9476"/>
                    <a:gd name="adj2" fmla="val 684342"/>
                    <a:gd name="adj3" fmla="val 7970050"/>
                    <a:gd name="adj4" fmla="val 2065599"/>
                    <a:gd name="adj5" fmla="val 11055"/>
                  </a:avLst>
                </a:prstGeom>
                <a:gradFill rotWithShape="0">
                  <a:gsLst>
                    <a:gs pos="0">
                      <a:srgbClr val="FFFFFF">
                        <a:lumMod val="95000"/>
                        <a:alpha val="0"/>
                      </a:srgbClr>
                    </a:gs>
                    <a:gs pos="100000">
                      <a:srgbClr val="C7000B"/>
                    </a:gs>
                  </a:gsLst>
                  <a:lin ang="10800000" scaled="0"/>
                </a:gradFill>
                <a:ln>
                  <a:noFill/>
                </a:ln>
                <a:effectLst/>
              </p:spPr>
            </p:sp>
          </p:grp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68016057-36DB-4673-86BB-5CC6BC7AB6F5}"/>
                  </a:ext>
                </a:extLst>
              </p:cNvPr>
              <p:cNvSpPr txBox="1"/>
              <p:nvPr/>
            </p:nvSpPr>
            <p:spPr>
              <a:xfrm>
                <a:off x="10342709" y="2147216"/>
                <a:ext cx="848786" cy="250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应对</a:t>
                </a:r>
                <a:endPara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策略</a:t>
                </a:r>
                <a:endPara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  <p:sp>
        <p:nvSpPr>
          <p:cNvPr id="87" name="矩形 86">
            <a:extLst>
              <a:ext uri="{FF2B5EF4-FFF2-40B4-BE49-F238E27FC236}">
                <a16:creationId xmlns:a16="http://schemas.microsoft.com/office/drawing/2014/main" id="{789D687D-BBB3-426B-82F6-56C689433802}"/>
              </a:ext>
            </a:extLst>
          </p:cNvPr>
          <p:cNvSpPr/>
          <p:nvPr/>
        </p:nvSpPr>
        <p:spPr>
          <a:xfrm>
            <a:off x="4550381" y="3897055"/>
            <a:ext cx="3096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打好组合拳，项目组力量充分获取信息，制定应对策略</a:t>
            </a: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64F1ACF4-EDD2-4FEB-BED6-A5CDF885629C}"/>
              </a:ext>
            </a:extLst>
          </p:cNvPr>
          <p:cNvGrpSpPr/>
          <p:nvPr/>
        </p:nvGrpSpPr>
        <p:grpSpPr>
          <a:xfrm>
            <a:off x="8372000" y="4323080"/>
            <a:ext cx="3096000" cy="1589245"/>
            <a:chOff x="736700" y="4439623"/>
            <a:chExt cx="3132000" cy="1472702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5F582D37-80B8-4F68-A88D-EE7BBB22DA6F}"/>
                </a:ext>
              </a:extLst>
            </p:cNvPr>
            <p:cNvSpPr/>
            <p:nvPr/>
          </p:nvSpPr>
          <p:spPr>
            <a:xfrm>
              <a:off x="736700" y="4445534"/>
              <a:ext cx="1296000" cy="1188451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竞争信息</a:t>
              </a: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1B829F56-CF3C-4656-A660-E89298FB8224}"/>
                </a:ext>
              </a:extLst>
            </p:cNvPr>
            <p:cNvGrpSpPr/>
            <p:nvPr/>
          </p:nvGrpSpPr>
          <p:grpSpPr>
            <a:xfrm>
              <a:off x="844700" y="4705951"/>
              <a:ext cx="1080000" cy="815248"/>
              <a:chOff x="820467" y="4705951"/>
              <a:chExt cx="1152681" cy="815248"/>
            </a:xfrm>
          </p:grpSpPr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76BDFD60-F5D5-4AFE-9F4F-2A3F1B851EB2}"/>
                  </a:ext>
                </a:extLst>
              </p:cNvPr>
              <p:cNvSpPr/>
              <p:nvPr/>
            </p:nvSpPr>
            <p:spPr>
              <a:xfrm>
                <a:off x="1424363" y="5005576"/>
                <a:ext cx="548785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5287FACE-441F-4D6D-B136-DEADF2C25397}"/>
                  </a:ext>
                </a:extLst>
              </p:cNvPr>
              <p:cNvSpPr/>
              <p:nvPr/>
            </p:nvSpPr>
            <p:spPr>
              <a:xfrm>
                <a:off x="820467" y="4705951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内容</a:t>
                </a:r>
                <a:r>
                  <a:rPr kumimoji="0" lang="en-US" altLang="zh-CN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1</a:t>
                </a:r>
                <a:endPara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6BCEB5EB-2CCE-4449-94DA-B666FA20ADD5}"/>
                  </a:ext>
                </a:extLst>
              </p:cNvPr>
              <p:cNvSpPr/>
              <p:nvPr/>
            </p:nvSpPr>
            <p:spPr>
              <a:xfrm>
                <a:off x="820467" y="5005576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F4BBDC16-45CE-4570-BABB-E9DB778B24BF}"/>
                  </a:ext>
                </a:extLst>
              </p:cNvPr>
              <p:cNvSpPr/>
              <p:nvPr/>
            </p:nvSpPr>
            <p:spPr>
              <a:xfrm>
                <a:off x="820467" y="5305200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8EC8F914-F090-42B8-AE7B-38829D5ED44D}"/>
                  </a:ext>
                </a:extLst>
              </p:cNvPr>
              <p:cNvSpPr/>
              <p:nvPr/>
            </p:nvSpPr>
            <p:spPr>
              <a:xfrm>
                <a:off x="1424582" y="4705951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700" kern="0" dirty="0">
                    <a:solidFill>
                      <a:prstClr val="black"/>
                    </a:solidFill>
                    <a:latin typeface="+mn-ea"/>
                  </a:rPr>
                  <a:t>内容</a:t>
                </a:r>
                <a:r>
                  <a:rPr lang="en-US" altLang="zh-CN" sz="700" kern="0" dirty="0">
                    <a:solidFill>
                      <a:prstClr val="black"/>
                    </a:solidFill>
                    <a:latin typeface="+mn-ea"/>
                  </a:rPr>
                  <a:t>1</a:t>
                </a:r>
                <a:endParaRPr lang="zh-CN" altLang="en-US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FEA0609D-005B-44CF-AB2E-8D1B3DB715E3}"/>
                  </a:ext>
                </a:extLst>
              </p:cNvPr>
              <p:cNvSpPr/>
              <p:nvPr/>
            </p:nvSpPr>
            <p:spPr>
              <a:xfrm>
                <a:off x="1424582" y="5305200"/>
                <a:ext cx="548346" cy="215999"/>
              </a:xfrm>
              <a:prstGeom prst="rect">
                <a:avLst/>
              </a:prstGeom>
              <a:solidFill>
                <a:srgbClr val="FBFBFB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……</a:t>
                </a:r>
                <a:endPara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ABFD57EC-D04F-45F7-AEAE-5AB12D971220}"/>
                </a:ext>
              </a:extLst>
            </p:cNvPr>
            <p:cNvSpPr/>
            <p:nvPr/>
          </p:nvSpPr>
          <p:spPr>
            <a:xfrm>
              <a:off x="736700" y="5714835"/>
              <a:ext cx="1308522" cy="19749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高层关系</a:t>
              </a:r>
            </a:p>
          </p:txBody>
        </p: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62C74F5A-2733-4E8A-8B84-85627DD7C2A6}"/>
                </a:ext>
              </a:extLst>
            </p:cNvPr>
            <p:cNvGrpSpPr/>
            <p:nvPr/>
          </p:nvGrpSpPr>
          <p:grpSpPr>
            <a:xfrm>
              <a:off x="2103194" y="4661349"/>
              <a:ext cx="132250" cy="251569"/>
              <a:chOff x="5937782" y="3978482"/>
              <a:chExt cx="275161" cy="297504"/>
            </a:xfrm>
          </p:grpSpPr>
          <p:sp>
            <p:nvSpPr>
              <p:cNvPr id="113" name="流程图: 摘录 112">
                <a:extLst>
                  <a:ext uri="{FF2B5EF4-FFF2-40B4-BE49-F238E27FC236}">
                    <a16:creationId xmlns:a16="http://schemas.microsoft.com/office/drawing/2014/main" id="{8F8F941E-F25F-4DFC-BC61-BDE3053E5046}"/>
                  </a:ext>
                </a:extLst>
              </p:cNvPr>
              <p:cNvSpPr/>
              <p:nvPr/>
            </p:nvSpPr>
            <p:spPr>
              <a:xfrm rot="5400000" flipH="1">
                <a:off x="5977092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流程图: 摘录 113">
                <a:extLst>
                  <a:ext uri="{FF2B5EF4-FFF2-40B4-BE49-F238E27FC236}">
                    <a16:creationId xmlns:a16="http://schemas.microsoft.com/office/drawing/2014/main" id="{6CA85DEB-7D4F-4776-95DC-9F3A0256AEAF}"/>
                  </a:ext>
                </a:extLst>
              </p:cNvPr>
              <p:cNvSpPr/>
              <p:nvPr/>
            </p:nvSpPr>
            <p:spPr>
              <a:xfrm rot="5400000" flipH="1">
                <a:off x="5876130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D1BE3304-71FA-41AD-A559-E7B26BB2AEF4}"/>
                </a:ext>
              </a:extLst>
            </p:cNvPr>
            <p:cNvGrpSpPr/>
            <p:nvPr/>
          </p:nvGrpSpPr>
          <p:grpSpPr>
            <a:xfrm>
              <a:off x="2103194" y="5317381"/>
              <a:ext cx="132250" cy="251569"/>
              <a:chOff x="5937782" y="3978482"/>
              <a:chExt cx="275161" cy="297504"/>
            </a:xfrm>
          </p:grpSpPr>
          <p:sp>
            <p:nvSpPr>
              <p:cNvPr id="111" name="流程图: 摘录 110">
                <a:extLst>
                  <a:ext uri="{FF2B5EF4-FFF2-40B4-BE49-F238E27FC236}">
                    <a16:creationId xmlns:a16="http://schemas.microsoft.com/office/drawing/2014/main" id="{7360E316-1F92-4A93-96D9-8A06E45A83C5}"/>
                  </a:ext>
                </a:extLst>
              </p:cNvPr>
              <p:cNvSpPr/>
              <p:nvPr/>
            </p:nvSpPr>
            <p:spPr>
              <a:xfrm rot="5400000" flipH="1">
                <a:off x="5977092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2" name="流程图: 摘录 111">
                <a:extLst>
                  <a:ext uri="{FF2B5EF4-FFF2-40B4-BE49-F238E27FC236}">
                    <a16:creationId xmlns:a16="http://schemas.microsoft.com/office/drawing/2014/main" id="{C88F564C-7701-40D5-ABFD-E990DD71312C}"/>
                  </a:ext>
                </a:extLst>
              </p:cNvPr>
              <p:cNvSpPr/>
              <p:nvPr/>
            </p:nvSpPr>
            <p:spPr>
              <a:xfrm rot="5400000" flipH="1">
                <a:off x="5876130" y="4040134"/>
                <a:ext cx="297504" cy="174199"/>
              </a:xfrm>
              <a:prstGeom prst="flowChartExtract">
                <a:avLst/>
              </a:prstGeom>
              <a:gradFill>
                <a:gsLst>
                  <a:gs pos="30000">
                    <a:srgbClr val="C00000">
                      <a:alpha val="20000"/>
                    </a:srgbClr>
                  </a:gs>
                  <a:gs pos="0">
                    <a:srgbClr val="C00000"/>
                  </a:gs>
                  <a:gs pos="73000">
                    <a:srgbClr val="C00000">
                      <a:alpha val="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0">
                      <a:srgbClr val="C00000"/>
                    </a:gs>
                    <a:gs pos="94000">
                      <a:srgbClr val="C00000"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ot="0" spcFirstLastPara="0" vert="horz" wrap="non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9624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9184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8808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8432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7993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7617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72410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68015" algn="l" defTabSz="791845" rtl="0" eaLnBrk="1" latinLnBrk="0" hangingPunct="1">
                  <a:defRPr sz="156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7915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33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n-ea"/>
                  <a:cs typeface="+mn-cs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6951F3E2-AD6C-470E-B2AC-2E090FE41FCD}"/>
                </a:ext>
              </a:extLst>
            </p:cNvPr>
            <p:cNvGrpSpPr/>
            <p:nvPr/>
          </p:nvGrpSpPr>
          <p:grpSpPr>
            <a:xfrm>
              <a:off x="2310089" y="4439623"/>
              <a:ext cx="1558611" cy="1466089"/>
              <a:chOff x="9878955" y="1467275"/>
              <a:chExt cx="1739006" cy="1608527"/>
            </a:xfrm>
          </p:grpSpPr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6EA0D009-4ED0-40CF-AE87-273614B92A4B}"/>
                  </a:ext>
                </a:extLst>
              </p:cNvPr>
              <p:cNvSpPr/>
              <p:nvPr/>
            </p:nvSpPr>
            <p:spPr>
              <a:xfrm>
                <a:off x="9878955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6D9F7A19-D3D1-4DBF-923B-DC73CA972CDE}"/>
                  </a:ext>
                </a:extLst>
              </p:cNvPr>
              <p:cNvSpPr/>
              <p:nvPr/>
            </p:nvSpPr>
            <p:spPr>
              <a:xfrm>
                <a:off x="10472392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8009D9D4-D7C8-40A6-AF21-0F001B624904}"/>
                  </a:ext>
                </a:extLst>
              </p:cNvPr>
              <p:cNvSpPr/>
              <p:nvPr/>
            </p:nvSpPr>
            <p:spPr>
              <a:xfrm>
                <a:off x="9878955" y="1903851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34AF3E3-FB5D-48FB-9A4F-720C79362FF8}"/>
                  </a:ext>
                </a:extLst>
              </p:cNvPr>
              <p:cNvSpPr/>
              <p:nvPr/>
            </p:nvSpPr>
            <p:spPr>
              <a:xfrm>
                <a:off x="9878955" y="2340427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FCD2E9F-4422-4546-AFFC-94C55527F4E3}"/>
                  </a:ext>
                </a:extLst>
              </p:cNvPr>
              <p:cNvSpPr/>
              <p:nvPr/>
            </p:nvSpPr>
            <p:spPr>
              <a:xfrm>
                <a:off x="9878955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1E3305D-8936-4CA4-98E7-6D75F12713E8}"/>
                  </a:ext>
                </a:extLst>
              </p:cNvPr>
              <p:cNvSpPr/>
              <p:nvPr/>
            </p:nvSpPr>
            <p:spPr>
              <a:xfrm>
                <a:off x="11070804" y="1467275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CCF80A7C-1943-4F47-B553-FEF414C629B8}"/>
                  </a:ext>
                </a:extLst>
              </p:cNvPr>
              <p:cNvSpPr/>
              <p:nvPr/>
            </p:nvSpPr>
            <p:spPr>
              <a:xfrm>
                <a:off x="10472392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840280F9-BDE3-4FBE-B5E2-D26E223D1D36}"/>
                  </a:ext>
                </a:extLst>
              </p:cNvPr>
              <p:cNvSpPr/>
              <p:nvPr/>
            </p:nvSpPr>
            <p:spPr>
              <a:xfrm>
                <a:off x="11070804" y="1903851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9071D653-967C-4F72-B720-1D72CBA5B592}"/>
                  </a:ext>
                </a:extLst>
              </p:cNvPr>
              <p:cNvSpPr/>
              <p:nvPr/>
            </p:nvSpPr>
            <p:spPr>
              <a:xfrm>
                <a:off x="11077961" y="2339863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>
                  <a:defRPr/>
                </a:pPr>
                <a:r>
                  <a:rPr lang="zh-CN" altLang="en-US" sz="800" kern="0" dirty="0">
                    <a:solidFill>
                      <a:srgbClr val="C00000"/>
                    </a:solidFill>
                    <a:latin typeface="+mn-ea"/>
                  </a:rPr>
                  <a:t>内容</a:t>
                </a:r>
                <a:r>
                  <a:rPr lang="en-US" altLang="zh-CN" sz="800" kern="0" dirty="0">
                    <a:solidFill>
                      <a:srgbClr val="C00000"/>
                    </a:solidFill>
                    <a:latin typeface="+mn-ea"/>
                  </a:rPr>
                  <a:t>1</a:t>
                </a:r>
                <a:endParaRPr lang="zh-CN" altLang="en-US" sz="8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AE0B0C8-BEC6-4EDF-A99D-0EB5E610EBCD}"/>
                  </a:ext>
                </a:extLst>
              </p:cNvPr>
              <p:cNvSpPr/>
              <p:nvPr/>
            </p:nvSpPr>
            <p:spPr>
              <a:xfrm>
                <a:off x="11070804" y="2777002"/>
                <a:ext cx="540000" cy="298800"/>
              </a:xfrm>
              <a:prstGeom prst="rect">
                <a:avLst/>
              </a:prstGeom>
              <a:solidFill>
                <a:srgbClr val="FFFBF7"/>
              </a:solidFill>
              <a:ln w="6350">
                <a:solidFill>
                  <a:srgbClr val="ECB7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03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……</a:t>
                </a:r>
                <a:endPara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DB52160-F026-46E4-995B-4830C9DDFA8D}"/>
                  </a:ext>
                </a:extLst>
              </p:cNvPr>
              <p:cNvGrpSpPr/>
              <p:nvPr/>
            </p:nvGrpSpPr>
            <p:grpSpPr>
              <a:xfrm>
                <a:off x="10529167" y="2015456"/>
                <a:ext cx="435441" cy="512523"/>
                <a:chOff x="4987206" y="2118295"/>
                <a:chExt cx="2266113" cy="2621410"/>
              </a:xfrm>
            </p:grpSpPr>
            <p:sp>
              <p:nvSpPr>
                <p:cNvPr id="109" name="环形箭头 6">
                  <a:extLst>
                    <a:ext uri="{FF2B5EF4-FFF2-40B4-BE49-F238E27FC236}">
                      <a16:creationId xmlns:a16="http://schemas.microsoft.com/office/drawing/2014/main" id="{D54B8A91-C789-462C-B96B-0BD9A782B8B0}"/>
                    </a:ext>
                  </a:extLst>
                </p:cNvPr>
                <p:cNvSpPr/>
                <p:nvPr/>
              </p:nvSpPr>
              <p:spPr>
                <a:xfrm>
                  <a:off x="5019397" y="2118295"/>
                  <a:ext cx="2233922" cy="2233922"/>
                </a:xfrm>
                <a:prstGeom prst="circularArrow">
                  <a:avLst>
                    <a:gd name="adj1" fmla="val 9476"/>
                    <a:gd name="adj2" fmla="val 684342"/>
                    <a:gd name="adj3" fmla="val 18686973"/>
                    <a:gd name="adj4" fmla="val 12947283"/>
                    <a:gd name="adj5" fmla="val 11055"/>
                  </a:avLst>
                </a:prstGeom>
                <a:gradFill flip="none" rotWithShape="1">
                  <a:gsLst>
                    <a:gs pos="0">
                      <a:srgbClr val="FFFFFF">
                        <a:lumMod val="95000"/>
                        <a:alpha val="0"/>
                      </a:srgbClr>
                    </a:gs>
                    <a:gs pos="100000">
                      <a:srgbClr val="C7000B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</p:sp>
            <p:sp>
              <p:nvSpPr>
                <p:cNvPr id="110" name="环形箭头 4">
                  <a:extLst>
                    <a:ext uri="{FF2B5EF4-FFF2-40B4-BE49-F238E27FC236}">
                      <a16:creationId xmlns:a16="http://schemas.microsoft.com/office/drawing/2014/main" id="{1D0CD861-2AE4-4DEA-9EA0-A51C816F7C8D}"/>
                    </a:ext>
                  </a:extLst>
                </p:cNvPr>
                <p:cNvSpPr/>
                <p:nvPr/>
              </p:nvSpPr>
              <p:spPr>
                <a:xfrm>
                  <a:off x="4987206" y="2505783"/>
                  <a:ext cx="2233922" cy="2233922"/>
                </a:xfrm>
                <a:prstGeom prst="circularArrow">
                  <a:avLst>
                    <a:gd name="adj1" fmla="val 9476"/>
                    <a:gd name="adj2" fmla="val 684342"/>
                    <a:gd name="adj3" fmla="val 7970050"/>
                    <a:gd name="adj4" fmla="val 2065599"/>
                    <a:gd name="adj5" fmla="val 11055"/>
                  </a:avLst>
                </a:prstGeom>
                <a:gradFill rotWithShape="0">
                  <a:gsLst>
                    <a:gs pos="0">
                      <a:srgbClr val="FFFFFF">
                        <a:lumMod val="95000"/>
                        <a:alpha val="0"/>
                      </a:srgbClr>
                    </a:gs>
                    <a:gs pos="100000">
                      <a:srgbClr val="C7000B"/>
                    </a:gs>
                  </a:gsLst>
                  <a:lin ang="10800000" scaled="0"/>
                </a:gradFill>
                <a:ln>
                  <a:noFill/>
                </a:ln>
                <a:effectLst/>
              </p:spPr>
            </p:sp>
          </p:grp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FDCFA1B-CA90-4009-8140-F80D2C562973}"/>
                  </a:ext>
                </a:extLst>
              </p:cNvPr>
              <p:cNvSpPr txBox="1"/>
              <p:nvPr/>
            </p:nvSpPr>
            <p:spPr>
              <a:xfrm>
                <a:off x="10342709" y="2147216"/>
                <a:ext cx="848786" cy="250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应对</a:t>
                </a:r>
                <a:endPara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策略</a:t>
                </a:r>
                <a:endPara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  <p:sp>
        <p:nvSpPr>
          <p:cNvPr id="121" name="矩形 120">
            <a:extLst>
              <a:ext uri="{FF2B5EF4-FFF2-40B4-BE49-F238E27FC236}">
                <a16:creationId xmlns:a16="http://schemas.microsoft.com/office/drawing/2014/main" id="{3FA27AFA-0B7F-4444-AC06-D823BA93A20F}"/>
              </a:ext>
            </a:extLst>
          </p:cNvPr>
          <p:cNvSpPr/>
          <p:nvPr/>
        </p:nvSpPr>
        <p:spPr>
          <a:xfrm>
            <a:off x="8372000" y="3897055"/>
            <a:ext cx="3096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打好组合拳，项目组力量充分获取信息，制定应对策略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7CDE4A8D-ED56-4B63-AA48-A1413CD03CFC}"/>
              </a:ext>
            </a:extLst>
          </p:cNvPr>
          <p:cNvCxnSpPr/>
          <p:nvPr/>
        </p:nvCxnSpPr>
        <p:spPr>
          <a:xfrm>
            <a:off x="4334381" y="3631887"/>
            <a:ext cx="3528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B7F5C464-7868-4D13-BF13-7021F1F8EEB5}"/>
              </a:ext>
            </a:extLst>
          </p:cNvPr>
          <p:cNvCxnSpPr/>
          <p:nvPr/>
        </p:nvCxnSpPr>
        <p:spPr>
          <a:xfrm>
            <a:off x="8156000" y="3631887"/>
            <a:ext cx="3528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E6B029A7-4C17-4621-B670-6BCD974B5D41}"/>
              </a:ext>
            </a:extLst>
          </p:cNvPr>
          <p:cNvSpPr/>
          <p:nvPr/>
        </p:nvSpPr>
        <p:spPr>
          <a:xfrm>
            <a:off x="8156000" y="914400"/>
            <a:ext cx="3528000" cy="2160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gradFill>
              <a:gsLst>
                <a:gs pos="0">
                  <a:srgbClr val="666666"/>
                </a:gs>
                <a:gs pos="10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/>
            <a:r>
              <a:rPr kumimoji="1" lang="zh-CN" altLang="en-US" sz="1100" b="1" kern="0" dirty="0">
                <a:solidFill>
                  <a:srgbClr val="C00000"/>
                </a:solidFill>
                <a:latin typeface="+mn-ea"/>
                <a:cs typeface="+mn-ea"/>
              </a:rPr>
              <a:t>灰色卡片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4707C5-F424-4698-8BFE-8C305AA1DCA9}"/>
              </a:ext>
            </a:extLst>
          </p:cNvPr>
          <p:cNvSpPr/>
          <p:nvPr/>
        </p:nvSpPr>
        <p:spPr>
          <a:xfrm>
            <a:off x="736700" y="1844564"/>
            <a:ext cx="3096000" cy="14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这里为内容区域样式这里为内容区域样式，这里为内容区域样式这里为内容区域样式。</a:t>
            </a:r>
          </a:p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38F1E51-A59F-4346-A9CB-49D0DE8732FB}"/>
              </a:ext>
            </a:extLst>
          </p:cNvPr>
          <p:cNvSpPr txBox="1"/>
          <p:nvPr/>
        </p:nvSpPr>
        <p:spPr>
          <a:xfrm>
            <a:off x="736600" y="1470384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3B4117E-2433-427E-B32B-3368BE445CE0}"/>
              </a:ext>
            </a:extLst>
          </p:cNvPr>
          <p:cNvSpPr/>
          <p:nvPr/>
        </p:nvSpPr>
        <p:spPr>
          <a:xfrm>
            <a:off x="4550381" y="1844564"/>
            <a:ext cx="3096000" cy="14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这里为内容区域样式这里为内容区域样式，这里为内容区域样式这里为内容区域样式。</a:t>
            </a:r>
          </a:p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5D54F8B-603C-4EA1-98D9-056689A2F4A6}"/>
              </a:ext>
            </a:extLst>
          </p:cNvPr>
          <p:cNvSpPr txBox="1"/>
          <p:nvPr/>
        </p:nvSpPr>
        <p:spPr>
          <a:xfrm>
            <a:off x="4550381" y="1470384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293E683F-4C8E-464A-98A9-1E6733F2DE63}"/>
              </a:ext>
            </a:extLst>
          </p:cNvPr>
          <p:cNvSpPr/>
          <p:nvPr/>
        </p:nvSpPr>
        <p:spPr>
          <a:xfrm>
            <a:off x="8372000" y="1844564"/>
            <a:ext cx="3096000" cy="14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这里为内容区域样式这里为内容区域样式，这里为内容区域样式这里为内容区域样式。</a:t>
            </a:r>
          </a:p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lvl="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31E22AE-0BFD-46B8-8B3D-397A8E216357}"/>
              </a:ext>
            </a:extLst>
          </p:cNvPr>
          <p:cNvSpPr txBox="1"/>
          <p:nvPr/>
        </p:nvSpPr>
        <p:spPr>
          <a:xfrm>
            <a:off x="8372000" y="1470384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7958AD78-FA57-4BD7-B270-7012C40B044E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30" name="矩形 129">
              <a:hlinkClick r:id="rId2" action="ppaction://hlinksldjump"/>
              <a:extLst>
                <a:ext uri="{FF2B5EF4-FFF2-40B4-BE49-F238E27FC236}">
                  <a16:creationId xmlns:a16="http://schemas.microsoft.com/office/drawing/2014/main" id="{2DB0E614-3404-4832-9A72-796C93C4672F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31" name="直接连接符 130">
              <a:hlinkClick r:id="rId2" action="ppaction://hlinksldjump"/>
              <a:extLst>
                <a:ext uri="{FF2B5EF4-FFF2-40B4-BE49-F238E27FC236}">
                  <a16:creationId xmlns:a16="http://schemas.microsoft.com/office/drawing/2014/main" id="{384FDB12-24D3-4A40-AC29-32F9B1689CC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0927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2F1CD-7AD6-4018-A626-342D5193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建议布局参考线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2ECF78-10EA-40A4-BC1F-B671A6C5934E}"/>
              </a:ext>
            </a:extLst>
          </p:cNvPr>
          <p:cNvSpPr/>
          <p:nvPr/>
        </p:nvSpPr>
        <p:spPr>
          <a:xfrm>
            <a:off x="518381" y="909000"/>
            <a:ext cx="5467651" cy="5040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FB1173-E6B6-41A9-B529-EE0E7A7CD860}"/>
              </a:ext>
            </a:extLst>
          </p:cNvPr>
          <p:cNvSpPr/>
          <p:nvPr/>
        </p:nvSpPr>
        <p:spPr>
          <a:xfrm>
            <a:off x="6210730" y="909000"/>
            <a:ext cx="5467651" cy="5040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62971A-DF58-4C22-B2F1-7273E3FD5D96}"/>
              </a:ext>
            </a:extLst>
          </p:cNvPr>
          <p:cNvSpPr/>
          <p:nvPr/>
        </p:nvSpPr>
        <p:spPr>
          <a:xfrm>
            <a:off x="518381" y="909000"/>
            <a:ext cx="6815839" cy="5040000"/>
          </a:xfrm>
          <a:prstGeom prst="rect">
            <a:avLst/>
          </a:prstGeom>
          <a:noFill/>
          <a:ln w="6350"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F83A5E-39EF-475E-A8F6-F2070D7675C8}"/>
              </a:ext>
            </a:extLst>
          </p:cNvPr>
          <p:cNvSpPr/>
          <p:nvPr/>
        </p:nvSpPr>
        <p:spPr>
          <a:xfrm>
            <a:off x="7558918" y="909000"/>
            <a:ext cx="4119463" cy="5040000"/>
          </a:xfrm>
          <a:prstGeom prst="rect">
            <a:avLst/>
          </a:prstGeom>
          <a:noFill/>
          <a:ln w="6350"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A85BAC-CCC0-47D6-88CF-D98AE9BB284B}"/>
              </a:ext>
            </a:extLst>
          </p:cNvPr>
          <p:cNvSpPr/>
          <p:nvPr/>
        </p:nvSpPr>
        <p:spPr>
          <a:xfrm>
            <a:off x="518381" y="5949000"/>
            <a:ext cx="11160000" cy="2168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2387A5-B03E-4511-8C8E-0C9BA61D0224}"/>
              </a:ext>
            </a:extLst>
          </p:cNvPr>
          <p:cNvSpPr/>
          <p:nvPr/>
        </p:nvSpPr>
        <p:spPr>
          <a:xfrm>
            <a:off x="518381" y="801000"/>
            <a:ext cx="11160000" cy="108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2DBCD6-5D64-42B5-82D6-C9C36F9171B9}"/>
              </a:ext>
            </a:extLst>
          </p:cNvPr>
          <p:cNvSpPr/>
          <p:nvPr/>
        </p:nvSpPr>
        <p:spPr>
          <a:xfrm>
            <a:off x="812800" y="1183594"/>
            <a:ext cx="2696376" cy="38087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25000"/>
              </a:lnSpc>
              <a:spcAft>
                <a:spcPts val="180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常规布局情况，建议内容按照本页参考线分栏，具体布局样式，可参考本文档“常见布局参考样式”页。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25000"/>
              </a:lnSpc>
              <a:spcAft>
                <a:spcPts val="1800"/>
              </a:spcAft>
            </a:pP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内容区左右边距应保持一致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，除特殊情况，所有页内容区域的边距都应保持一致。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内容区上下高度为</a:t>
            </a:r>
            <a:r>
              <a:rPr lang="en-US" altLang="zh-CN" sz="1000" dirty="0">
                <a:solidFill>
                  <a:srgbClr val="C00000"/>
                </a:solidFill>
                <a:latin typeface="+mn-ea"/>
              </a:rPr>
              <a:t>14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厘米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，如图中浅灰区域。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25000"/>
              </a:lnSpc>
              <a:spcAft>
                <a:spcPts val="1800"/>
              </a:spcAft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上下灰色区域，为拓展内容区域，以适应因内容过多的特殊情况，内容上下高度不应超出这个区域。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25000"/>
              </a:lnSpc>
              <a:spcAft>
                <a:spcPts val="1800"/>
              </a:spcAft>
            </a:pP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当内容量极多，灰色区域不足以排列完整内容时，可将内容区横向拓宽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。灰色内容区域左右边距依然应保持一致，标题位置应相应调整位置，左对齐内容区域。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25000"/>
              </a:lnSpc>
              <a:spcAft>
                <a:spcPts val="1800"/>
              </a:spcAft>
            </a:pP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当内容量极少时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，可参照“样例”，合理排列元素，保持整体视觉居中，标题位置保持不变。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66C8E1F-8414-4025-81F3-0700CF94C2E7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2" name="矩形 11">
              <a:hlinkClick r:id="rId2" action="ppaction://hlinksldjump"/>
              <a:extLst>
                <a:ext uri="{FF2B5EF4-FFF2-40B4-BE49-F238E27FC236}">
                  <a16:creationId xmlns:a16="http://schemas.microsoft.com/office/drawing/2014/main" id="{7855FE52-808F-4E28-B32A-C8B0866CC1E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3" name="直接连接符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FF59B6A3-4FED-4984-AB65-691990BFF62C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655FAF6-4C28-4DA8-AEE2-5F1448FECE0F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5" name="矩形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BAD67E40-1BEB-4D7B-96F0-26101C35129D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6" name="直接连接符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C9A646D0-1043-44E7-BD38-AE7CA05AB4D3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3823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0FCEDF7-8C00-4015-80B5-22F93BED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布局样式</a:t>
            </a:r>
            <a:r>
              <a:rPr lang="zh-CN" altLang="en-US" sz="2000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二分栏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0700" y="909000"/>
            <a:ext cx="5472000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0700" y="914400"/>
            <a:ext cx="5472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B1CD507-C946-444D-AE3F-46B475D557D7}"/>
              </a:ext>
            </a:extLst>
          </p:cNvPr>
          <p:cNvGrpSpPr/>
          <p:nvPr/>
        </p:nvGrpSpPr>
        <p:grpSpPr>
          <a:xfrm>
            <a:off x="593027" y="1322038"/>
            <a:ext cx="5327346" cy="4677041"/>
            <a:chOff x="520700" y="1322038"/>
            <a:chExt cx="5472000" cy="4677041"/>
          </a:xfrm>
        </p:grpSpPr>
        <p:sp>
          <p:nvSpPr>
            <p:cNvPr id="9" name="矩形 8"/>
            <p:cNvSpPr/>
            <p:nvPr/>
          </p:nvSpPr>
          <p:spPr>
            <a:xfrm>
              <a:off x="674703" y="1322038"/>
              <a:ext cx="5172164" cy="1577055"/>
            </a:xfrm>
            <a:prstGeom prst="rect">
              <a:avLst/>
            </a:prstGeom>
            <a:solidFill>
              <a:srgbClr val="FBFBFB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 algn="just">
                <a:lnSpc>
                  <a:spcPct val="125000"/>
                </a:lnSpc>
                <a:spcAft>
                  <a:spcPts val="12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lang="en-US" altLang="zh-CN" sz="900" dirty="0">
                  <a:solidFill>
                    <a:schemeClr val="tx1"/>
                  </a:solidFill>
                  <a:latin typeface="+mn-ea"/>
                </a:rPr>
                <a:t>9</a:t>
              </a:r>
            </a:p>
            <a:p>
              <a:pPr marL="171450" indent="-171450" algn="just">
                <a:lnSpc>
                  <a:spcPct val="125000"/>
                </a:lnSpc>
                <a:spcAft>
                  <a:spcPts val="12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这里为内容区域样式这里为内容区域样式，这里为内容区域，这里为内容区域样式。</a:t>
              </a:r>
              <a:r>
                <a:rPr lang="en-US" altLang="zh-CN" sz="900" dirty="0">
                  <a:solidFill>
                    <a:schemeClr val="tx1"/>
                  </a:solidFill>
                  <a:latin typeface="+mn-ea"/>
                </a:rPr>
                <a:t>10</a:t>
              </a:r>
            </a:p>
            <a:p>
              <a:pPr marL="171450" indent="-171450" algn="just">
                <a:lnSpc>
                  <a:spcPct val="125000"/>
                </a:lnSpc>
                <a:spcAft>
                  <a:spcPts val="12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lang="en-US" altLang="zh-CN" sz="900" dirty="0">
                  <a:solidFill>
                    <a:schemeClr val="tx1"/>
                  </a:solidFill>
                  <a:latin typeface="+mn-ea"/>
                </a:rPr>
                <a:t>9</a:t>
              </a:r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520700" y="3036106"/>
              <a:ext cx="5472000" cy="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2931943" y="3169728"/>
              <a:ext cx="724473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zh-CN" altLang="en-US" sz="1100" b="1" dirty="0">
                  <a:latin typeface="+mn-ea"/>
                </a:rPr>
                <a:t>卡片内标题</a:t>
              </a:r>
            </a:p>
          </p:txBody>
        </p:sp>
        <p:sp>
          <p:nvSpPr>
            <p:cNvPr id="12" name="Bevel 16"/>
            <p:cNvSpPr/>
            <p:nvPr/>
          </p:nvSpPr>
          <p:spPr bwMode="auto">
            <a:xfrm>
              <a:off x="666532" y="3445752"/>
              <a:ext cx="1274301" cy="2553327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13" name="Bevel 16"/>
            <p:cNvSpPr/>
            <p:nvPr/>
          </p:nvSpPr>
          <p:spPr bwMode="auto">
            <a:xfrm>
              <a:off x="2092901" y="3445752"/>
              <a:ext cx="1274301" cy="2553327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25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endParaRPr lang="zh-CN" altLang="en-US" sz="1000" dirty="0"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4" name="Bevel 16"/>
            <p:cNvSpPr/>
            <p:nvPr/>
          </p:nvSpPr>
          <p:spPr bwMode="auto">
            <a:xfrm>
              <a:off x="3519269" y="3445752"/>
              <a:ext cx="2323726" cy="2553327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25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endParaRPr lang="zh-CN" altLang="en-US" sz="1000" dirty="0"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6" name="Bevel 16"/>
            <p:cNvSpPr/>
            <p:nvPr/>
          </p:nvSpPr>
          <p:spPr bwMode="auto">
            <a:xfrm>
              <a:off x="816450" y="3791700"/>
              <a:ext cx="974466" cy="262843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800" dirty="0">
                  <a:latin typeface="+mn-ea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17" name="Bevel 16"/>
            <p:cNvSpPr/>
            <p:nvPr/>
          </p:nvSpPr>
          <p:spPr bwMode="auto">
            <a:xfrm>
              <a:off x="816450" y="4150129"/>
              <a:ext cx="974466" cy="262843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内容较多的标签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8" name="Bevel 16"/>
            <p:cNvSpPr/>
            <p:nvPr/>
          </p:nvSpPr>
          <p:spPr bwMode="auto">
            <a:xfrm>
              <a:off x="816450" y="4508557"/>
              <a:ext cx="974466" cy="262843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en-US" altLang="zh-CN" sz="800" kern="0" dirty="0">
                  <a:latin typeface="+mn-ea"/>
                </a:rPr>
                <a:t>8</a:t>
              </a:r>
              <a:r>
                <a:rPr lang="zh-CN" altLang="en-US" sz="800" kern="0" dirty="0">
                  <a:latin typeface="+mn-ea"/>
                </a:rPr>
                <a:t>号字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9" name="Bevel 16"/>
            <p:cNvSpPr/>
            <p:nvPr/>
          </p:nvSpPr>
          <p:spPr bwMode="auto">
            <a:xfrm>
              <a:off x="816450" y="4866986"/>
              <a:ext cx="974466" cy="262843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内容区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20" name="Bevel 16"/>
            <p:cNvSpPr/>
            <p:nvPr/>
          </p:nvSpPr>
          <p:spPr bwMode="auto">
            <a:xfrm>
              <a:off x="816450" y="5225414"/>
              <a:ext cx="974466" cy="262843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21" name="Bevel 16"/>
            <p:cNvSpPr/>
            <p:nvPr/>
          </p:nvSpPr>
          <p:spPr bwMode="auto">
            <a:xfrm>
              <a:off x="816450" y="5583842"/>
              <a:ext cx="974466" cy="262843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内容较多的标签</a:t>
              </a:r>
              <a:endParaRPr lang="en-US" altLang="zh-CN" sz="800" kern="0" dirty="0">
                <a:latin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6212000" y="909000"/>
            <a:ext cx="5472000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12000" y="914400"/>
            <a:ext cx="5472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标题</a:t>
            </a:r>
            <a:r>
              <a:rPr lang="en-US" altLang="zh-CN" sz="1100" b="1" dirty="0">
                <a:solidFill>
                  <a:schemeClr val="tx2"/>
                </a:solidFill>
                <a:latin typeface="+mn-ea"/>
              </a:rPr>
              <a:t>2</a:t>
            </a:r>
            <a:endParaRPr lang="zh-CN" altLang="en-US" sz="1100" b="1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C8F8EEB-15BD-4FF1-A48F-DFC4EFC789B7}"/>
              </a:ext>
            </a:extLst>
          </p:cNvPr>
          <p:cNvGrpSpPr/>
          <p:nvPr/>
        </p:nvGrpSpPr>
        <p:grpSpPr>
          <a:xfrm>
            <a:off x="6292264" y="1368758"/>
            <a:ext cx="5311472" cy="4630322"/>
            <a:chOff x="6212000" y="1368758"/>
            <a:chExt cx="5472000" cy="463032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84D8DAB-CB25-41E4-87DC-CD850D83C1C9}"/>
                </a:ext>
              </a:extLst>
            </p:cNvPr>
            <p:cNvSpPr/>
            <p:nvPr/>
          </p:nvSpPr>
          <p:spPr>
            <a:xfrm>
              <a:off x="6370570" y="2613439"/>
              <a:ext cx="5172164" cy="135176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20000"/>
                    <a:lumOff val="80000"/>
                    <a:alpha val="60000"/>
                  </a:schemeClr>
                </a:gs>
                <a:gs pos="95000">
                  <a:schemeClr val="bg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chemeClr val="bg1">
                      <a:lumMod val="40000"/>
                      <a:lumOff val="60000"/>
                    </a:schemeClr>
                  </a:gs>
                  <a:gs pos="95000">
                    <a:schemeClr val="bg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r>
                <a:rPr lang="zh-CN" altLang="en-US" sz="900" kern="0" dirty="0">
                  <a:solidFill>
                    <a:srgbClr val="1D1D1A"/>
                  </a:solidFill>
                  <a:latin typeface="+mn-ea"/>
                  <a:cs typeface="+mn-ea"/>
                  <a:sym typeface="+mn-lt"/>
                </a:rPr>
                <a:t>支撑</a:t>
              </a:r>
            </a:p>
          </p:txBody>
        </p:sp>
        <p:sp>
          <p:nvSpPr>
            <p:cNvPr id="23" name="梯形 22">
              <a:extLst>
                <a:ext uri="{FF2B5EF4-FFF2-40B4-BE49-F238E27FC236}">
                  <a16:creationId xmlns:a16="http://schemas.microsoft.com/office/drawing/2014/main" id="{954B194F-834A-4712-9A16-19035B86B1BE}"/>
                </a:ext>
              </a:extLst>
            </p:cNvPr>
            <p:cNvSpPr/>
            <p:nvPr/>
          </p:nvSpPr>
          <p:spPr>
            <a:xfrm>
              <a:off x="6370570" y="2388145"/>
              <a:ext cx="5172164" cy="225294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6370570" y="4271829"/>
              <a:ext cx="5172164" cy="1727251"/>
            </a:xfrm>
            <a:prstGeom prst="rect">
              <a:avLst/>
            </a:prstGeom>
            <a:solidFill>
              <a:srgbClr val="FBFBFB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900000" rIns="108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lnSpc>
                  <a:spcPct val="125000"/>
                </a:lnSpc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lang="en-US" altLang="zh-CN" sz="900" dirty="0">
                  <a:solidFill>
                    <a:schemeClr val="tx1"/>
                  </a:solidFill>
                  <a:latin typeface="+mn-ea"/>
                </a:rPr>
                <a:t>9</a:t>
              </a:r>
            </a:p>
            <a:p>
              <a:pPr marL="171450" indent="-171450">
                <a:lnSpc>
                  <a:spcPct val="125000"/>
                </a:lnSpc>
                <a:spcAft>
                  <a:spcPts val="6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这里为内容区域样式这里为内容区域样式，这里为内容区域，这里为内容区域样式。</a:t>
              </a:r>
              <a:r>
                <a:rPr lang="en-US" altLang="zh-CN" sz="900" dirty="0">
                  <a:solidFill>
                    <a:schemeClr val="tx1"/>
                  </a:solidFill>
                  <a:latin typeface="+mn-ea"/>
                </a:rPr>
                <a:t>9</a:t>
              </a: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6212000" y="3825255"/>
              <a:ext cx="5472000" cy="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8822295" y="3958877"/>
              <a:ext cx="726638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zh-CN" altLang="en-US" sz="1100" b="1" dirty="0">
                  <a:latin typeface="+mn-ea"/>
                </a:rPr>
                <a:t>卡片内标题</a:t>
              </a: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762176" y="1368758"/>
              <a:ext cx="824548" cy="1031158"/>
              <a:chOff x="6711578" y="1336950"/>
              <a:chExt cx="792000" cy="988622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3600000" scaled="0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869889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0.00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亿</a:t>
                </a:r>
                <a:endPara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904784" y="2207539"/>
                <a:ext cx="406084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zh-CN" altLang="en-US" sz="800" dirty="0">
                    <a:latin typeface="+mn-ea"/>
                    <a:cs typeface="Huawei Sans Bold" panose="020C0803030203020204" pitchFamily="34" charset="0"/>
                  </a:rPr>
                  <a:t>内容文字</a:t>
                </a:r>
                <a:endParaRPr lang="en-US" altLang="zh-CN" sz="800" dirty="0">
                  <a:latin typeface="+mn-ea"/>
                  <a:cs typeface="Huawei Sans Bold" panose="020C0803030203020204" pitchFamily="34" charset="0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7914680" y="1368758"/>
              <a:ext cx="824548" cy="1031158"/>
              <a:chOff x="6711578" y="1336950"/>
              <a:chExt cx="792000" cy="988622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3600000" scaled="0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869887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0.00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亿</a:t>
                </a:r>
                <a:endPara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904785" y="2207539"/>
                <a:ext cx="406083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zh-CN" altLang="en-US" sz="800" dirty="0">
                    <a:latin typeface="+mn-ea"/>
                    <a:cs typeface="Huawei Sans Bold" panose="020C0803030203020204" pitchFamily="34" charset="0"/>
                  </a:rPr>
                  <a:t>内容文字</a:t>
                </a:r>
                <a:endParaRPr lang="en-US" altLang="zh-CN" sz="800" dirty="0">
                  <a:latin typeface="+mn-ea"/>
                  <a:cs typeface="Huawei Sans Bold" panose="020C0803030203020204" pitchFamily="34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9067184" y="1368758"/>
              <a:ext cx="824548" cy="1031158"/>
              <a:chOff x="6711578" y="1336950"/>
              <a:chExt cx="792000" cy="988622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3600000" scaled="0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869888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0.00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亿</a:t>
                </a:r>
                <a:endPara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904784" y="2207539"/>
                <a:ext cx="406083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zh-CN" altLang="en-US" sz="800" dirty="0">
                    <a:latin typeface="+mn-ea"/>
                    <a:cs typeface="Huawei Sans Bold" panose="020C0803030203020204" pitchFamily="34" charset="0"/>
                  </a:rPr>
                  <a:t>内容文字</a:t>
                </a:r>
                <a:endParaRPr lang="en-US" altLang="zh-CN" sz="800" dirty="0">
                  <a:latin typeface="+mn-ea"/>
                  <a:cs typeface="Huawei Sans Bold" panose="020C0803030203020204" pitchFamily="34" charset="0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0219687" y="1368758"/>
              <a:ext cx="824548" cy="1031158"/>
              <a:chOff x="6711578" y="1336950"/>
              <a:chExt cx="792000" cy="988622"/>
            </a:xfrm>
          </p:grpSpPr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0A9C9053-AD94-4F26-B8C6-C2BC89078A1F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0000"/>
                      <a:lumOff val="40000"/>
                      <a:alpha val="10000"/>
                    </a:schemeClr>
                  </a:gs>
                  <a:gs pos="60000">
                    <a:schemeClr val="bg1">
                      <a:lumMod val="60000"/>
                      <a:lumOff val="40000"/>
                      <a:alpha val="0"/>
                    </a:schemeClr>
                  </a:gs>
                </a:gsLst>
                <a:lin ang="3600000" scaled="0"/>
                <a:tileRect/>
              </a:gradFill>
              <a:ln w="6350">
                <a:solidFill>
                  <a:schemeClr val="bg1">
                    <a:lumMod val="20000"/>
                    <a:lumOff val="80000"/>
                  </a:scheme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defTabSz="1218712">
                  <a:defRPr/>
                </a:pPr>
                <a:endParaRPr lang="zh-CN" altLang="en-US" sz="3998" kern="0">
                  <a:solidFill>
                    <a:sysClr val="windowText" lastClr="000000"/>
                  </a:solidFill>
                  <a:latin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869889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0.00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+mn-ea"/>
                    <a:cs typeface="Huawei Sans Bold" panose="020C0803030203020204" pitchFamily="34" charset="0"/>
                  </a:rPr>
                  <a:t>亿</a:t>
                </a:r>
                <a:endPara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C7B5C04D-CB2E-4414-8C5F-F1D4B7FA1FFA}"/>
                  </a:ext>
                </a:extLst>
              </p:cNvPr>
              <p:cNvSpPr/>
              <p:nvPr/>
            </p:nvSpPr>
            <p:spPr>
              <a:xfrm>
                <a:off x="6904785" y="2207539"/>
                <a:ext cx="406083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3746"/>
                <a:r>
                  <a:rPr lang="zh-CN" altLang="en-US" sz="800" dirty="0">
                    <a:latin typeface="+mn-ea"/>
                    <a:cs typeface="Huawei Sans Bold" panose="020C0803030203020204" pitchFamily="34" charset="0"/>
                  </a:rPr>
                  <a:t>内容文字</a:t>
                </a:r>
                <a:endParaRPr lang="en-US" altLang="zh-CN" sz="800" dirty="0">
                  <a:latin typeface="+mn-ea"/>
                  <a:cs typeface="Huawei Sans Bold" panose="020C0803030203020204" pitchFamily="34" charset="0"/>
                </a:endParaRP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6483009" y="2918885"/>
              <a:ext cx="1274301" cy="300391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内容区域样式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7868553" y="2918885"/>
              <a:ext cx="2173808" cy="187745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内容区域样式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6483009" y="3297161"/>
              <a:ext cx="1274301" cy="300391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内容区域样式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7870421" y="3164346"/>
              <a:ext cx="2173808" cy="187745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内容区域样式</a:t>
              </a:r>
            </a:p>
          </p:txBody>
        </p:sp>
        <p:sp>
          <p:nvSpPr>
            <p:cNvPr id="56" name="矩形 55"/>
            <p:cNvSpPr/>
            <p:nvPr/>
          </p:nvSpPr>
          <p:spPr>
            <a:xfrm>
              <a:off x="7870421" y="3409808"/>
              <a:ext cx="2173808" cy="187745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内容区域样式</a:t>
              </a:r>
            </a:p>
          </p:txBody>
        </p:sp>
        <p:sp>
          <p:nvSpPr>
            <p:cNvPr id="57" name="矩形 56"/>
            <p:cNvSpPr/>
            <p:nvPr/>
          </p:nvSpPr>
          <p:spPr>
            <a:xfrm>
              <a:off x="10156331" y="2918883"/>
              <a:ext cx="1274301" cy="675881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内容区域样式</a:t>
              </a:r>
            </a:p>
          </p:txBody>
        </p:sp>
        <p:sp>
          <p:nvSpPr>
            <p:cNvPr id="58" name="Text Box 21"/>
            <p:cNvSpPr txBox="1">
              <a:spLocks noChangeArrowheads="1"/>
            </p:cNvSpPr>
            <p:nvPr/>
          </p:nvSpPr>
          <p:spPr bwMode="auto">
            <a:xfrm>
              <a:off x="6483345" y="4412971"/>
              <a:ext cx="899507" cy="450587"/>
            </a:xfrm>
            <a:prstGeom prst="rect">
              <a:avLst/>
            </a:prstGeom>
            <a:solidFill>
              <a:schemeClr val="tx2"/>
            </a:solidFill>
            <a:ln w="6350" algn="ctr">
              <a:solidFill>
                <a:schemeClr val="bg1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3746"/>
              <a:r>
                <a:rPr lang="zh-CN" altLang="en-US" sz="1000" dirty="0">
                  <a:latin typeface="+mn-ea"/>
                  <a:cs typeface="Huawei Sans Bold" panose="020C0803030203020204" pitchFamily="34" charset="0"/>
                </a:rPr>
                <a:t>内容文字</a:t>
              </a:r>
              <a:endParaRPr lang="en-US" altLang="zh-CN" sz="1000" dirty="0"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59" name="Text Box 22"/>
            <p:cNvSpPr txBox="1">
              <a:spLocks noChangeArrowheads="1"/>
            </p:cNvSpPr>
            <p:nvPr/>
          </p:nvSpPr>
          <p:spPr bwMode="auto">
            <a:xfrm>
              <a:off x="7495290" y="4412971"/>
              <a:ext cx="899507" cy="450587"/>
            </a:xfrm>
            <a:prstGeom prst="rect">
              <a:avLst/>
            </a:prstGeom>
            <a:solidFill>
              <a:schemeClr val="tx2"/>
            </a:solidFill>
            <a:ln w="6350" algn="ctr">
              <a:solidFill>
                <a:schemeClr val="bg1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3746"/>
              <a:r>
                <a:rPr lang="zh-CN" altLang="en-US" sz="1000" dirty="0">
                  <a:latin typeface="+mn-ea"/>
                  <a:cs typeface="Huawei Sans Bold" panose="020C0803030203020204" pitchFamily="34" charset="0"/>
                </a:rPr>
                <a:t>内容文字</a:t>
              </a:r>
              <a:endParaRPr lang="en-US" altLang="zh-CN" sz="1000" dirty="0"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60" name="Text Box 23"/>
            <p:cNvSpPr txBox="1">
              <a:spLocks noChangeArrowheads="1"/>
            </p:cNvSpPr>
            <p:nvPr/>
          </p:nvSpPr>
          <p:spPr bwMode="auto">
            <a:xfrm>
              <a:off x="8507235" y="4412971"/>
              <a:ext cx="899507" cy="450587"/>
            </a:xfrm>
            <a:prstGeom prst="rect">
              <a:avLst/>
            </a:prstGeom>
            <a:gradFill>
              <a:gsLst>
                <a:gs pos="0">
                  <a:srgbClr val="C00000">
                    <a:alpha val="10000"/>
                  </a:srgbClr>
                </a:gs>
                <a:gs pos="40000">
                  <a:srgbClr val="C00000">
                    <a:alpha val="0"/>
                  </a:srgbClr>
                </a:gs>
              </a:gsLst>
              <a:lin ang="3600000" scaled="0"/>
            </a:gradFill>
            <a:ln w="6350" algn="ctr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801688">
                <a:defRPr/>
              </a:pPr>
              <a:r>
                <a:rPr lang="zh-CN" altLang="en-US" sz="1000" b="1" kern="0" dirty="0">
                  <a:solidFill>
                    <a:srgbClr val="C00000"/>
                  </a:solidFill>
                  <a:latin typeface="+mn-ea"/>
                </a:rPr>
                <a:t>内容文字</a:t>
              </a: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9519181" y="4412971"/>
              <a:ext cx="899507" cy="450587"/>
            </a:xfrm>
            <a:prstGeom prst="rect">
              <a:avLst/>
            </a:prstGeom>
            <a:solidFill>
              <a:schemeClr val="tx2"/>
            </a:solidFill>
            <a:ln w="6350" algn="ctr">
              <a:solidFill>
                <a:schemeClr val="bg1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3746"/>
              <a:r>
                <a:rPr lang="zh-CN" altLang="en-US" sz="1000" dirty="0">
                  <a:latin typeface="+mn-ea"/>
                  <a:cs typeface="Huawei Sans Bold" panose="020C0803030203020204" pitchFamily="34" charset="0"/>
                </a:rPr>
                <a:t>内容文字</a:t>
              </a:r>
              <a:endParaRPr lang="en-US" altLang="zh-CN" sz="1000" dirty="0"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62" name="Text Box 25"/>
            <p:cNvSpPr txBox="1">
              <a:spLocks noChangeArrowheads="1"/>
            </p:cNvSpPr>
            <p:nvPr/>
          </p:nvSpPr>
          <p:spPr bwMode="auto">
            <a:xfrm>
              <a:off x="10531126" y="4412971"/>
              <a:ext cx="899507" cy="450587"/>
            </a:xfrm>
            <a:prstGeom prst="rect">
              <a:avLst/>
            </a:prstGeom>
            <a:solidFill>
              <a:schemeClr val="tx2"/>
            </a:solidFill>
            <a:ln w="6350" algn="ctr">
              <a:solidFill>
                <a:schemeClr val="bg1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3746"/>
              <a:r>
                <a:rPr lang="zh-CN" altLang="en-US" sz="1000" dirty="0">
                  <a:latin typeface="+mn-ea"/>
                  <a:cs typeface="Huawei Sans Bold" panose="020C0803030203020204" pitchFamily="34" charset="0"/>
                </a:rPr>
                <a:t>内容文字</a:t>
              </a:r>
              <a:endParaRPr lang="en-US" altLang="zh-CN" sz="1000" dirty="0"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63" name="梯形 62">
              <a:extLst>
                <a:ext uri="{FF2B5EF4-FFF2-40B4-BE49-F238E27FC236}">
                  <a16:creationId xmlns:a16="http://schemas.microsoft.com/office/drawing/2014/main" id="{954B194F-834A-4712-9A16-19035B86B1BE}"/>
                </a:ext>
              </a:extLst>
            </p:cNvPr>
            <p:cNvSpPr/>
            <p:nvPr/>
          </p:nvSpPr>
          <p:spPr>
            <a:xfrm>
              <a:off x="6483344" y="4838018"/>
              <a:ext cx="4947288" cy="225294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65" name="矩形 64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66" name="直接连接符 65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31CEF1A-F61C-4083-90CC-4D6CDC80F3DD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68" name="矩形 67">
              <a:hlinkClick r:id="rId3" action="ppaction://hlinksldjump"/>
              <a:extLst>
                <a:ext uri="{FF2B5EF4-FFF2-40B4-BE49-F238E27FC236}">
                  <a16:creationId xmlns:a16="http://schemas.microsoft.com/office/drawing/2014/main" id="{B4DA03AF-925B-4D6E-B82A-B946D4144846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69" name="直接连接符 68">
              <a:hlinkClick r:id="rId3" action="ppaction://hlinksldjump"/>
              <a:extLst>
                <a:ext uri="{FF2B5EF4-FFF2-40B4-BE49-F238E27FC236}">
                  <a16:creationId xmlns:a16="http://schemas.microsoft.com/office/drawing/2014/main" id="{E53DB041-44E9-457F-8625-3180F34EF58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1391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11FCE-4122-4214-840A-40F63F12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布局样式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 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– 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偏分栏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96000" y="908050"/>
            <a:ext cx="7488000" cy="52578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96000" y="914400"/>
            <a:ext cx="7488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206B1D3-E4CD-43F1-BDC2-8466BD2C3A96}"/>
              </a:ext>
            </a:extLst>
          </p:cNvPr>
          <p:cNvGrpSpPr/>
          <p:nvPr/>
        </p:nvGrpSpPr>
        <p:grpSpPr>
          <a:xfrm>
            <a:off x="4412000" y="1520050"/>
            <a:ext cx="7056000" cy="4476593"/>
            <a:chOff x="4343149" y="1520050"/>
            <a:chExt cx="7208514" cy="4476593"/>
          </a:xfrm>
        </p:grpSpPr>
        <p:sp>
          <p:nvSpPr>
            <p:cNvPr id="8" name="五边形 7"/>
            <p:cNvSpPr/>
            <p:nvPr/>
          </p:nvSpPr>
          <p:spPr>
            <a:xfrm>
              <a:off x="4343149" y="1520050"/>
              <a:ext cx="1437091" cy="288000"/>
            </a:xfrm>
            <a:prstGeom prst="homePlate">
              <a:avLst>
                <a:gd name="adj" fmla="val 18029"/>
              </a:avLst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流程</a:t>
              </a:r>
            </a:p>
          </p:txBody>
        </p:sp>
        <p:sp>
          <p:nvSpPr>
            <p:cNvPr id="9" name="燕尾形 8"/>
            <p:cNvSpPr/>
            <p:nvPr/>
          </p:nvSpPr>
          <p:spPr>
            <a:xfrm>
              <a:off x="5786005" y="1520050"/>
              <a:ext cx="1437091" cy="288000"/>
            </a:xfrm>
            <a:prstGeom prst="chevron">
              <a:avLst>
                <a:gd name="adj" fmla="val 17754"/>
              </a:avLst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流程</a:t>
              </a:r>
            </a:p>
          </p:txBody>
        </p:sp>
        <p:sp>
          <p:nvSpPr>
            <p:cNvPr id="10" name="燕尾形 9"/>
            <p:cNvSpPr/>
            <p:nvPr/>
          </p:nvSpPr>
          <p:spPr>
            <a:xfrm>
              <a:off x="7228860" y="1520050"/>
              <a:ext cx="1437091" cy="288000"/>
            </a:xfrm>
            <a:prstGeom prst="chevron">
              <a:avLst>
                <a:gd name="adj" fmla="val 16927"/>
              </a:avLst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流程</a:t>
              </a: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8671715" y="1520050"/>
              <a:ext cx="1437091" cy="288000"/>
            </a:xfrm>
            <a:prstGeom prst="chevron">
              <a:avLst>
                <a:gd name="adj" fmla="val 18581"/>
              </a:avLst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流程</a:t>
              </a:r>
            </a:p>
          </p:txBody>
        </p:sp>
        <p:sp>
          <p:nvSpPr>
            <p:cNvPr id="12" name="燕尾形 11"/>
            <p:cNvSpPr/>
            <p:nvPr/>
          </p:nvSpPr>
          <p:spPr>
            <a:xfrm>
              <a:off x="10114572" y="1520050"/>
              <a:ext cx="1437091" cy="288000"/>
            </a:xfrm>
            <a:prstGeom prst="chevron">
              <a:avLst>
                <a:gd name="adj" fmla="val 19132"/>
              </a:avLst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流程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17848" y="1891533"/>
              <a:ext cx="0" cy="410511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7183071" y="1891533"/>
              <a:ext cx="0" cy="410511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31690" y="1891533"/>
              <a:ext cx="0" cy="410511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0068781" y="1891533"/>
              <a:ext cx="0" cy="4105110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evel 62"/>
            <p:cNvSpPr/>
            <p:nvPr/>
          </p:nvSpPr>
          <p:spPr bwMode="auto">
            <a:xfrm>
              <a:off x="5793266" y="2036179"/>
              <a:ext cx="4160000" cy="216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18" name="Bevel 62"/>
            <p:cNvSpPr/>
            <p:nvPr/>
          </p:nvSpPr>
          <p:spPr bwMode="auto">
            <a:xfrm>
              <a:off x="5793266" y="2464696"/>
              <a:ext cx="1815273" cy="216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内容区域</a:t>
              </a:r>
            </a:p>
          </p:txBody>
        </p:sp>
        <p:sp>
          <p:nvSpPr>
            <p:cNvPr id="19" name="五边形 18"/>
            <p:cNvSpPr/>
            <p:nvPr/>
          </p:nvSpPr>
          <p:spPr>
            <a:xfrm>
              <a:off x="4346823" y="2036179"/>
              <a:ext cx="1042474" cy="644517"/>
            </a:xfrm>
            <a:prstGeom prst="homePlate">
              <a:avLst>
                <a:gd name="adj" fmla="val 18029"/>
              </a:avLst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开始</a:t>
              </a:r>
            </a:p>
          </p:txBody>
        </p:sp>
        <p:cxnSp>
          <p:nvCxnSpPr>
            <p:cNvPr id="20" name="肘形连接符 19"/>
            <p:cNvCxnSpPr>
              <a:stCxn id="19" idx="3"/>
              <a:endCxn id="18" idx="1"/>
            </p:cNvCxnSpPr>
            <p:nvPr/>
          </p:nvCxnSpPr>
          <p:spPr>
            <a:xfrm>
              <a:off x="5389297" y="2358438"/>
              <a:ext cx="403969" cy="214258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Bevel 62"/>
            <p:cNvSpPr/>
            <p:nvPr/>
          </p:nvSpPr>
          <p:spPr bwMode="auto">
            <a:xfrm>
              <a:off x="7270236" y="2939773"/>
              <a:ext cx="3781818" cy="216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22" name="Bevel 62"/>
            <p:cNvSpPr/>
            <p:nvPr/>
          </p:nvSpPr>
          <p:spPr bwMode="auto">
            <a:xfrm>
              <a:off x="7270236" y="3231292"/>
              <a:ext cx="2722909" cy="216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23" name="Bevel 62"/>
            <p:cNvSpPr/>
            <p:nvPr/>
          </p:nvSpPr>
          <p:spPr bwMode="auto">
            <a:xfrm>
              <a:off x="6020855" y="4789347"/>
              <a:ext cx="1323636" cy="720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内容区域</a:t>
              </a:r>
            </a:p>
          </p:txBody>
        </p:sp>
        <p:sp>
          <p:nvSpPr>
            <p:cNvPr id="24" name="Bevel 62"/>
            <p:cNvSpPr/>
            <p:nvPr/>
          </p:nvSpPr>
          <p:spPr bwMode="auto">
            <a:xfrm>
              <a:off x="5793025" y="5624424"/>
              <a:ext cx="4200120" cy="216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25" name="流程图: 决策 24"/>
            <p:cNvSpPr/>
            <p:nvPr/>
          </p:nvSpPr>
          <p:spPr>
            <a:xfrm>
              <a:off x="7815833" y="3666509"/>
              <a:ext cx="1058909" cy="648000"/>
            </a:xfrm>
            <a:prstGeom prst="flowChartDecision">
              <a:avLst/>
            </a:prstGeom>
            <a:solidFill>
              <a:schemeClr val="tx2">
                <a:alpha val="60000"/>
              </a:schemeClr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</a:t>
              </a:r>
            </a:p>
          </p:txBody>
        </p:sp>
        <p:sp>
          <p:nvSpPr>
            <p:cNvPr id="26" name="Bevel 62"/>
            <p:cNvSpPr/>
            <p:nvPr/>
          </p:nvSpPr>
          <p:spPr bwMode="auto">
            <a:xfrm>
              <a:off x="9393965" y="3738509"/>
              <a:ext cx="756364" cy="504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内容区域</a:t>
              </a:r>
            </a:p>
          </p:txBody>
        </p:sp>
        <p:sp>
          <p:nvSpPr>
            <p:cNvPr id="27" name="Bevel 62"/>
            <p:cNvSpPr/>
            <p:nvPr/>
          </p:nvSpPr>
          <p:spPr bwMode="auto">
            <a:xfrm>
              <a:off x="10795299" y="3738509"/>
              <a:ext cx="756364" cy="504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内容区域</a:t>
              </a:r>
            </a:p>
          </p:txBody>
        </p:sp>
        <p:sp>
          <p:nvSpPr>
            <p:cNvPr id="28" name="流程图: 决策 27"/>
            <p:cNvSpPr/>
            <p:nvPr/>
          </p:nvSpPr>
          <p:spPr>
            <a:xfrm>
              <a:off x="9242692" y="4547907"/>
              <a:ext cx="1058909" cy="648000"/>
            </a:xfrm>
            <a:prstGeom prst="flowChartDecision">
              <a:avLst/>
            </a:prstGeom>
            <a:solidFill>
              <a:schemeClr val="tx2">
                <a:alpha val="60000"/>
              </a:schemeClr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内容区域</a:t>
              </a:r>
            </a:p>
          </p:txBody>
        </p:sp>
        <p:sp>
          <p:nvSpPr>
            <p:cNvPr id="29" name="Bevel 62"/>
            <p:cNvSpPr/>
            <p:nvPr/>
          </p:nvSpPr>
          <p:spPr bwMode="auto">
            <a:xfrm>
              <a:off x="6019474" y="3663164"/>
              <a:ext cx="1361455" cy="648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内容区域</a:t>
              </a:r>
            </a:p>
          </p:txBody>
        </p:sp>
        <p:cxnSp>
          <p:nvCxnSpPr>
            <p:cNvPr id="30" name="直接箭头连接符 29"/>
            <p:cNvCxnSpPr>
              <a:stCxn id="18" idx="2"/>
              <a:endCxn id="29" idx="0"/>
            </p:cNvCxnSpPr>
            <p:nvPr/>
          </p:nvCxnSpPr>
          <p:spPr>
            <a:xfrm flipH="1">
              <a:off x="6700201" y="2680696"/>
              <a:ext cx="701" cy="98246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>
              <a:stCxn id="23" idx="0"/>
              <a:endCxn id="25" idx="2"/>
            </p:cNvCxnSpPr>
            <p:nvPr/>
          </p:nvCxnSpPr>
          <p:spPr>
            <a:xfrm rot="5400000" flipH="1" flipV="1">
              <a:off x="7276561" y="3720621"/>
              <a:ext cx="474838" cy="166261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肘形连接符 31"/>
            <p:cNvCxnSpPr>
              <a:stCxn id="28" idx="3"/>
              <a:endCxn id="27" idx="1"/>
            </p:cNvCxnSpPr>
            <p:nvPr/>
          </p:nvCxnSpPr>
          <p:spPr>
            <a:xfrm flipV="1">
              <a:off x="10301602" y="3990509"/>
              <a:ext cx="493697" cy="88139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25" idx="3"/>
              <a:endCxn id="26" idx="1"/>
            </p:cNvCxnSpPr>
            <p:nvPr/>
          </p:nvCxnSpPr>
          <p:spPr>
            <a:xfrm>
              <a:off x="8874743" y="3990509"/>
              <a:ext cx="519223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26" idx="2"/>
              <a:endCxn id="28" idx="0"/>
            </p:cNvCxnSpPr>
            <p:nvPr/>
          </p:nvCxnSpPr>
          <p:spPr>
            <a:xfrm>
              <a:off x="9772147" y="4242509"/>
              <a:ext cx="0" cy="30539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Bevel 62"/>
            <p:cNvSpPr/>
            <p:nvPr/>
          </p:nvSpPr>
          <p:spPr bwMode="auto">
            <a:xfrm>
              <a:off x="4346823" y="5120424"/>
              <a:ext cx="1058909" cy="720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通知内容区域</a:t>
              </a:r>
            </a:p>
          </p:txBody>
        </p:sp>
        <p:sp>
          <p:nvSpPr>
            <p:cNvPr id="36" name="Bevel 62"/>
            <p:cNvSpPr/>
            <p:nvPr/>
          </p:nvSpPr>
          <p:spPr bwMode="auto">
            <a:xfrm>
              <a:off x="4346823" y="4242509"/>
              <a:ext cx="1058909" cy="720000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通知内容区域</a:t>
              </a:r>
            </a:p>
          </p:txBody>
        </p:sp>
        <p:cxnSp>
          <p:nvCxnSpPr>
            <p:cNvPr id="42" name="直接箭头连接符 41"/>
            <p:cNvCxnSpPr>
              <a:endCxn id="25" idx="1"/>
            </p:cNvCxnSpPr>
            <p:nvPr/>
          </p:nvCxnSpPr>
          <p:spPr>
            <a:xfrm>
              <a:off x="7380929" y="3990509"/>
              <a:ext cx="434905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36"/>
          <p:cNvSpPr/>
          <p:nvPr/>
        </p:nvSpPr>
        <p:spPr>
          <a:xfrm>
            <a:off x="520700" y="908050"/>
            <a:ext cx="3384000" cy="52578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288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这里为内容区域样式这里区域样式这里区域样式这里区域样式这里，这里为内容区域样式这里为内容区域样式。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这里为内容区域样式这里这里为内容区域样式。</a:t>
            </a:r>
          </a:p>
        </p:txBody>
      </p:sp>
      <p:sp>
        <p:nvSpPr>
          <p:cNvPr id="38" name="矩形 37"/>
          <p:cNvSpPr/>
          <p:nvPr/>
        </p:nvSpPr>
        <p:spPr>
          <a:xfrm>
            <a:off x="520700" y="914400"/>
            <a:ext cx="3384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44753" y="1520050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44753" y="3767718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3" name="矩形 42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4" name="直接连接符 43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612AEE6-8094-4D1F-9B5C-D01BBAFF3956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6" name="矩形 45">
              <a:hlinkClick r:id="rId3" action="ppaction://hlinksldjump"/>
              <a:extLst>
                <a:ext uri="{FF2B5EF4-FFF2-40B4-BE49-F238E27FC236}">
                  <a16:creationId xmlns:a16="http://schemas.microsoft.com/office/drawing/2014/main" id="{13FFB2F7-06DF-4253-A156-526CA91691AB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7" name="直接连接符 46">
              <a:hlinkClick r:id="rId3" action="ppaction://hlinksldjump"/>
              <a:extLst>
                <a:ext uri="{FF2B5EF4-FFF2-40B4-BE49-F238E27FC236}">
                  <a16:creationId xmlns:a16="http://schemas.microsoft.com/office/drawing/2014/main" id="{64B98829-AD11-41C4-9DE6-392037C2F824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0060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5F9008-1A66-4F67-9285-A504DBD7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布局样式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三分栏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0700" y="909000"/>
            <a:ext cx="3528000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0700" y="909000"/>
            <a:ext cx="3528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sp>
        <p:nvSpPr>
          <p:cNvPr id="84" name="矩形 83"/>
          <p:cNvSpPr/>
          <p:nvPr/>
        </p:nvSpPr>
        <p:spPr>
          <a:xfrm>
            <a:off x="736700" y="1305000"/>
            <a:ext cx="3096000" cy="2016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9</a:t>
            </a:r>
          </a:p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这里为内容区域样式这里为内容区域样式，这里为内容区域，这里为内容区域样式。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</a:t>
            </a:r>
          </a:p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9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932039" y="3615763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latin typeface="+mn-ea"/>
              </a:rPr>
              <a:t>卡片内标题</a:t>
            </a:r>
          </a:p>
        </p:txBody>
      </p:sp>
      <p:cxnSp>
        <p:nvCxnSpPr>
          <p:cNvPr id="86" name="直接连接符 85"/>
          <p:cNvCxnSpPr/>
          <p:nvPr/>
        </p:nvCxnSpPr>
        <p:spPr>
          <a:xfrm>
            <a:off x="520700" y="3478751"/>
            <a:ext cx="3528000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AF55691-E585-463C-B410-712EEE86B91A}"/>
              </a:ext>
            </a:extLst>
          </p:cNvPr>
          <p:cNvGrpSpPr/>
          <p:nvPr/>
        </p:nvGrpSpPr>
        <p:grpSpPr>
          <a:xfrm>
            <a:off x="736700" y="3933000"/>
            <a:ext cx="3096000" cy="1872000"/>
            <a:chOff x="666736" y="3933000"/>
            <a:chExt cx="3233680" cy="1872000"/>
          </a:xfrm>
        </p:grpSpPr>
        <p:sp>
          <p:nvSpPr>
            <p:cNvPr id="87" name="Bevel 16"/>
            <p:cNvSpPr/>
            <p:nvPr/>
          </p:nvSpPr>
          <p:spPr bwMode="auto">
            <a:xfrm>
              <a:off x="666736" y="3933000"/>
              <a:ext cx="1013362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89" name="Bevel 16"/>
            <p:cNvSpPr/>
            <p:nvPr/>
          </p:nvSpPr>
          <p:spPr bwMode="auto">
            <a:xfrm>
              <a:off x="779331" y="426502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800" dirty="0">
                  <a:latin typeface="+mn-ea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90" name="Bevel 16"/>
            <p:cNvSpPr/>
            <p:nvPr/>
          </p:nvSpPr>
          <p:spPr bwMode="auto">
            <a:xfrm>
              <a:off x="779331" y="456423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1" name="Bevel 16"/>
            <p:cNvSpPr/>
            <p:nvPr/>
          </p:nvSpPr>
          <p:spPr bwMode="auto">
            <a:xfrm>
              <a:off x="779331" y="486344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en-US" altLang="zh-CN" sz="800" kern="0" dirty="0">
                  <a:latin typeface="+mn-ea"/>
                </a:rPr>
                <a:t>8</a:t>
              </a:r>
              <a:r>
                <a:rPr lang="zh-CN" altLang="en-US" sz="800" kern="0" dirty="0">
                  <a:latin typeface="+mn-ea"/>
                </a:rPr>
                <a:t>号字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2" name="Bevel 16"/>
            <p:cNvSpPr/>
            <p:nvPr/>
          </p:nvSpPr>
          <p:spPr bwMode="auto">
            <a:xfrm>
              <a:off x="779331" y="516265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内容区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3" name="Bevel 16"/>
            <p:cNvSpPr/>
            <p:nvPr/>
          </p:nvSpPr>
          <p:spPr bwMode="auto">
            <a:xfrm>
              <a:off x="779331" y="546186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5" name="Bevel 16"/>
            <p:cNvSpPr/>
            <p:nvPr/>
          </p:nvSpPr>
          <p:spPr bwMode="auto">
            <a:xfrm>
              <a:off x="1776894" y="3933000"/>
              <a:ext cx="1013362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96" name="Bevel 16"/>
            <p:cNvSpPr/>
            <p:nvPr/>
          </p:nvSpPr>
          <p:spPr bwMode="auto">
            <a:xfrm>
              <a:off x="2887054" y="3933000"/>
              <a:ext cx="1013362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97" name="Bevel 16"/>
            <p:cNvSpPr/>
            <p:nvPr/>
          </p:nvSpPr>
          <p:spPr bwMode="auto">
            <a:xfrm>
              <a:off x="1889490" y="426502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800" dirty="0">
                  <a:latin typeface="+mn-ea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98" name="Bevel 16"/>
            <p:cNvSpPr/>
            <p:nvPr/>
          </p:nvSpPr>
          <p:spPr bwMode="auto">
            <a:xfrm>
              <a:off x="1889490" y="456423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9" name="Bevel 16"/>
            <p:cNvSpPr/>
            <p:nvPr/>
          </p:nvSpPr>
          <p:spPr bwMode="auto">
            <a:xfrm>
              <a:off x="1889490" y="486344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en-US" altLang="zh-CN" sz="800" kern="0" dirty="0">
                  <a:latin typeface="+mn-ea"/>
                </a:rPr>
                <a:t>8</a:t>
              </a:r>
              <a:r>
                <a:rPr lang="zh-CN" altLang="en-US" sz="800" kern="0" dirty="0">
                  <a:latin typeface="+mn-ea"/>
                </a:rPr>
                <a:t>号字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0" name="Bevel 16"/>
            <p:cNvSpPr/>
            <p:nvPr/>
          </p:nvSpPr>
          <p:spPr bwMode="auto">
            <a:xfrm>
              <a:off x="1889490" y="516265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内容区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1" name="Bevel 16"/>
            <p:cNvSpPr/>
            <p:nvPr/>
          </p:nvSpPr>
          <p:spPr bwMode="auto">
            <a:xfrm>
              <a:off x="1889490" y="546186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2" name="Bevel 16"/>
            <p:cNvSpPr/>
            <p:nvPr/>
          </p:nvSpPr>
          <p:spPr bwMode="auto">
            <a:xfrm>
              <a:off x="2999650" y="426502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800" dirty="0">
                  <a:latin typeface="+mn-ea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103" name="Bevel 16"/>
            <p:cNvSpPr/>
            <p:nvPr/>
          </p:nvSpPr>
          <p:spPr bwMode="auto">
            <a:xfrm>
              <a:off x="2999650" y="456423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4" name="Bevel 16"/>
            <p:cNvSpPr/>
            <p:nvPr/>
          </p:nvSpPr>
          <p:spPr bwMode="auto">
            <a:xfrm>
              <a:off x="2999650" y="486344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en-US" altLang="zh-CN" sz="800" kern="0" dirty="0">
                  <a:latin typeface="+mn-ea"/>
                </a:rPr>
                <a:t>8</a:t>
              </a:r>
              <a:r>
                <a:rPr lang="zh-CN" altLang="en-US" sz="800" kern="0" dirty="0">
                  <a:latin typeface="+mn-ea"/>
                </a:rPr>
                <a:t>号字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5" name="Bevel 16"/>
            <p:cNvSpPr/>
            <p:nvPr/>
          </p:nvSpPr>
          <p:spPr bwMode="auto">
            <a:xfrm>
              <a:off x="2999650" y="516265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内容区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6" name="Bevel 16"/>
            <p:cNvSpPr/>
            <p:nvPr/>
          </p:nvSpPr>
          <p:spPr bwMode="auto">
            <a:xfrm>
              <a:off x="2999650" y="5461866"/>
              <a:ext cx="788170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标签</a:t>
              </a:r>
              <a:endParaRPr lang="en-US" altLang="zh-CN" sz="800" kern="0" dirty="0">
                <a:latin typeface="+mn-ea"/>
              </a:endParaRPr>
            </a:p>
          </p:txBody>
        </p:sp>
      </p:grpSp>
      <p:sp>
        <p:nvSpPr>
          <p:cNvPr id="71" name="矩形 70"/>
          <p:cNvSpPr/>
          <p:nvPr/>
        </p:nvSpPr>
        <p:spPr>
          <a:xfrm>
            <a:off x="8156000" y="909000"/>
            <a:ext cx="3528000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216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这里为内容区域样式这里区域样式这里区域样式这里区域样式这里，这里为内容区域样式这里为内容区域样式。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这里为内容区域样式这里这里为内容区域样式。</a:t>
            </a:r>
          </a:p>
        </p:txBody>
      </p:sp>
      <p:sp>
        <p:nvSpPr>
          <p:cNvPr id="68" name="矩形 67"/>
          <p:cNvSpPr/>
          <p:nvPr/>
        </p:nvSpPr>
        <p:spPr>
          <a:xfrm>
            <a:off x="8156000" y="909000"/>
            <a:ext cx="3528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8471326" y="1470384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8471326" y="3718052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C00000"/>
                </a:solidFill>
                <a:latin typeface="+mn-ea"/>
              </a:rPr>
              <a:t>卡片内标题</a:t>
            </a:r>
          </a:p>
        </p:txBody>
      </p:sp>
      <p:cxnSp>
        <p:nvCxnSpPr>
          <p:cNvPr id="110" name="直接连接符 109"/>
          <p:cNvCxnSpPr/>
          <p:nvPr/>
        </p:nvCxnSpPr>
        <p:spPr>
          <a:xfrm>
            <a:off x="8156000" y="3478751"/>
            <a:ext cx="3528000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334381" y="909000"/>
            <a:ext cx="3521590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334381" y="909000"/>
            <a:ext cx="3528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4521700" y="1636342"/>
            <a:ext cx="204177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1300676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kern="0" dirty="0">
                <a:latin typeface="+mn-ea"/>
                <a:cs typeface="Arial" pitchFamily="34" charset="0"/>
              </a:rPr>
              <a:t>这里为内容区域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4521700" y="2027429"/>
            <a:ext cx="3146952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1000" dirty="0">
                <a:solidFill>
                  <a:srgbClr val="000000"/>
                </a:solidFill>
                <a:latin typeface="+mn-ea"/>
              </a:rPr>
              <a:t>这里为内容区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4521700" y="3087146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4521700" y="3478233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4521700" y="494391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22" name="文本框 121"/>
          <p:cNvSpPr txBox="1"/>
          <p:nvPr/>
        </p:nvSpPr>
        <p:spPr>
          <a:xfrm>
            <a:off x="4521700" y="3869320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23" name="文本框 122"/>
          <p:cNvSpPr txBox="1"/>
          <p:nvPr/>
        </p:nvSpPr>
        <p:spPr>
          <a:xfrm>
            <a:off x="4521700" y="5335004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4521700" y="5726087"/>
            <a:ext cx="204177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1000" dirty="0">
                <a:solidFill>
                  <a:srgbClr val="000000"/>
                </a:solidFill>
                <a:latin typeface="+mn-ea"/>
              </a:rPr>
              <a:t>这里为内容区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5780279" y="1327978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00000"/>
                </a:solidFill>
                <a:latin typeface="+mn-ea"/>
                <a:cs typeface="Huawei Sans" panose="020C0503030203020204" pitchFamily="34" charset="0"/>
              </a:rPr>
              <a:t>卡片内标题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5780278" y="2778782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00000"/>
                </a:solidFill>
                <a:latin typeface="+mn-ea"/>
                <a:cs typeface="Huawei Sans" panose="020C0503030203020204" pitchFamily="34" charset="0"/>
              </a:rPr>
              <a:t>卡片内标题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5780280" y="4635553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00000"/>
                </a:solidFill>
                <a:latin typeface="+mn-ea"/>
                <a:cs typeface="Huawei Sans" panose="020C0503030203020204" pitchFamily="34" charset="0"/>
              </a:rPr>
              <a:t>卡片内标题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4340791" y="2527295"/>
            <a:ext cx="3521590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4340791" y="4381951"/>
            <a:ext cx="3521590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5626879" y="3087146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5626879" y="3478233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5626879" y="3869320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5626879" y="494391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5626879" y="5335004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6729236" y="3087146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6729236" y="3478233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6729236" y="3869320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6729236" y="494391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6729236" y="5335004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6729236" y="572608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6729236" y="1639661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 defTabSz="914400"/>
            <a:r>
              <a:rPr kumimoji="1" lang="zh-CN" altLang="en-US" sz="900" dirty="0">
                <a:solidFill>
                  <a:srgbClr val="000000"/>
                </a:solidFill>
                <a:latin typeface="+mn-ea"/>
              </a:rPr>
              <a:t>内容区域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65" name="矩形 64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66" name="直接连接符 65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138A55B-F708-476C-BE1D-384FE44A85BE}"/>
              </a:ext>
            </a:extLst>
          </p:cNvPr>
          <p:cNvGrpSpPr/>
          <p:nvPr/>
        </p:nvGrpSpPr>
        <p:grpSpPr>
          <a:xfrm>
            <a:off x="4048700" y="2805565"/>
            <a:ext cx="279980" cy="1331151"/>
            <a:chOff x="4121150" y="2805565"/>
            <a:chExt cx="279980" cy="1331151"/>
          </a:xfrm>
        </p:grpSpPr>
        <p:sp>
          <p:nvSpPr>
            <p:cNvPr id="114" name="右箭头 113"/>
            <p:cNvSpPr/>
            <p:nvPr/>
          </p:nvSpPr>
          <p:spPr>
            <a:xfrm>
              <a:off x="4121150" y="3387282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115" name="右箭头 114"/>
            <p:cNvSpPr/>
            <p:nvPr/>
          </p:nvSpPr>
          <p:spPr>
            <a:xfrm>
              <a:off x="4121150" y="2805565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116" name="右箭头 115"/>
            <p:cNvSpPr/>
            <p:nvPr/>
          </p:nvSpPr>
          <p:spPr>
            <a:xfrm>
              <a:off x="4121150" y="3968999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9355B0-2F95-49A6-89A3-DD6220216926}"/>
              </a:ext>
            </a:extLst>
          </p:cNvPr>
          <p:cNvGrpSpPr/>
          <p:nvPr/>
        </p:nvGrpSpPr>
        <p:grpSpPr>
          <a:xfrm>
            <a:off x="7855971" y="2805565"/>
            <a:ext cx="279980" cy="1331151"/>
            <a:chOff x="7787843" y="2805565"/>
            <a:chExt cx="279980" cy="1331151"/>
          </a:xfrm>
        </p:grpSpPr>
        <p:sp>
          <p:nvSpPr>
            <p:cNvPr id="81" name="右箭头 80"/>
            <p:cNvSpPr/>
            <p:nvPr/>
          </p:nvSpPr>
          <p:spPr>
            <a:xfrm>
              <a:off x="7787843" y="3387282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82" name="右箭头 81"/>
            <p:cNvSpPr/>
            <p:nvPr/>
          </p:nvSpPr>
          <p:spPr>
            <a:xfrm>
              <a:off x="7787843" y="2805565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83" name="右箭头 82"/>
            <p:cNvSpPr/>
            <p:nvPr/>
          </p:nvSpPr>
          <p:spPr>
            <a:xfrm>
              <a:off x="7787843" y="3968999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3D06504-1194-4776-9A6E-FBE8115ECDCC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73" name="矩形 72">
              <a:hlinkClick r:id="rId3" action="ppaction://hlinksldjump"/>
              <a:extLst>
                <a:ext uri="{FF2B5EF4-FFF2-40B4-BE49-F238E27FC236}">
                  <a16:creationId xmlns:a16="http://schemas.microsoft.com/office/drawing/2014/main" id="{A5F2C847-ABDF-416E-80DB-B118E4531A8D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74" name="直接连接符 73">
              <a:hlinkClick r:id="rId3" action="ppaction://hlinksldjump"/>
              <a:extLst>
                <a:ext uri="{FF2B5EF4-FFF2-40B4-BE49-F238E27FC236}">
                  <a16:creationId xmlns:a16="http://schemas.microsoft.com/office/drawing/2014/main" id="{7A946C9A-0AA7-4072-A940-08E1F40EA7AB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443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519065" y="924828"/>
            <a:ext cx="5472000" cy="2520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19065" y="914400"/>
            <a:ext cx="5471999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sp>
        <p:nvSpPr>
          <p:cNvPr id="47" name="矩形 46"/>
          <p:cNvSpPr/>
          <p:nvPr/>
        </p:nvSpPr>
        <p:spPr>
          <a:xfrm>
            <a:off x="519065" y="3716041"/>
            <a:ext cx="5472000" cy="244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19065" y="3713643"/>
            <a:ext cx="5471999" cy="216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这里是标题区域 样式</a:t>
            </a:r>
          </a:p>
        </p:txBody>
      </p:sp>
      <p:sp>
        <p:nvSpPr>
          <p:cNvPr id="62" name="矩形 61"/>
          <p:cNvSpPr/>
          <p:nvPr/>
        </p:nvSpPr>
        <p:spPr>
          <a:xfrm>
            <a:off x="3531618" y="1400919"/>
            <a:ext cx="2248767" cy="167693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9</a:t>
            </a:r>
          </a:p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这里为内容区域样式这里为内容区域样式，这里为内容区域，这里为内容区域样式。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</a:t>
            </a:r>
          </a:p>
        </p:txBody>
      </p:sp>
      <p:graphicFrame>
        <p:nvGraphicFramePr>
          <p:cNvPr id="63" name="图表 62"/>
          <p:cNvGraphicFramePr/>
          <p:nvPr>
            <p:extLst>
              <p:ext uri="{D42A27DB-BD31-4B8C-83A1-F6EECF244321}">
                <p14:modId xmlns:p14="http://schemas.microsoft.com/office/powerpoint/2010/main" val="89697488"/>
              </p:ext>
            </p:extLst>
          </p:nvPr>
        </p:nvGraphicFramePr>
        <p:xfrm>
          <a:off x="733425" y="1472840"/>
          <a:ext cx="2685720" cy="17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4" name="Text Box 3"/>
          <p:cNvSpPr txBox="1">
            <a:spLocks noChangeArrowheads="1"/>
          </p:cNvSpPr>
          <p:nvPr/>
        </p:nvSpPr>
        <p:spPr bwMode="gray">
          <a:xfrm>
            <a:off x="887373" y="1702702"/>
            <a:ext cx="615553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SzPct val="100000"/>
            </a:pPr>
            <a:r>
              <a:rPr lang="zh-CN" altLang="en-US" sz="800" dirty="0">
                <a:latin typeface="+mn-ea"/>
                <a:cs typeface="Arial" pitchFamily="34" charset="0"/>
                <a:sym typeface="Arial" pitchFamily="34" charset="0"/>
              </a:rPr>
              <a:t>单位：万美元</a:t>
            </a:r>
            <a:endParaRPr lang="en-US" altLang="zh-CN" sz="800" dirty="0">
              <a:latin typeface="+mn-ea"/>
              <a:cs typeface="Arial" pitchFamily="34" charset="0"/>
              <a:sym typeface="Arial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2001" y="928080"/>
            <a:ext cx="5471999" cy="2520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212001" y="914400"/>
            <a:ext cx="5471999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标题</a:t>
            </a:r>
            <a:r>
              <a:rPr lang="en-US" altLang="zh-CN" sz="1100" b="1" dirty="0">
                <a:solidFill>
                  <a:schemeClr val="tx2"/>
                </a:solidFill>
                <a:latin typeface="+mn-ea"/>
              </a:rPr>
              <a:t>2</a:t>
            </a:r>
            <a:endParaRPr lang="zh-CN" altLang="en-US" sz="11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212001" y="3710641"/>
            <a:ext cx="5471999" cy="244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428000" y="2598418"/>
            <a:ext cx="5040000" cy="59631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9</a:t>
            </a:r>
          </a:p>
          <a:p>
            <a:pPr marL="171450" indent="-17145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这里为内容区域样式这里为内容区域样式，这里为内容区域，这里为内容区域样式。</a:t>
            </a:r>
          </a:p>
        </p:txBody>
      </p:sp>
      <p:sp>
        <p:nvSpPr>
          <p:cNvPr id="60" name="矩形 59"/>
          <p:cNvSpPr/>
          <p:nvPr/>
        </p:nvSpPr>
        <p:spPr>
          <a:xfrm>
            <a:off x="9219333" y="4189944"/>
            <a:ext cx="2248767" cy="167693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9</a:t>
            </a:r>
          </a:p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这里为内容区域样式这里为内容区域样式，这里为内容区域，这里为内容区域样式。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171450" indent="-1714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D83A313-C860-4B68-BDF0-0308BC0C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布局样式 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– 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四分栏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212100" y="3713643"/>
            <a:ext cx="5471999" cy="216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标题</a:t>
            </a:r>
            <a:r>
              <a:rPr lang="en-US" altLang="zh-CN" sz="1100" b="1" dirty="0">
                <a:solidFill>
                  <a:schemeClr val="tx2"/>
                </a:solidFill>
                <a:latin typeface="+mn-ea"/>
              </a:rPr>
              <a:t>2</a:t>
            </a:r>
            <a:endParaRPr lang="zh-CN" altLang="en-US" sz="1100" b="1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642330" y="1364919"/>
            <a:ext cx="792000" cy="991161"/>
            <a:chOff x="6711578" y="1336950"/>
            <a:chExt cx="792000" cy="991161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3600000" scaled="0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867378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0.00</a:t>
              </a:r>
              <a:r>
                <a:rPr lang="zh-CN" altLang="en-US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亿</a:t>
              </a:r>
              <a:endParaRPr lang="en-US" altLang="zh-CN" sz="1200" b="1" dirty="0">
                <a:solidFill>
                  <a:srgbClr val="C00000"/>
                </a:solidFill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902641" y="2205000"/>
              <a:ext cx="410370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800" dirty="0">
                  <a:latin typeface="+mn-ea"/>
                  <a:cs typeface="Huawei Sans Bold" panose="020C0803030203020204" pitchFamily="34" charset="0"/>
                </a:rPr>
                <a:t>线索管理</a:t>
              </a:r>
              <a:endParaRPr lang="en-US" altLang="zh-CN" sz="800" dirty="0">
                <a:latin typeface="+mn-ea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884897" y="1364919"/>
            <a:ext cx="792000" cy="991161"/>
            <a:chOff x="6711578" y="1336950"/>
            <a:chExt cx="792000" cy="991161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3600000" scaled="0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867376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0.00</a:t>
              </a:r>
              <a:r>
                <a:rPr lang="zh-CN" altLang="en-US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亿</a:t>
              </a:r>
              <a:endParaRPr lang="en-US" altLang="zh-CN" sz="1200" b="1" dirty="0">
                <a:solidFill>
                  <a:srgbClr val="C00000"/>
                </a:solidFill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902641" y="2205000"/>
              <a:ext cx="410370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800" dirty="0">
                  <a:latin typeface="+mn-ea"/>
                  <a:cs typeface="Huawei Sans Bold" panose="020C0803030203020204" pitchFamily="34" charset="0"/>
                </a:rPr>
                <a:t>方案找人</a:t>
              </a:r>
              <a:endParaRPr lang="en-US" altLang="zh-CN" sz="800" dirty="0">
                <a:latin typeface="+mn-ea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9127464" y="1364919"/>
            <a:ext cx="792000" cy="991161"/>
            <a:chOff x="6711578" y="1336950"/>
            <a:chExt cx="792000" cy="991161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3600000" scaled="0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867377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0.00</a:t>
              </a:r>
              <a:r>
                <a:rPr lang="zh-CN" altLang="en-US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亿</a:t>
              </a:r>
              <a:endParaRPr lang="en-US" altLang="zh-CN" sz="1200" b="1" dirty="0">
                <a:solidFill>
                  <a:srgbClr val="C00000"/>
                </a:solidFill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902640" y="2205000"/>
              <a:ext cx="410370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800" dirty="0">
                  <a:latin typeface="+mn-ea"/>
                  <a:cs typeface="Huawei Sans Bold" panose="020C0803030203020204" pitchFamily="34" charset="0"/>
                </a:rPr>
                <a:t>商机挖掘</a:t>
              </a:r>
              <a:endParaRPr lang="en-US" altLang="zh-CN" sz="800" dirty="0">
                <a:latin typeface="+mn-ea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0370031" y="1364919"/>
            <a:ext cx="792000" cy="991161"/>
            <a:chOff x="6711578" y="1336950"/>
            <a:chExt cx="792000" cy="991161"/>
          </a:xfrm>
        </p:grpSpPr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0A9C9053-AD94-4F26-B8C6-C2BC89078A1F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0000"/>
                    <a:lumOff val="40000"/>
                    <a:alpha val="10000"/>
                  </a:schemeClr>
                </a:gs>
                <a:gs pos="60000">
                  <a:schemeClr val="bg1">
                    <a:lumMod val="60000"/>
                    <a:lumOff val="40000"/>
                    <a:alpha val="0"/>
                  </a:schemeClr>
                </a:gs>
              </a:gsLst>
              <a:lin ang="3600000" scaled="0"/>
              <a:tileRect/>
            </a:gra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defTabSz="1218712">
                <a:defRPr/>
              </a:pPr>
              <a:endParaRPr lang="zh-CN" altLang="en-US" sz="3998" kern="0">
                <a:solidFill>
                  <a:sysClr val="windowText" lastClr="000000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867378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0.00</a:t>
              </a:r>
              <a:r>
                <a:rPr lang="zh-CN" altLang="en-US" sz="1200" b="1" dirty="0">
                  <a:solidFill>
                    <a:srgbClr val="C00000"/>
                  </a:solidFill>
                  <a:latin typeface="+mn-ea"/>
                  <a:cs typeface="Huawei Sans Bold" panose="020C0803030203020204" pitchFamily="34" charset="0"/>
                </a:rPr>
                <a:t>亿</a:t>
              </a:r>
              <a:endParaRPr lang="en-US" altLang="zh-CN" sz="1200" b="1" dirty="0">
                <a:solidFill>
                  <a:srgbClr val="C00000"/>
                </a:solidFill>
                <a:latin typeface="+mn-ea"/>
                <a:cs typeface="Huawei Sans Bold" panose="020C0803030203020204" pitchFamily="34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C7B5C04D-CB2E-4414-8C5F-F1D4B7FA1FFA}"/>
                </a:ext>
              </a:extLst>
            </p:cNvPr>
            <p:cNvSpPr/>
            <p:nvPr/>
          </p:nvSpPr>
          <p:spPr>
            <a:xfrm>
              <a:off x="6800049" y="2205000"/>
              <a:ext cx="615554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746"/>
              <a:r>
                <a:rPr lang="zh-CN" altLang="en-US" sz="800" dirty="0">
                  <a:latin typeface="+mn-ea"/>
                  <a:cs typeface="Huawei Sans Bold" panose="020C0803030203020204" pitchFamily="34" charset="0"/>
                </a:rPr>
                <a:t>线索问题预警</a:t>
              </a:r>
              <a:endParaRPr lang="en-US" altLang="zh-CN" sz="800" dirty="0">
                <a:latin typeface="+mn-ea"/>
                <a:cs typeface="Huawei Sans Bold" panose="020C0803030203020204" pitchFamily="34" charset="0"/>
              </a:endParaRPr>
            </a:p>
          </p:txBody>
        </p:sp>
      </p:grpSp>
      <p:sp>
        <p:nvSpPr>
          <p:cNvPr id="65" name="Text Box 3"/>
          <p:cNvSpPr txBox="1">
            <a:spLocks noChangeArrowheads="1"/>
          </p:cNvSpPr>
          <p:nvPr/>
        </p:nvSpPr>
        <p:spPr bwMode="gray">
          <a:xfrm>
            <a:off x="1736450" y="1343089"/>
            <a:ext cx="70532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SzPct val="100000"/>
            </a:pPr>
            <a:r>
              <a:rPr lang="zh-CN" altLang="en-US" sz="1100" dirty="0">
                <a:latin typeface="+mn-ea"/>
                <a:cs typeface="Arial" pitchFamily="34" charset="0"/>
                <a:sym typeface="Arial" pitchFamily="34" charset="0"/>
              </a:rPr>
              <a:t>未加粗标题</a:t>
            </a:r>
            <a:endParaRPr lang="en-US" altLang="zh-CN" sz="1100" dirty="0">
              <a:latin typeface="+mn-ea"/>
              <a:cs typeface="Arial" pitchFamily="34" charset="0"/>
              <a:sym typeface="Arial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7FB3B6E-7FC9-4447-8721-BC62AD841D21}"/>
              </a:ext>
            </a:extLst>
          </p:cNvPr>
          <p:cNvGrpSpPr/>
          <p:nvPr/>
        </p:nvGrpSpPr>
        <p:grpSpPr>
          <a:xfrm>
            <a:off x="735065" y="4123616"/>
            <a:ext cx="5040000" cy="1872000"/>
            <a:chOff x="664897" y="4123616"/>
            <a:chExt cx="5115488" cy="1872000"/>
          </a:xfrm>
        </p:grpSpPr>
        <p:sp>
          <p:nvSpPr>
            <p:cNvPr id="49" name="Bevel 16"/>
            <p:cNvSpPr/>
            <p:nvPr/>
          </p:nvSpPr>
          <p:spPr bwMode="auto">
            <a:xfrm>
              <a:off x="664897" y="4123616"/>
              <a:ext cx="1274301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59" name="矩形 58"/>
            <p:cNvSpPr/>
            <p:nvPr/>
          </p:nvSpPr>
          <p:spPr>
            <a:xfrm>
              <a:off x="3531618" y="4129686"/>
              <a:ext cx="2248767" cy="186589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171450" indent="-171450" algn="just">
                <a:lnSpc>
                  <a:spcPct val="125000"/>
                </a:lnSpc>
                <a:spcAft>
                  <a:spcPts val="12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lang="en-US" altLang="zh-CN" sz="900" dirty="0">
                  <a:solidFill>
                    <a:schemeClr val="tx1"/>
                  </a:solidFill>
                  <a:latin typeface="+mn-ea"/>
                </a:rPr>
                <a:t>9</a:t>
              </a:r>
            </a:p>
            <a:p>
              <a:pPr marL="171450" indent="-171450" algn="just">
                <a:lnSpc>
                  <a:spcPct val="125000"/>
                </a:lnSpc>
                <a:spcAft>
                  <a:spcPts val="12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这里为内容区域样式这里为内容区域样式，这里为内容区域，这里为内容区域样式。</a:t>
              </a:r>
              <a:endParaRPr lang="en-US" altLang="zh-CN" sz="900" dirty="0">
                <a:solidFill>
                  <a:schemeClr val="tx1"/>
                </a:solidFill>
                <a:latin typeface="+mn-ea"/>
              </a:endParaRPr>
            </a:p>
            <a:p>
              <a:pPr marL="171450" indent="-171450" algn="just">
                <a:lnSpc>
                  <a:spcPct val="125000"/>
                </a:lnSpc>
                <a:spcAft>
                  <a:spcPts val="1200"/>
                </a:spcAft>
                <a:buFont typeface="Wingdings" panose="05000000000000000000" pitchFamily="2" charset="2"/>
                <a:buChar char="n"/>
              </a:pP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这里为内容区域样式这里为内容区域样式，这里为内容区域样式这里为内容</a:t>
              </a:r>
            </a:p>
          </p:txBody>
        </p:sp>
        <p:sp>
          <p:nvSpPr>
            <p:cNvPr id="56" name="Bevel 16"/>
            <p:cNvSpPr/>
            <p:nvPr/>
          </p:nvSpPr>
          <p:spPr bwMode="auto">
            <a:xfrm>
              <a:off x="2084195" y="4123616"/>
              <a:ext cx="1274301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lnSpc>
                  <a:spcPct val="125000"/>
                </a:lnSpc>
              </a:pPr>
              <a:r>
                <a:rPr lang="zh-CN" altLang="en-US" sz="900" dirty="0">
                  <a:latin typeface="+mn-ea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100" name="Bevel 16"/>
            <p:cNvSpPr/>
            <p:nvPr/>
          </p:nvSpPr>
          <p:spPr bwMode="auto">
            <a:xfrm>
              <a:off x="810815" y="4447020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内容较多的标签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1" name="Bevel 16"/>
            <p:cNvSpPr/>
            <p:nvPr/>
          </p:nvSpPr>
          <p:spPr bwMode="auto">
            <a:xfrm>
              <a:off x="810815" y="4745204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en-US" altLang="zh-CN" sz="800" kern="0" dirty="0">
                  <a:latin typeface="+mn-ea"/>
                </a:rPr>
                <a:t>8</a:t>
              </a:r>
              <a:r>
                <a:rPr lang="zh-CN" altLang="en-US" sz="800" kern="0" dirty="0">
                  <a:latin typeface="+mn-ea"/>
                </a:rPr>
                <a:t>号字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2" name="Bevel 16"/>
            <p:cNvSpPr/>
            <p:nvPr/>
          </p:nvSpPr>
          <p:spPr bwMode="auto">
            <a:xfrm>
              <a:off x="810815" y="5043388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内容区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3" name="Bevel 16"/>
            <p:cNvSpPr/>
            <p:nvPr/>
          </p:nvSpPr>
          <p:spPr bwMode="auto">
            <a:xfrm>
              <a:off x="810815" y="5341572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4" name="Bevel 16"/>
            <p:cNvSpPr/>
            <p:nvPr/>
          </p:nvSpPr>
          <p:spPr bwMode="auto">
            <a:xfrm>
              <a:off x="810815" y="5639758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内容较多的标签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5" name="Bevel 16"/>
            <p:cNvSpPr/>
            <p:nvPr/>
          </p:nvSpPr>
          <p:spPr bwMode="auto">
            <a:xfrm>
              <a:off x="2235188" y="4447020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内容较多的标签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6" name="Bevel 16"/>
            <p:cNvSpPr/>
            <p:nvPr/>
          </p:nvSpPr>
          <p:spPr bwMode="auto">
            <a:xfrm>
              <a:off x="2235188" y="4745204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en-US" altLang="zh-CN" sz="800" kern="0" dirty="0">
                  <a:latin typeface="+mn-ea"/>
                </a:rPr>
                <a:t>8</a:t>
              </a:r>
              <a:r>
                <a:rPr lang="zh-CN" altLang="en-US" sz="800" kern="0" dirty="0">
                  <a:latin typeface="+mn-ea"/>
                </a:rPr>
                <a:t>号字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7" name="Bevel 16"/>
            <p:cNvSpPr/>
            <p:nvPr/>
          </p:nvSpPr>
          <p:spPr bwMode="auto">
            <a:xfrm>
              <a:off x="2235188" y="5043388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内容区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8" name="Bevel 16"/>
            <p:cNvSpPr/>
            <p:nvPr/>
          </p:nvSpPr>
          <p:spPr bwMode="auto">
            <a:xfrm>
              <a:off x="2235188" y="5341572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标签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9" name="Bevel 16"/>
            <p:cNvSpPr/>
            <p:nvPr/>
          </p:nvSpPr>
          <p:spPr bwMode="auto">
            <a:xfrm>
              <a:off x="2235188" y="5639758"/>
              <a:ext cx="974466" cy="216000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>
                <a:defRPr/>
              </a:pPr>
              <a:r>
                <a:rPr lang="zh-CN" altLang="en-US" sz="800" kern="0" dirty="0">
                  <a:latin typeface="+mn-ea"/>
                </a:rPr>
                <a:t>内容较多的标签</a:t>
              </a:r>
              <a:endParaRPr lang="en-US" altLang="zh-CN" sz="800" kern="0" dirty="0">
                <a:latin typeface="+mn-ea"/>
              </a:endParaRPr>
            </a:p>
          </p:txBody>
        </p:sp>
      </p:grpSp>
      <p:sp>
        <p:nvSpPr>
          <p:cNvPr id="69" name="Bevel 16"/>
          <p:cNvSpPr/>
          <p:nvPr/>
        </p:nvSpPr>
        <p:spPr bwMode="auto">
          <a:xfrm>
            <a:off x="6428000" y="4189944"/>
            <a:ext cx="2698520" cy="151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685617">
              <a:lnSpc>
                <a:spcPct val="125000"/>
              </a:lnSpc>
            </a:pPr>
            <a:endParaRPr lang="zh-CN" altLang="en-US" sz="10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gray">
          <a:xfrm>
            <a:off x="7372578" y="5831545"/>
            <a:ext cx="70532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SzPct val="100000"/>
            </a:pPr>
            <a:r>
              <a:rPr lang="zh-CN" altLang="en-US" sz="1100" dirty="0">
                <a:latin typeface="+mn-ea"/>
                <a:cs typeface="Arial" pitchFamily="34" charset="0"/>
                <a:sym typeface="Arial" pitchFamily="34" charset="0"/>
              </a:rPr>
              <a:t>未加粗标题</a:t>
            </a:r>
            <a:endParaRPr lang="en-US" altLang="zh-CN" sz="1100" dirty="0">
              <a:latin typeface="+mn-ea"/>
              <a:cs typeface="Arial" pitchFamily="34" charset="0"/>
              <a:sym typeface="Arial" pitchFamily="34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3" name="矩形 52">
              <a:hlinkClick r:id="rId3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54" name="直接连接符 53">
              <a:hlinkClick r:id="rId3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597A220-CD9C-4CC9-94F8-EEDB7AE885F7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8" name="矩形 57">
              <a:hlinkClick r:id="rId4" action="ppaction://hlinksldjump"/>
              <a:extLst>
                <a:ext uri="{FF2B5EF4-FFF2-40B4-BE49-F238E27FC236}">
                  <a16:creationId xmlns:a16="http://schemas.microsoft.com/office/drawing/2014/main" id="{926B7C4F-69F8-487F-8018-49392112E555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61" name="直接连接符 60">
              <a:hlinkClick r:id="rId4" action="ppaction://hlinksldjump"/>
              <a:extLst>
                <a:ext uri="{FF2B5EF4-FFF2-40B4-BE49-F238E27FC236}">
                  <a16:creationId xmlns:a16="http://schemas.microsoft.com/office/drawing/2014/main" id="{ED9C1993-18D5-4D2D-A42B-9872C75112B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072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F051571-705D-4666-89A3-BA0FCC1A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布局样式 </a:t>
            </a:r>
            <a:r>
              <a:rPr lang="en-US" altLang="zh-CN" sz="2000">
                <a:latin typeface="+mn-ea"/>
                <a:ea typeface="+mn-ea"/>
              </a:rPr>
              <a:t>– </a:t>
            </a:r>
            <a:r>
              <a:rPr lang="zh-CN" altLang="en-US" sz="2000">
                <a:latin typeface="+mn-ea"/>
                <a:ea typeface="+mn-ea"/>
              </a:rPr>
              <a:t>四</a:t>
            </a:r>
            <a:r>
              <a:rPr lang="zh-CN" altLang="en-US" sz="2000" dirty="0">
                <a:latin typeface="+mn-ea"/>
                <a:ea typeface="+mn-ea"/>
              </a:rPr>
              <a:t>分栏竖排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AB5B7B-BA7D-47E8-9FAE-90EFB94F9B97}"/>
              </a:ext>
            </a:extLst>
          </p:cNvPr>
          <p:cNvGrpSpPr/>
          <p:nvPr/>
        </p:nvGrpSpPr>
        <p:grpSpPr>
          <a:xfrm>
            <a:off x="527662" y="1125000"/>
            <a:ext cx="2592000" cy="4608000"/>
            <a:chOff x="729303" y="1125000"/>
            <a:chExt cx="2520001" cy="4608000"/>
          </a:xfrm>
        </p:grpSpPr>
        <p:sp>
          <p:nvSpPr>
            <p:cNvPr id="5" name="矩形 4"/>
            <p:cNvSpPr/>
            <p:nvPr/>
          </p:nvSpPr>
          <p:spPr>
            <a:xfrm>
              <a:off x="729303" y="1125000"/>
              <a:ext cx="2520001" cy="460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71" name="智能世界.png" descr="智能世界.png">
              <a:extLst>
                <a:ext uri="{FF2B5EF4-FFF2-40B4-BE49-F238E27FC236}">
                  <a16:creationId xmlns:a16="http://schemas.microsoft.com/office/drawing/2014/main" id="{57E38483-7557-427D-957E-395761FCE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56" y="4517745"/>
              <a:ext cx="1614177" cy="73686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C2B9E87-BBDD-4B14-AFDA-D8D590F85290}"/>
              </a:ext>
            </a:extLst>
          </p:cNvPr>
          <p:cNvGrpSpPr/>
          <p:nvPr/>
        </p:nvGrpSpPr>
        <p:grpSpPr>
          <a:xfrm>
            <a:off x="815538" y="1406654"/>
            <a:ext cx="2018135" cy="2616647"/>
            <a:chOff x="1009183" y="1406654"/>
            <a:chExt cx="1962076" cy="2616647"/>
          </a:xfrm>
        </p:grpSpPr>
        <p:sp>
          <p:nvSpPr>
            <p:cNvPr id="78" name="文本框 77"/>
            <p:cNvSpPr txBox="1"/>
            <p:nvPr/>
          </p:nvSpPr>
          <p:spPr>
            <a:xfrm>
              <a:off x="1009183" y="140665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  <a:latin typeface="+mn-ea"/>
                  <a:cs typeface="Huawei Sans" panose="020C0503030203020204" pitchFamily="34" charset="0"/>
                </a:rPr>
                <a:t>卡片内标题</a:t>
              </a: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009183" y="1886591"/>
              <a:ext cx="846386" cy="194284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这里是小标题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这里是标题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这里标题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009183" y="2118934"/>
              <a:ext cx="1962076" cy="190436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这里为内容区域样式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这里为内容区域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样式，这里为内容区域样式这里为内容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区域样式，这里为内容区域样式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F7B9CF-5DAC-4845-8589-BCF24790C80C}"/>
              </a:ext>
            </a:extLst>
          </p:cNvPr>
          <p:cNvGrpSpPr/>
          <p:nvPr/>
        </p:nvGrpSpPr>
        <p:grpSpPr>
          <a:xfrm>
            <a:off x="3382441" y="1125000"/>
            <a:ext cx="2592000" cy="4608000"/>
            <a:chOff x="3466995" y="1125000"/>
            <a:chExt cx="2520001" cy="4608000"/>
          </a:xfrm>
        </p:grpSpPr>
        <p:sp>
          <p:nvSpPr>
            <p:cNvPr id="68" name="矩形 67"/>
            <p:cNvSpPr/>
            <p:nvPr/>
          </p:nvSpPr>
          <p:spPr>
            <a:xfrm>
              <a:off x="3466995" y="1125000"/>
              <a:ext cx="2520001" cy="460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72" name="智能城市.png" descr="智能城市.png">
              <a:extLst>
                <a:ext uri="{FF2B5EF4-FFF2-40B4-BE49-F238E27FC236}">
                  <a16:creationId xmlns:a16="http://schemas.microsoft.com/office/drawing/2014/main" id="{D5F23B65-7304-4DFB-A205-38CCD28D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5521" y="4588351"/>
              <a:ext cx="1622144" cy="59565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FAEF55D-7D7E-4BA4-ACBE-6975EF1B0AE7}"/>
              </a:ext>
            </a:extLst>
          </p:cNvPr>
          <p:cNvGrpSpPr/>
          <p:nvPr/>
        </p:nvGrpSpPr>
        <p:grpSpPr>
          <a:xfrm>
            <a:off x="3675983" y="1406654"/>
            <a:ext cx="2018135" cy="2616647"/>
            <a:chOff x="3752383" y="1406654"/>
            <a:chExt cx="1962076" cy="2616647"/>
          </a:xfrm>
        </p:grpSpPr>
        <p:sp>
          <p:nvSpPr>
            <p:cNvPr id="77" name="文本框 76"/>
            <p:cNvSpPr txBox="1"/>
            <p:nvPr/>
          </p:nvSpPr>
          <p:spPr>
            <a:xfrm>
              <a:off x="3752383" y="140665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  <a:latin typeface="+mn-ea"/>
                  <a:cs typeface="Huawei Sans" panose="020C0503030203020204" pitchFamily="34" charset="0"/>
                </a:rPr>
                <a:t>卡片内标题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3752383" y="1886591"/>
              <a:ext cx="846386" cy="194284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这里是小标题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这里是标题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这里标题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3752383" y="2118934"/>
              <a:ext cx="1962076" cy="190436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这里为内容区域样式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这里为内容区域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样式，这里为内容区域样式这里为内容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区域样式，这里为内容区域样式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C57BD42-CDD2-4584-A3E3-4DD476DD63D1}"/>
              </a:ext>
            </a:extLst>
          </p:cNvPr>
          <p:cNvGrpSpPr/>
          <p:nvPr/>
        </p:nvGrpSpPr>
        <p:grpSpPr>
          <a:xfrm>
            <a:off x="6237220" y="1125000"/>
            <a:ext cx="2592000" cy="4608000"/>
            <a:chOff x="6204687" y="1125000"/>
            <a:chExt cx="2520001" cy="4608000"/>
          </a:xfrm>
        </p:grpSpPr>
        <p:sp>
          <p:nvSpPr>
            <p:cNvPr id="69" name="矩形 68"/>
            <p:cNvSpPr/>
            <p:nvPr/>
          </p:nvSpPr>
          <p:spPr>
            <a:xfrm>
              <a:off x="6204687" y="1125000"/>
              <a:ext cx="2520001" cy="460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</a:pPr>
              <a:endParaRPr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73" name="商店.png" descr="商店.png">
              <a:extLst>
                <a:ext uri="{FF2B5EF4-FFF2-40B4-BE49-F238E27FC236}">
                  <a16:creationId xmlns:a16="http://schemas.microsoft.com/office/drawing/2014/main" id="{C340A156-1E7A-43BC-ABF5-924CEF92A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6869866" y="4494980"/>
              <a:ext cx="1200221" cy="78239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A10FBB-0E8A-4807-A478-CF239A3F2C11}"/>
              </a:ext>
            </a:extLst>
          </p:cNvPr>
          <p:cNvGrpSpPr/>
          <p:nvPr/>
        </p:nvGrpSpPr>
        <p:grpSpPr>
          <a:xfrm>
            <a:off x="6536427" y="1406654"/>
            <a:ext cx="2018135" cy="2616647"/>
            <a:chOff x="6495583" y="1406654"/>
            <a:chExt cx="1962076" cy="2616647"/>
          </a:xfrm>
        </p:grpSpPr>
        <p:sp>
          <p:nvSpPr>
            <p:cNvPr id="76" name="文本框 75"/>
            <p:cNvSpPr txBox="1"/>
            <p:nvPr/>
          </p:nvSpPr>
          <p:spPr>
            <a:xfrm>
              <a:off x="6495583" y="140665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  <a:latin typeface="+mn-ea"/>
                  <a:cs typeface="Huawei Sans" panose="020C0503030203020204" pitchFamily="34" charset="0"/>
                </a:rPr>
                <a:t>卡片内标题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6495583" y="1886591"/>
              <a:ext cx="846386" cy="194284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这里是小标题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这里是标题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标题</a:t>
              </a: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+mn-ea"/>
                  <a:cs typeface="Huawei Sans" panose="020C0503030203020204" pitchFamily="34" charset="0"/>
                </a:rPr>
                <a:t>这里标题</a:t>
              </a: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6495583" y="2118934"/>
              <a:ext cx="1962076" cy="190436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这里为内容区域样式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这里为内容区域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样式，这里为内容区域样式这里为内容</a:t>
              </a: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  <a:cs typeface="Huawei Sans" panose="020C0503030203020204" pitchFamily="34" charset="0"/>
                </a:rPr>
                <a:t>区域样式，这里为内容区域样式</a:t>
              </a:r>
            </a:p>
          </p:txBody>
        </p:sp>
      </p:grpSp>
      <p:sp>
        <p:nvSpPr>
          <p:cNvPr id="70" name="矩形 69"/>
          <p:cNvSpPr/>
          <p:nvPr/>
        </p:nvSpPr>
        <p:spPr>
          <a:xfrm>
            <a:off x="9092000" y="1125000"/>
            <a:ext cx="2592000" cy="460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74" name="LOT.png" descr="LOT.png">
            <a:extLst>
              <a:ext uri="{FF2B5EF4-FFF2-40B4-BE49-F238E27FC236}">
                <a16:creationId xmlns:a16="http://schemas.microsoft.com/office/drawing/2014/main" id="{A4226F78-D918-4FF4-ACE9-C0BB973D0D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43591" y="4391310"/>
            <a:ext cx="1729290" cy="989729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文本框 74"/>
          <p:cNvSpPr txBox="1"/>
          <p:nvPr/>
        </p:nvSpPr>
        <p:spPr>
          <a:xfrm>
            <a:off x="9387160" y="1406654"/>
            <a:ext cx="9233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+mn-ea"/>
                <a:cs typeface="Huawei Sans" panose="020C0503030203020204" pitchFamily="34" charset="0"/>
              </a:rPr>
              <a:t>卡片内标题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9387160" y="1886591"/>
            <a:ext cx="870568" cy="19428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latin typeface="+mn-ea"/>
                <a:cs typeface="Huawei Sans" panose="020C0503030203020204" pitchFamily="34" charset="0"/>
              </a:rPr>
              <a:t>这里是小标题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endParaRPr lang="zh-CN" altLang="en-US" sz="1100" dirty="0">
              <a:latin typeface="+mn-ea"/>
              <a:cs typeface="Huawei Sans" panose="020C0503030203020204" pitchFamily="34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latin typeface="+mn-ea"/>
                <a:cs typeface="Huawei Sans" panose="020C0503030203020204" pitchFamily="34" charset="0"/>
              </a:rPr>
              <a:t>这里是标题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endParaRPr lang="zh-CN" altLang="en-US" sz="1100" dirty="0">
              <a:latin typeface="+mn-ea"/>
              <a:cs typeface="Huawei Sans" panose="020C0503030203020204" pitchFamily="34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latin typeface="+mn-ea"/>
                <a:cs typeface="Huawei Sans" panose="020C0503030203020204" pitchFamily="34" charset="0"/>
              </a:rPr>
              <a:t>标题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endParaRPr lang="zh-CN" altLang="en-US" sz="1100" dirty="0">
              <a:latin typeface="+mn-ea"/>
              <a:cs typeface="Huawei Sans" panose="020C0503030203020204" pitchFamily="34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latin typeface="+mn-ea"/>
                <a:cs typeface="Huawei Sans" panose="020C0503030203020204" pitchFamily="34" charset="0"/>
              </a:rPr>
              <a:t>这里标题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9387160" y="2118934"/>
            <a:ext cx="2018135" cy="19043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rPr>
              <a:t>这里为内容区域样式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endParaRPr lang="zh-CN" altLang="en-US" sz="9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Huawei Sans" panose="020C0503030203020204" pitchFamily="34" charset="0"/>
            </a:endParaRP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rPr>
              <a:t>这里为内容区域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endParaRPr lang="zh-CN" altLang="en-US" sz="9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Huawei Sans" panose="020C0503030203020204" pitchFamily="34" charset="0"/>
            </a:endParaRP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rPr>
              <a:t>样式，这里为内容区域样式这里为内容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endParaRPr lang="zh-CN" altLang="en-US" sz="9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  <a:cs typeface="Huawei Sans" panose="020C0503030203020204" pitchFamily="34" charset="0"/>
            </a:endParaRP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  <a:cs typeface="Huawei Sans" panose="020C0503030203020204" pitchFamily="34" charset="0"/>
              </a:rPr>
              <a:t>区域样式，这里为内容区域样式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4" name="矩形 23">
              <a:hlinkClick r:id="rId6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25" name="直接连接符 24">
              <a:hlinkClick r:id="rId6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7E2386F-8BFD-4D32-9E64-3040F5BCDE94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33" name="矩形 32">
              <a:hlinkClick r:id="rId7" action="ppaction://hlinksldjump"/>
              <a:extLst>
                <a:ext uri="{FF2B5EF4-FFF2-40B4-BE49-F238E27FC236}">
                  <a16:creationId xmlns:a16="http://schemas.microsoft.com/office/drawing/2014/main" id="{BA7B1D5F-F62F-4CB0-9462-F56F6808665F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34" name="直接连接符 33">
              <a:hlinkClick r:id="rId7" action="ppaction://hlinksldjump"/>
              <a:extLst>
                <a:ext uri="{FF2B5EF4-FFF2-40B4-BE49-F238E27FC236}">
                  <a16:creationId xmlns:a16="http://schemas.microsoft.com/office/drawing/2014/main" id="{4BD4EC4E-DB40-4E97-BF6A-A01FD1A6EB9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9436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7759F27-6CB0-4337-8EB4-87C9A42A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目录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303365-ECEF-214B-8A9C-782E7A5C2383}"/>
              </a:ext>
            </a:extLst>
          </p:cNvPr>
          <p:cNvSpPr/>
          <p:nvPr/>
        </p:nvSpPr>
        <p:spPr>
          <a:xfrm>
            <a:off x="-1" y="1269000"/>
            <a:ext cx="11484000" cy="429440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53" tIns="34277" rIns="68553" bIns="342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kumimoji="1" lang="zh-CN" altLang="en-US" sz="1349" kern="0" dirty="0">
              <a:solidFill>
                <a:srgbClr val="666666"/>
              </a:solidFill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4" name="矩形 13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5" name="直接连接符 14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A114AC2-C292-4F51-8F37-96BB5A2D94D4}"/>
              </a:ext>
            </a:extLst>
          </p:cNvPr>
          <p:cNvGrpSpPr/>
          <p:nvPr/>
        </p:nvGrpSpPr>
        <p:grpSpPr>
          <a:xfrm>
            <a:off x="3072551" y="2124432"/>
            <a:ext cx="6051660" cy="2571473"/>
            <a:chOff x="2951347" y="2124432"/>
            <a:chExt cx="6051660" cy="257147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1DDE631-F4A9-48E2-9A6B-CADE831383B8}"/>
                </a:ext>
              </a:extLst>
            </p:cNvPr>
            <p:cNvSpPr/>
            <p:nvPr/>
          </p:nvSpPr>
          <p:spPr>
            <a:xfrm>
              <a:off x="2951347" y="2124432"/>
              <a:ext cx="648072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kern="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</a:rPr>
                <a:t>01</a:t>
              </a:r>
              <a:endParaRPr lang="zh-CN" altLang="en-US" sz="2800" kern="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7D55FFD-B700-4A55-8F27-B98E4EDDB16A}"/>
                </a:ext>
              </a:extLst>
            </p:cNvPr>
            <p:cNvSpPr/>
            <p:nvPr/>
          </p:nvSpPr>
          <p:spPr>
            <a:xfrm>
              <a:off x="3725927" y="2124432"/>
              <a:ext cx="5277080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189"/>
              <a:r>
                <a:rPr lang="en-US" altLang="zh-CN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PPT</a:t>
              </a:r>
              <a:r>
                <a:rPr lang="zh-CN" altLang="en-US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写作基础</a:t>
              </a:r>
              <a:endParaRPr lang="en-GB" altLang="zh-CN" sz="2000" b="1" kern="0" dirty="0">
                <a:solidFill>
                  <a:schemeClr val="bg1">
                    <a:lumMod val="40000"/>
                    <a:lumOff val="60000"/>
                  </a:schemeClr>
                </a:solidFill>
                <a:latin typeface="+mn-ea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BD7EBF3-6B55-4BD5-B79E-8BC4516FA0E0}"/>
                </a:ext>
              </a:extLst>
            </p:cNvPr>
            <p:cNvSpPr/>
            <p:nvPr/>
          </p:nvSpPr>
          <p:spPr>
            <a:xfrm>
              <a:off x="2951347" y="3081348"/>
              <a:ext cx="648072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kern="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+mn-ea"/>
                </a:rPr>
                <a:t>02</a:t>
              </a:r>
              <a:endParaRPr lang="zh-CN" altLang="en-US" sz="2800" kern="0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21ADF3B-3C88-48E8-BFA8-F4A0125DA8EA}"/>
                </a:ext>
              </a:extLst>
            </p:cNvPr>
            <p:cNvSpPr/>
            <p:nvPr/>
          </p:nvSpPr>
          <p:spPr>
            <a:xfrm>
              <a:off x="3725927" y="3081348"/>
              <a:ext cx="5277080" cy="648072"/>
            </a:xfrm>
            <a:prstGeom prst="rect">
              <a:avLst/>
            </a:prstGeom>
            <a:solidFill>
              <a:srgbClr val="FBFBFB"/>
            </a:solidFill>
            <a:ln w="9525" cap="flat" cmpd="sng" algn="ctr">
              <a:solidFill>
                <a:schemeClr val="bg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189"/>
              <a:r>
                <a:rPr lang="zh-CN" altLang="en-US" sz="2000" b="1" kern="0" dirty="0">
                  <a:solidFill>
                    <a:schemeClr val="bg1">
                      <a:lumMod val="40000"/>
                      <a:lumOff val="60000"/>
                    </a:schemeClr>
                  </a:solidFill>
                  <a:latin typeface="+mn-ea"/>
                </a:rPr>
                <a:t>排版规范与布局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9729E68-A2D3-4EB6-AC44-5571CED7CAED}"/>
                </a:ext>
              </a:extLst>
            </p:cNvPr>
            <p:cNvSpPr/>
            <p:nvPr/>
          </p:nvSpPr>
          <p:spPr>
            <a:xfrm>
              <a:off x="2951347" y="4047833"/>
              <a:ext cx="648072" cy="64807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kern="0" dirty="0">
                  <a:solidFill>
                    <a:srgbClr val="C00000"/>
                  </a:solidFill>
                  <a:latin typeface="+mn-ea"/>
                </a:rPr>
                <a:t>03</a:t>
              </a:r>
              <a:endParaRPr lang="zh-CN" altLang="en-US" sz="2800" kern="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6549850-B95D-475B-8E24-86E397FE0BE6}"/>
                </a:ext>
              </a:extLst>
            </p:cNvPr>
            <p:cNvSpPr/>
            <p:nvPr/>
          </p:nvSpPr>
          <p:spPr>
            <a:xfrm>
              <a:off x="3725927" y="4047833"/>
              <a:ext cx="5277080" cy="64807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92075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kern="0" dirty="0">
                  <a:solidFill>
                    <a:srgbClr val="C00000"/>
                  </a:solidFill>
                  <a:latin typeface="+mn-ea"/>
                  <a:cs typeface="Arial" panose="020B0604020202020204" pitchFamily="34" charset="0"/>
                </a:rPr>
                <a:t>常见页面类型参考</a:t>
              </a:r>
              <a:endParaRPr lang="en-GB" altLang="zh-CN" sz="2000" b="1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E9F7E40-4CA3-436A-9CA7-421222A8860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3" name="矩形 22">
              <a:hlinkClick r:id="rId3" action="ppaction://hlinksldjump"/>
              <a:extLst>
                <a:ext uri="{FF2B5EF4-FFF2-40B4-BE49-F238E27FC236}">
                  <a16:creationId xmlns:a16="http://schemas.microsoft.com/office/drawing/2014/main" id="{7992D612-EB74-401F-83B6-E713CC0577D1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24" name="直接连接符 23">
              <a:hlinkClick r:id="rId3" action="ppaction://hlinksldjump"/>
              <a:extLst>
                <a:ext uri="{FF2B5EF4-FFF2-40B4-BE49-F238E27FC236}">
                  <a16:creationId xmlns:a16="http://schemas.microsoft.com/office/drawing/2014/main" id="{62499AD2-3AF3-4BED-BFD2-D33958DD8107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6587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4AB9266-282B-47E9-9679-550B85266BB1}"/>
              </a:ext>
            </a:extLst>
          </p:cNvPr>
          <p:cNvSpPr/>
          <p:nvPr/>
        </p:nvSpPr>
        <p:spPr>
          <a:xfrm>
            <a:off x="518381" y="909000"/>
            <a:ext cx="5472000" cy="5184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B17E29-B809-4925-A3C4-D0F3224EAB20}"/>
              </a:ext>
            </a:extLst>
          </p:cNvPr>
          <p:cNvSpPr/>
          <p:nvPr/>
        </p:nvSpPr>
        <p:spPr>
          <a:xfrm>
            <a:off x="6207238" y="909000"/>
            <a:ext cx="5472000" cy="5184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5A613AC-4AD0-484F-AD55-B178E466FFC7}"/>
              </a:ext>
            </a:extLst>
          </p:cNvPr>
          <p:cNvSpPr/>
          <p:nvPr/>
        </p:nvSpPr>
        <p:spPr>
          <a:xfrm>
            <a:off x="6423024" y="4094480"/>
            <a:ext cx="5040313" cy="1803399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900000" rIns="108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825DF596-F25B-4A94-AC25-88A068FF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页面参考 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– 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图文页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1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63749B0-DD86-49A1-9E55-74F9E31A0EF5}"/>
              </a:ext>
            </a:extLst>
          </p:cNvPr>
          <p:cNvCxnSpPr>
            <a:stCxn id="4" idx="2"/>
          </p:cNvCxnSpPr>
          <p:nvPr/>
        </p:nvCxnSpPr>
        <p:spPr>
          <a:xfrm>
            <a:off x="734381" y="1605650"/>
            <a:ext cx="0" cy="44640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823BCE9-0F1B-441F-B569-8397DF7F5511}"/>
              </a:ext>
            </a:extLst>
          </p:cNvPr>
          <p:cNvSpPr/>
          <p:nvPr/>
        </p:nvSpPr>
        <p:spPr>
          <a:xfrm>
            <a:off x="662381" y="1461650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0C319F-F2A8-423F-A55F-D8CF781562BB}"/>
              </a:ext>
            </a:extLst>
          </p:cNvPr>
          <p:cNvSpPr/>
          <p:nvPr/>
        </p:nvSpPr>
        <p:spPr>
          <a:xfrm>
            <a:off x="662381" y="2654067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6C5C4D-19DD-4C0B-A49C-2D4BC093E706}"/>
              </a:ext>
            </a:extLst>
          </p:cNvPr>
          <p:cNvSpPr/>
          <p:nvPr/>
        </p:nvSpPr>
        <p:spPr>
          <a:xfrm>
            <a:off x="662381" y="3744845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C07EAE-7F35-41A4-8E3A-4CC58192E247}"/>
              </a:ext>
            </a:extLst>
          </p:cNvPr>
          <p:cNvSpPr/>
          <p:nvPr/>
        </p:nvSpPr>
        <p:spPr>
          <a:xfrm>
            <a:off x="518381" y="909000"/>
            <a:ext cx="5472000" cy="216000"/>
          </a:xfrm>
          <a:prstGeom prst="rect">
            <a:avLst/>
          </a:prstGeom>
          <a:solidFill>
            <a:schemeClr val="accent1"/>
          </a:solidFill>
          <a:ln w="6350">
            <a:gradFill>
              <a:gsLst>
                <a:gs pos="0">
                  <a:srgbClr val="C00000"/>
                </a:gs>
                <a:gs pos="100000">
                  <a:srgbClr val="C00000">
                    <a:alpha val="4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AF83F1-1BB1-4DA6-9999-8E918F8CF2D6}"/>
              </a:ext>
            </a:extLst>
          </p:cNvPr>
          <p:cNvSpPr/>
          <p:nvPr/>
        </p:nvSpPr>
        <p:spPr>
          <a:xfrm>
            <a:off x="6207238" y="909000"/>
            <a:ext cx="5472000" cy="216000"/>
          </a:xfrm>
          <a:prstGeom prst="rect">
            <a:avLst/>
          </a:prstGeom>
          <a:solidFill>
            <a:schemeClr val="accent1"/>
          </a:solidFill>
          <a:ln w="6350">
            <a:gradFill>
              <a:gsLst>
                <a:gs pos="0">
                  <a:srgbClr val="C00000"/>
                </a:gs>
                <a:gs pos="100000">
                  <a:srgbClr val="C00000">
                    <a:alpha val="4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AEF016-A4F0-4139-A24B-1C8341ED2906}"/>
              </a:ext>
            </a:extLst>
          </p:cNvPr>
          <p:cNvSpPr txBox="1"/>
          <p:nvPr/>
        </p:nvSpPr>
        <p:spPr>
          <a:xfrm>
            <a:off x="918603" y="1451762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05904E-14F3-4727-86EE-D222A05190A5}"/>
              </a:ext>
            </a:extLst>
          </p:cNvPr>
          <p:cNvSpPr/>
          <p:nvPr/>
        </p:nvSpPr>
        <p:spPr>
          <a:xfrm>
            <a:off x="918603" y="1770090"/>
            <a:ext cx="4855134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D69338-9CD2-4E8C-B73C-F674FF75F24D}"/>
              </a:ext>
            </a:extLst>
          </p:cNvPr>
          <p:cNvSpPr txBox="1"/>
          <p:nvPr/>
        </p:nvSpPr>
        <p:spPr>
          <a:xfrm>
            <a:off x="918603" y="2644179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A4FB73-DA12-4453-87D3-C5E870213A74}"/>
              </a:ext>
            </a:extLst>
          </p:cNvPr>
          <p:cNvSpPr/>
          <p:nvPr/>
        </p:nvSpPr>
        <p:spPr>
          <a:xfrm>
            <a:off x="918603" y="2870756"/>
            <a:ext cx="4855134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F2CF49-0E39-4E46-A998-EB565F9DAA2A}"/>
              </a:ext>
            </a:extLst>
          </p:cNvPr>
          <p:cNvSpPr txBox="1"/>
          <p:nvPr/>
        </p:nvSpPr>
        <p:spPr>
          <a:xfrm>
            <a:off x="918603" y="3744845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DDFBB4-44DF-4AB5-A57B-FFA649895A83}"/>
              </a:ext>
            </a:extLst>
          </p:cNvPr>
          <p:cNvSpPr/>
          <p:nvPr/>
        </p:nvSpPr>
        <p:spPr>
          <a:xfrm>
            <a:off x="918603" y="4012954"/>
            <a:ext cx="4855134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31728FD-B35F-42E5-B552-FD4FCA7DEF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28" b="15197"/>
          <a:stretch/>
        </p:blipFill>
        <p:spPr>
          <a:xfrm>
            <a:off x="918603" y="4678925"/>
            <a:ext cx="4855134" cy="1218955"/>
          </a:xfrm>
          <a:prstGeom prst="rect">
            <a:avLst/>
          </a:prstGeom>
        </p:spPr>
      </p:pic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775F2496-F1BF-453E-B8C5-51C349890016}"/>
              </a:ext>
            </a:extLst>
          </p:cNvPr>
          <p:cNvCxnSpPr>
            <a:cxnSpLocks/>
          </p:cNvCxnSpPr>
          <p:nvPr/>
        </p:nvCxnSpPr>
        <p:spPr>
          <a:xfrm>
            <a:off x="6207238" y="3567797"/>
            <a:ext cx="5472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2F70BA4C-16C0-4482-BE0B-75354B693DDF}"/>
              </a:ext>
            </a:extLst>
          </p:cNvPr>
          <p:cNvSpPr txBox="1"/>
          <p:nvPr/>
        </p:nvSpPr>
        <p:spPr>
          <a:xfrm>
            <a:off x="8154044" y="3719568"/>
            <a:ext cx="157839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1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96" name="Text Box 21">
            <a:extLst>
              <a:ext uri="{FF2B5EF4-FFF2-40B4-BE49-F238E27FC236}">
                <a16:creationId xmlns:a16="http://schemas.microsoft.com/office/drawing/2014/main" id="{F69AFD42-17C9-46F9-8D18-9E02FF048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8016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财务</a:t>
            </a:r>
          </a:p>
        </p:txBody>
      </p:sp>
      <p:sp>
        <p:nvSpPr>
          <p:cNvPr id="97" name="Text Box 22">
            <a:extLst>
              <a:ext uri="{FF2B5EF4-FFF2-40B4-BE49-F238E27FC236}">
                <a16:creationId xmlns:a16="http://schemas.microsoft.com/office/drawing/2014/main" id="{583BF4C6-CC19-4750-8333-D90B1088F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540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8016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供应链</a:t>
            </a:r>
          </a:p>
        </p:txBody>
      </p:sp>
      <p:sp>
        <p:nvSpPr>
          <p:cNvPr id="98" name="Text Box 23">
            <a:extLst>
              <a:ext uri="{FF2B5EF4-FFF2-40B4-BE49-F238E27FC236}">
                <a16:creationId xmlns:a16="http://schemas.microsoft.com/office/drawing/2014/main" id="{E4B74A55-0717-44EB-AE34-B94BA240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180" y="4268429"/>
            <a:ext cx="864000" cy="432000"/>
          </a:xfrm>
          <a:prstGeom prst="rect">
            <a:avLst/>
          </a:prstGeom>
          <a:solidFill>
            <a:srgbClr val="FFF1EF"/>
          </a:solidFill>
          <a:ln w="6350" algn="ctr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 defTabSz="801688">
              <a:defRPr/>
            </a:pPr>
            <a:r>
              <a:rPr lang="en-US" altLang="zh-CN" sz="1000" b="1" kern="0">
                <a:solidFill>
                  <a:srgbClr val="C00000"/>
                </a:solidFill>
                <a:latin typeface="+mn-ea"/>
              </a:rPr>
              <a:t>IT</a:t>
            </a:r>
            <a:endParaRPr lang="zh-CN" altLang="en-US" sz="1000" b="1" kern="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9" name="Text Box 24">
            <a:extLst>
              <a:ext uri="{FF2B5EF4-FFF2-40B4-BE49-F238E27FC236}">
                <a16:creationId xmlns:a16="http://schemas.microsoft.com/office/drawing/2014/main" id="{678F4229-CA0B-43F2-80ED-FE701AE09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0820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8016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安全</a:t>
            </a:r>
          </a:p>
        </p:txBody>
      </p:sp>
      <p:sp>
        <p:nvSpPr>
          <p:cNvPr id="100" name="Text Box 25">
            <a:extLst>
              <a:ext uri="{FF2B5EF4-FFF2-40B4-BE49-F238E27FC236}">
                <a16:creationId xmlns:a16="http://schemas.microsoft.com/office/drawing/2014/main" id="{F197741B-5886-4420-BB45-07D343C7B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2459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8016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研发</a:t>
            </a:r>
          </a:p>
        </p:txBody>
      </p:sp>
      <p:sp>
        <p:nvSpPr>
          <p:cNvPr id="101" name="梯形 100">
            <a:extLst>
              <a:ext uri="{FF2B5EF4-FFF2-40B4-BE49-F238E27FC236}">
                <a16:creationId xmlns:a16="http://schemas.microsoft.com/office/drawing/2014/main" id="{35DD52B9-D1D3-4FC0-96DB-A4FC6C9AFF94}"/>
              </a:ext>
            </a:extLst>
          </p:cNvPr>
          <p:cNvSpPr/>
          <p:nvPr/>
        </p:nvSpPr>
        <p:spPr>
          <a:xfrm>
            <a:off x="6565900" y="4675942"/>
            <a:ext cx="4750559" cy="216000"/>
          </a:xfrm>
          <a:prstGeom prst="trapezoid">
            <a:avLst>
              <a:gd name="adj" fmla="val 200412"/>
            </a:avLst>
          </a:prstGeom>
          <a:gradFill flip="none" rotWithShape="1">
            <a:gsLst>
              <a:gs pos="0">
                <a:srgbClr val="FFFFFF">
                  <a:lumMod val="95000"/>
                  <a:alpha val="60000"/>
                </a:srgbClr>
              </a:gs>
              <a:gs pos="96250">
                <a:srgbClr val="FFFFFF">
                  <a:lumMod val="95000"/>
                  <a:alpha val="0"/>
                </a:srgbClr>
              </a:gs>
            </a:gsLst>
            <a:lin ang="16200000" scaled="1"/>
            <a:tileRect/>
          </a:gradFill>
          <a:ln w="6350" cap="flat" cmpd="sng" algn="ctr">
            <a:gradFill>
              <a:gsLst>
                <a:gs pos="4000">
                  <a:srgbClr val="666666">
                    <a:lumMod val="40000"/>
                    <a:lumOff val="60000"/>
                    <a:alpha val="0"/>
                  </a:srgbClr>
                </a:gs>
                <a:gs pos="10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5947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161FBEE-F039-4ED7-B3CD-966EFE472339}"/>
              </a:ext>
            </a:extLst>
          </p:cNvPr>
          <p:cNvSpPr txBox="1"/>
          <p:nvPr/>
        </p:nvSpPr>
        <p:spPr>
          <a:xfrm>
            <a:off x="6423025" y="1451762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1A6DD37-95A9-415A-849E-BD9F8933039F}"/>
              </a:ext>
            </a:extLst>
          </p:cNvPr>
          <p:cNvSpPr/>
          <p:nvPr/>
        </p:nvSpPr>
        <p:spPr>
          <a:xfrm>
            <a:off x="6423025" y="1772360"/>
            <a:ext cx="5040312" cy="164744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这里为内容区域样式这里为内容区域样式，这里为内容区域样式这里为内容区域样式。这里为内容区域样式这里，这里为内容区域样式这里为内容区域样式。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这里为内容区域样式这里，这里为内容区域样式这里为内容区域样式。这里为内容区域样式这里为内容区域样式。这里为内容区域样式这里，这里为内容区域样式这里为内容区域样式。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6DCA32-10E7-4FD5-A17B-9834E6FB4046}"/>
              </a:ext>
            </a:extLst>
          </p:cNvPr>
          <p:cNvSpPr/>
          <p:nvPr/>
        </p:nvSpPr>
        <p:spPr>
          <a:xfrm>
            <a:off x="6565900" y="5081565"/>
            <a:ext cx="4730023" cy="80573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这里为内容区域样式这里为内容区域样式，这里为内容区域样式。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9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E1D815B-0E29-424D-9397-BBAB06B2DFF1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31" name="矩形 30">
              <a:hlinkClick r:id="rId3" action="ppaction://hlinksldjump"/>
              <a:extLst>
                <a:ext uri="{FF2B5EF4-FFF2-40B4-BE49-F238E27FC236}">
                  <a16:creationId xmlns:a16="http://schemas.microsoft.com/office/drawing/2014/main" id="{D174F76B-7B8D-43F5-B913-D81316A4CB94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32" name="直接连接符 31">
              <a:hlinkClick r:id="rId3" action="ppaction://hlinksldjump"/>
              <a:extLst>
                <a:ext uri="{FF2B5EF4-FFF2-40B4-BE49-F238E27FC236}">
                  <a16:creationId xmlns:a16="http://schemas.microsoft.com/office/drawing/2014/main" id="{FD753BD7-0BC1-42B8-8AAA-91C6B363B436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7856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08EA23F-0216-42CF-9C4F-684B23EE49AD}"/>
              </a:ext>
            </a:extLst>
          </p:cNvPr>
          <p:cNvSpPr/>
          <p:nvPr/>
        </p:nvSpPr>
        <p:spPr>
          <a:xfrm>
            <a:off x="8158480" y="908048"/>
            <a:ext cx="3528000" cy="5257801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9E8090E-78D9-4B47-A473-422C55297663}"/>
              </a:ext>
            </a:extLst>
          </p:cNvPr>
          <p:cNvSpPr/>
          <p:nvPr/>
        </p:nvSpPr>
        <p:spPr>
          <a:xfrm>
            <a:off x="517525" y="908049"/>
            <a:ext cx="7021514" cy="5257801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895F0A-FE90-4F5C-AD4A-35CBC181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>
                <a:latin typeface="+mn-ea"/>
                <a:ea typeface="+mn-ea"/>
              </a:rPr>
              <a:t>– </a:t>
            </a:r>
            <a:r>
              <a:rPr lang="zh-CN" altLang="en-US" sz="2000">
                <a:latin typeface="+mn-ea"/>
                <a:ea typeface="+mn-ea"/>
              </a:rPr>
              <a:t>图</a:t>
            </a:r>
            <a:r>
              <a:rPr lang="zh-CN" altLang="en-US" sz="2000" dirty="0">
                <a:latin typeface="+mn-ea"/>
                <a:ea typeface="+mn-ea"/>
              </a:rPr>
              <a:t>文页</a:t>
            </a:r>
            <a:r>
              <a:rPr lang="en-US" altLang="zh-CN" sz="2000">
                <a:latin typeface="+mn-ea"/>
                <a:ea typeface="+mn-ea"/>
              </a:rPr>
              <a:t>2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50C174-FC12-4F52-A509-29E0443E9788}"/>
              </a:ext>
            </a:extLst>
          </p:cNvPr>
          <p:cNvSpPr/>
          <p:nvPr/>
        </p:nvSpPr>
        <p:spPr>
          <a:xfrm>
            <a:off x="8158480" y="908049"/>
            <a:ext cx="3528000" cy="2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018F392-2C08-4FA1-9778-E81FA0E690D1}"/>
              </a:ext>
            </a:extLst>
          </p:cNvPr>
          <p:cNvGrpSpPr/>
          <p:nvPr/>
        </p:nvGrpSpPr>
        <p:grpSpPr>
          <a:xfrm>
            <a:off x="733425" y="4749800"/>
            <a:ext cx="6605706" cy="1098996"/>
            <a:chOff x="7087935" y="909609"/>
            <a:chExt cx="4248000" cy="689201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F223E94-D073-41D9-AF3E-8F7AAC33C6B3}"/>
                </a:ext>
              </a:extLst>
            </p:cNvPr>
            <p:cNvSpPr/>
            <p:nvPr/>
          </p:nvSpPr>
          <p:spPr>
            <a:xfrm>
              <a:off x="7087935" y="1050327"/>
              <a:ext cx="4248000" cy="548483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20000"/>
                    <a:lumOff val="80000"/>
                    <a:alpha val="60000"/>
                  </a:schemeClr>
                </a:gs>
                <a:gs pos="95000">
                  <a:schemeClr val="bg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chemeClr val="bg1">
                      <a:lumMod val="40000"/>
                      <a:lumOff val="60000"/>
                    </a:schemeClr>
                  </a:gs>
                  <a:gs pos="95000">
                    <a:schemeClr val="bg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endPara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" name="梯形 26">
              <a:extLst>
                <a:ext uri="{FF2B5EF4-FFF2-40B4-BE49-F238E27FC236}">
                  <a16:creationId xmlns:a16="http://schemas.microsoft.com/office/drawing/2014/main" id="{BF5B6E73-D75E-4CC9-B523-7B154F7AD7BC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439517E-DA67-43B9-B85D-1D8B7406360B}"/>
              </a:ext>
            </a:extLst>
          </p:cNvPr>
          <p:cNvGrpSpPr/>
          <p:nvPr/>
        </p:nvGrpSpPr>
        <p:grpSpPr>
          <a:xfrm>
            <a:off x="733425" y="2498753"/>
            <a:ext cx="6605706" cy="2370062"/>
            <a:chOff x="7087935" y="909609"/>
            <a:chExt cx="4248000" cy="148631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758E8DC-2B47-47F0-8649-3E8E4817B6AE}"/>
                </a:ext>
              </a:extLst>
            </p:cNvPr>
            <p:cNvSpPr/>
            <p:nvPr/>
          </p:nvSpPr>
          <p:spPr>
            <a:xfrm>
              <a:off x="7087935" y="1050326"/>
              <a:ext cx="4248000" cy="1345593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20000"/>
                    <a:lumOff val="80000"/>
                    <a:alpha val="60000"/>
                  </a:schemeClr>
                </a:gs>
                <a:gs pos="95000">
                  <a:schemeClr val="bg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chemeClr val="bg1">
                      <a:lumMod val="40000"/>
                      <a:lumOff val="60000"/>
                    </a:schemeClr>
                  </a:gs>
                  <a:gs pos="95000">
                    <a:schemeClr val="bg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endPara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" name="梯形 29">
              <a:extLst>
                <a:ext uri="{FF2B5EF4-FFF2-40B4-BE49-F238E27FC236}">
                  <a16:creationId xmlns:a16="http://schemas.microsoft.com/office/drawing/2014/main" id="{89AABE94-436F-4C06-B274-F23E8CA0C0DF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22AAA0D-87BF-4E00-B4B1-B4292FFC4275}"/>
              </a:ext>
            </a:extLst>
          </p:cNvPr>
          <p:cNvGrpSpPr/>
          <p:nvPr/>
        </p:nvGrpSpPr>
        <p:grpSpPr>
          <a:xfrm>
            <a:off x="733425" y="1275904"/>
            <a:ext cx="6605706" cy="1098996"/>
            <a:chOff x="7087935" y="909609"/>
            <a:chExt cx="4248000" cy="689201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2A8F70B-9F53-498B-8593-9A68F951A8E1}"/>
                </a:ext>
              </a:extLst>
            </p:cNvPr>
            <p:cNvSpPr/>
            <p:nvPr/>
          </p:nvSpPr>
          <p:spPr>
            <a:xfrm>
              <a:off x="7087935" y="1050327"/>
              <a:ext cx="4248000" cy="548483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20000"/>
                    <a:lumOff val="80000"/>
                    <a:alpha val="60000"/>
                  </a:schemeClr>
                </a:gs>
                <a:gs pos="95000">
                  <a:schemeClr val="bg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chemeClr val="bg1">
                      <a:lumMod val="40000"/>
                      <a:lumOff val="60000"/>
                    </a:schemeClr>
                  </a:gs>
                  <a:gs pos="95000">
                    <a:schemeClr val="bg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endPara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3" name="梯形 32">
              <a:extLst>
                <a:ext uri="{FF2B5EF4-FFF2-40B4-BE49-F238E27FC236}">
                  <a16:creationId xmlns:a16="http://schemas.microsoft.com/office/drawing/2014/main" id="{4F5A9356-13EB-457B-8011-1BB4309B24F0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chemeClr val="tx2">
                    <a:lumMod val="95000"/>
                    <a:alpha val="60000"/>
                  </a:schemeClr>
                </a:gs>
                <a:gs pos="96250">
                  <a:schemeClr val="tx2">
                    <a:lumMod val="95000"/>
                    <a:alpha val="0"/>
                  </a:scheme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chemeClr val="bg1">
                      <a:lumMod val="40000"/>
                      <a:lumOff val="60000"/>
                      <a:alpha val="0"/>
                    </a:schemeClr>
                  </a:gs>
                  <a:gs pos="100000">
                    <a:schemeClr val="bg1">
                      <a:lumMod val="40000"/>
                      <a:lumOff val="60000"/>
                    </a:scheme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AC37222A-1864-4059-AC87-555A6953B509}"/>
              </a:ext>
            </a:extLst>
          </p:cNvPr>
          <p:cNvSpPr/>
          <p:nvPr/>
        </p:nvSpPr>
        <p:spPr>
          <a:xfrm>
            <a:off x="891898" y="3263504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1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ACA5EA-9FDB-4B9D-9905-910F3521E0F3}"/>
              </a:ext>
            </a:extLst>
          </p:cNvPr>
          <p:cNvSpPr txBox="1"/>
          <p:nvPr/>
        </p:nvSpPr>
        <p:spPr>
          <a:xfrm>
            <a:off x="891898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ea"/>
                <a:sym typeface="+mn-lt"/>
              </a:rPr>
              <a:t>小标题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6DBA4B0-E5F2-42A7-A7F2-48A50AE9EA7A}"/>
              </a:ext>
            </a:extLst>
          </p:cNvPr>
          <p:cNvSpPr/>
          <p:nvPr/>
        </p:nvSpPr>
        <p:spPr>
          <a:xfrm>
            <a:off x="891898" y="3665625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1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D276639-9B57-4ADD-A5B1-F3B5E38434B3}"/>
              </a:ext>
            </a:extLst>
          </p:cNvPr>
          <p:cNvSpPr txBox="1"/>
          <p:nvPr/>
        </p:nvSpPr>
        <p:spPr>
          <a:xfrm>
            <a:off x="1965307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vl="0" algn="ctr" defTabSz="914400">
              <a:defRPr/>
            </a:pPr>
            <a:r>
              <a:rPr lang="zh-CN" altLang="en-US" sz="1000" b="1" dirty="0">
                <a:latin typeface="+mn-ea"/>
                <a:cs typeface="+mn-ea"/>
                <a:sym typeface="+mn-lt"/>
              </a:rPr>
              <a:t>小标题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AA2DD3F-07AE-4370-AAD5-ED5E4B2F71B1}"/>
              </a:ext>
            </a:extLst>
          </p:cNvPr>
          <p:cNvSpPr/>
          <p:nvPr/>
        </p:nvSpPr>
        <p:spPr>
          <a:xfrm>
            <a:off x="1963558" y="3665625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2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75E14A9-C1F2-4D62-8C45-1FDFA05E25CB}"/>
              </a:ext>
            </a:extLst>
          </p:cNvPr>
          <p:cNvSpPr/>
          <p:nvPr/>
        </p:nvSpPr>
        <p:spPr>
          <a:xfrm>
            <a:off x="1963558" y="4067746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2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D095B49-E18D-4068-8C96-65EA1EC001E2}"/>
              </a:ext>
            </a:extLst>
          </p:cNvPr>
          <p:cNvSpPr/>
          <p:nvPr/>
        </p:nvSpPr>
        <p:spPr>
          <a:xfrm>
            <a:off x="1963558" y="3263504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2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F57A712-9819-45C6-AA19-80F64BD9B386}"/>
              </a:ext>
            </a:extLst>
          </p:cNvPr>
          <p:cNvSpPr/>
          <p:nvPr/>
        </p:nvSpPr>
        <p:spPr>
          <a:xfrm>
            <a:off x="3035218" y="3263504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3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08E1FD5-34BC-4A21-9BA0-64399866A056}"/>
              </a:ext>
            </a:extLst>
          </p:cNvPr>
          <p:cNvSpPr txBox="1"/>
          <p:nvPr/>
        </p:nvSpPr>
        <p:spPr>
          <a:xfrm>
            <a:off x="3038717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vl="0" algn="ctr" defTabSz="914400">
              <a:defRPr/>
            </a:pPr>
            <a:r>
              <a:rPr lang="zh-CN" altLang="en-US" sz="1000" b="1" dirty="0">
                <a:latin typeface="+mn-ea"/>
                <a:cs typeface="+mn-ea"/>
                <a:sym typeface="+mn-lt"/>
              </a:rPr>
              <a:t>小标题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E068766-1153-41E5-B2A5-E1F80E615C02}"/>
              </a:ext>
            </a:extLst>
          </p:cNvPr>
          <p:cNvSpPr/>
          <p:nvPr/>
        </p:nvSpPr>
        <p:spPr>
          <a:xfrm>
            <a:off x="3035218" y="3665625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3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517F07A-65C1-4123-8FD5-FB21CADDC965}"/>
              </a:ext>
            </a:extLst>
          </p:cNvPr>
          <p:cNvSpPr txBox="1"/>
          <p:nvPr/>
        </p:nvSpPr>
        <p:spPr>
          <a:xfrm>
            <a:off x="4112126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vl="0" algn="ctr" defTabSz="914400">
              <a:defRPr/>
            </a:pPr>
            <a:r>
              <a:rPr lang="zh-CN" altLang="en-US" sz="1000" b="1" dirty="0">
                <a:latin typeface="+mn-ea"/>
                <a:cs typeface="+mn-ea"/>
                <a:sym typeface="+mn-lt"/>
              </a:rPr>
              <a:t>小标题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4D2F488-0D72-4029-9E44-5751F3D44C85}"/>
              </a:ext>
            </a:extLst>
          </p:cNvPr>
          <p:cNvSpPr/>
          <p:nvPr/>
        </p:nvSpPr>
        <p:spPr>
          <a:xfrm>
            <a:off x="4106878" y="3263504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4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D15A7BB-60C3-45EA-B7D2-83B0BF4BB347}"/>
              </a:ext>
            </a:extLst>
          </p:cNvPr>
          <p:cNvSpPr/>
          <p:nvPr/>
        </p:nvSpPr>
        <p:spPr>
          <a:xfrm>
            <a:off x="4106878" y="3665625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4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9C6DE5-23EC-4C39-8323-111D508114A6}"/>
              </a:ext>
            </a:extLst>
          </p:cNvPr>
          <p:cNvSpPr txBox="1"/>
          <p:nvPr/>
        </p:nvSpPr>
        <p:spPr>
          <a:xfrm>
            <a:off x="5185536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vl="0" algn="ctr" defTabSz="914400">
              <a:defRPr/>
            </a:pPr>
            <a:r>
              <a:rPr lang="zh-CN" altLang="en-US" sz="1000" b="1" dirty="0">
                <a:latin typeface="+mn-ea"/>
                <a:cs typeface="+mn-ea"/>
                <a:sym typeface="+mn-lt"/>
              </a:rPr>
              <a:t>小标题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E3AAA19-7E98-4F9F-B6BF-DA9B040C8998}"/>
              </a:ext>
            </a:extLst>
          </p:cNvPr>
          <p:cNvSpPr/>
          <p:nvPr/>
        </p:nvSpPr>
        <p:spPr>
          <a:xfrm>
            <a:off x="5178538" y="3263504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5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B80A095-C1BF-45A7-A8C6-F6AEE731CC9A}"/>
              </a:ext>
            </a:extLst>
          </p:cNvPr>
          <p:cNvSpPr/>
          <p:nvPr/>
        </p:nvSpPr>
        <p:spPr>
          <a:xfrm>
            <a:off x="5178538" y="3665625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5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7FB025-657F-4463-97CA-671457E2D1B9}"/>
              </a:ext>
            </a:extLst>
          </p:cNvPr>
          <p:cNvSpPr txBox="1"/>
          <p:nvPr/>
        </p:nvSpPr>
        <p:spPr>
          <a:xfrm>
            <a:off x="6258943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vl="0" algn="ctr" defTabSz="914400">
              <a:defRPr/>
            </a:pPr>
            <a:r>
              <a:rPr lang="zh-CN" altLang="en-US" sz="1000" b="1" dirty="0">
                <a:latin typeface="+mn-ea"/>
                <a:cs typeface="+mn-ea"/>
                <a:sym typeface="+mn-lt"/>
              </a:rPr>
              <a:t>小标题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7D7F6AF-801A-4E5F-ABC5-8F281992E49C}"/>
              </a:ext>
            </a:extLst>
          </p:cNvPr>
          <p:cNvSpPr/>
          <p:nvPr/>
        </p:nvSpPr>
        <p:spPr>
          <a:xfrm>
            <a:off x="6250200" y="3263504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6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77E98E7-2E04-4484-A645-6F10941458FB}"/>
              </a:ext>
            </a:extLst>
          </p:cNvPr>
          <p:cNvSpPr/>
          <p:nvPr/>
        </p:nvSpPr>
        <p:spPr>
          <a:xfrm>
            <a:off x="6250200" y="3665625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6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6976644-4276-4C27-94CF-ACDB77196634}"/>
              </a:ext>
            </a:extLst>
          </p:cNvPr>
          <p:cNvSpPr/>
          <p:nvPr/>
        </p:nvSpPr>
        <p:spPr>
          <a:xfrm>
            <a:off x="6250200" y="4067746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6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952249C-3249-4D3E-925C-69446DC41E76}"/>
              </a:ext>
            </a:extLst>
          </p:cNvPr>
          <p:cNvSpPr/>
          <p:nvPr/>
        </p:nvSpPr>
        <p:spPr>
          <a:xfrm>
            <a:off x="5178538" y="1714310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5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FA8F292-DC14-4CEC-B8C4-5BE52FB0FBAC}"/>
              </a:ext>
            </a:extLst>
          </p:cNvPr>
          <p:cNvSpPr/>
          <p:nvPr/>
        </p:nvSpPr>
        <p:spPr>
          <a:xfrm>
            <a:off x="1963558" y="1714310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2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4451530-5898-49B1-8ADD-993CE467AFD4}"/>
              </a:ext>
            </a:extLst>
          </p:cNvPr>
          <p:cNvSpPr/>
          <p:nvPr/>
        </p:nvSpPr>
        <p:spPr>
          <a:xfrm>
            <a:off x="891898" y="1714310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1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11F7DAD-76FD-4176-913D-B77B3A022240}"/>
              </a:ext>
            </a:extLst>
          </p:cNvPr>
          <p:cNvSpPr/>
          <p:nvPr/>
        </p:nvSpPr>
        <p:spPr>
          <a:xfrm>
            <a:off x="3035218" y="1714310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3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DE92387-D2F2-430D-927B-4974A1ABEFD4}"/>
              </a:ext>
            </a:extLst>
          </p:cNvPr>
          <p:cNvSpPr/>
          <p:nvPr/>
        </p:nvSpPr>
        <p:spPr>
          <a:xfrm>
            <a:off x="4106878" y="1714310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4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8212AE7-5385-4E87-8360-E7E54E619650}"/>
              </a:ext>
            </a:extLst>
          </p:cNvPr>
          <p:cNvSpPr/>
          <p:nvPr/>
        </p:nvSpPr>
        <p:spPr>
          <a:xfrm>
            <a:off x="6250200" y="1714310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6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AA15D58-53EE-4056-AC01-58B3827C0D63}"/>
              </a:ext>
            </a:extLst>
          </p:cNvPr>
          <p:cNvSpPr/>
          <p:nvPr/>
        </p:nvSpPr>
        <p:spPr>
          <a:xfrm>
            <a:off x="3464086" y="1122015"/>
            <a:ext cx="10823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021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这是大标题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0FF078F-B4C6-4673-A67A-D010C94D5D02}"/>
              </a:ext>
            </a:extLst>
          </p:cNvPr>
          <p:cNvSpPr/>
          <p:nvPr/>
        </p:nvSpPr>
        <p:spPr>
          <a:xfrm>
            <a:off x="3495104" y="2344864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021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这是大标题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4DACDD1-79CA-4661-92A6-5871587F69D5}"/>
              </a:ext>
            </a:extLst>
          </p:cNvPr>
          <p:cNvSpPr/>
          <p:nvPr/>
        </p:nvSpPr>
        <p:spPr>
          <a:xfrm>
            <a:off x="3495104" y="459591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021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这是大标题</a:t>
            </a:r>
          </a:p>
        </p:txBody>
      </p:sp>
      <p:sp>
        <p:nvSpPr>
          <p:cNvPr id="72" name="右箭头 27">
            <a:extLst>
              <a:ext uri="{FF2B5EF4-FFF2-40B4-BE49-F238E27FC236}">
                <a16:creationId xmlns:a16="http://schemas.microsoft.com/office/drawing/2014/main" id="{77AF627E-FBB7-4657-9129-67B9B4499CD3}"/>
              </a:ext>
            </a:extLst>
          </p:cNvPr>
          <p:cNvSpPr/>
          <p:nvPr/>
        </p:nvSpPr>
        <p:spPr>
          <a:xfrm flipH="1">
            <a:off x="7567295" y="2013841"/>
            <a:ext cx="516886" cy="252000"/>
          </a:xfrm>
          <a:prstGeom prst="rightArrow">
            <a:avLst>
              <a:gd name="adj1" fmla="val 50991"/>
              <a:gd name="adj2" fmla="val 6073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8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73" name="右箭头 27">
            <a:extLst>
              <a:ext uri="{FF2B5EF4-FFF2-40B4-BE49-F238E27FC236}">
                <a16:creationId xmlns:a16="http://schemas.microsoft.com/office/drawing/2014/main" id="{2FC8C6D6-F03A-4C40-A693-466205B2F2FD}"/>
              </a:ext>
            </a:extLst>
          </p:cNvPr>
          <p:cNvSpPr/>
          <p:nvPr/>
        </p:nvSpPr>
        <p:spPr>
          <a:xfrm flipH="1">
            <a:off x="7567295" y="4678617"/>
            <a:ext cx="516886" cy="252000"/>
          </a:xfrm>
          <a:prstGeom prst="rightArrow">
            <a:avLst>
              <a:gd name="adj1" fmla="val 50991"/>
              <a:gd name="adj2" fmla="val 6073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8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61AE2C8-AEC3-452F-8282-A0107AF92D3E}"/>
              </a:ext>
            </a:extLst>
          </p:cNvPr>
          <p:cNvSpPr/>
          <p:nvPr/>
        </p:nvSpPr>
        <p:spPr>
          <a:xfrm>
            <a:off x="5178538" y="5236439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5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C49F7BC-E024-44D0-83CD-3B439BA7FEB1}"/>
              </a:ext>
            </a:extLst>
          </p:cNvPr>
          <p:cNvSpPr/>
          <p:nvPr/>
        </p:nvSpPr>
        <p:spPr>
          <a:xfrm>
            <a:off x="1963558" y="5236439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2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D17E327-7C11-4310-889A-0BF6741902BB}"/>
              </a:ext>
            </a:extLst>
          </p:cNvPr>
          <p:cNvSpPr/>
          <p:nvPr/>
        </p:nvSpPr>
        <p:spPr>
          <a:xfrm>
            <a:off x="891898" y="5236439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1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B96A222-F2FF-41E3-92CD-823D6478B964}"/>
              </a:ext>
            </a:extLst>
          </p:cNvPr>
          <p:cNvSpPr/>
          <p:nvPr/>
        </p:nvSpPr>
        <p:spPr>
          <a:xfrm>
            <a:off x="3035218" y="5236439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3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444013A-17CE-4472-B6E1-5166777511EA}"/>
              </a:ext>
            </a:extLst>
          </p:cNvPr>
          <p:cNvSpPr/>
          <p:nvPr/>
        </p:nvSpPr>
        <p:spPr>
          <a:xfrm>
            <a:off x="4106878" y="5236439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4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C1FD468-2F2E-4296-917C-C5509B2575DB}"/>
              </a:ext>
            </a:extLst>
          </p:cNvPr>
          <p:cNvSpPr/>
          <p:nvPr/>
        </p:nvSpPr>
        <p:spPr>
          <a:xfrm>
            <a:off x="6250200" y="5236439"/>
            <a:ext cx="949948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021"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内容</a:t>
            </a:r>
            <a:r>
              <a:rPr lang="en-US" altLang="zh-CN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rPr>
              <a:t>6</a:t>
            </a:r>
            <a:endParaRPr lang="zh-CN" altLang="en-US" sz="900" kern="0" dirty="0">
              <a:solidFill>
                <a:srgbClr val="1D1D1A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11D9138-26DC-497D-9843-A10500751D6C}"/>
              </a:ext>
            </a:extLst>
          </p:cNvPr>
          <p:cNvSpPr txBox="1"/>
          <p:nvPr/>
        </p:nvSpPr>
        <p:spPr>
          <a:xfrm>
            <a:off x="8362157" y="1393712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72129265-BF77-4FA6-8CF5-E979624605CB}"/>
              </a:ext>
            </a:extLst>
          </p:cNvPr>
          <p:cNvSpPr/>
          <p:nvPr/>
        </p:nvSpPr>
        <p:spPr>
          <a:xfrm>
            <a:off x="8362157" y="1714310"/>
            <a:ext cx="3101181" cy="164744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D43C9B9A-7A88-4A02-BAFB-789748436286}"/>
              </a:ext>
            </a:extLst>
          </p:cNvPr>
          <p:cNvCxnSpPr>
            <a:cxnSpLocks/>
          </p:cNvCxnSpPr>
          <p:nvPr/>
        </p:nvCxnSpPr>
        <p:spPr>
          <a:xfrm>
            <a:off x="8158480" y="3551504"/>
            <a:ext cx="3528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FF63A7B-B42C-4A70-80ED-1813FEB9827C}"/>
              </a:ext>
            </a:extLst>
          </p:cNvPr>
          <p:cNvSpPr txBox="1"/>
          <p:nvPr/>
        </p:nvSpPr>
        <p:spPr>
          <a:xfrm>
            <a:off x="8362157" y="3932810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ECE9746-6D7B-45DD-8EA8-B09249E62910}"/>
              </a:ext>
            </a:extLst>
          </p:cNvPr>
          <p:cNvSpPr/>
          <p:nvPr/>
        </p:nvSpPr>
        <p:spPr>
          <a:xfrm>
            <a:off x="8362157" y="4253408"/>
            <a:ext cx="3101181" cy="164744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这里为内容区域样式这里，这里为内容区域样式这里为内容区域样式。</a:t>
            </a: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这里为内容区域样式，这里为内容区域样式这里为内容区域样式。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lnSpc>
                <a:spcPct val="125000"/>
              </a:lnSpc>
              <a:spcAft>
                <a:spcPts val="1200"/>
              </a:spcAft>
              <a:buFont typeface="+mj-lt"/>
              <a:buAutoNum type="arabicPeriod"/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A7893F5-BACC-46C7-9E4E-C8D21C8A033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8" name="矩形 57">
              <a:hlinkClick r:id="rId2" action="ppaction://hlinksldjump"/>
              <a:extLst>
                <a:ext uri="{FF2B5EF4-FFF2-40B4-BE49-F238E27FC236}">
                  <a16:creationId xmlns:a16="http://schemas.microsoft.com/office/drawing/2014/main" id="{1ECBB46B-AFF2-4274-9FF1-46B1292E86B0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59" name="直接连接符 58">
              <a:hlinkClick r:id="rId2" action="ppaction://hlinksldjump"/>
              <a:extLst>
                <a:ext uri="{FF2B5EF4-FFF2-40B4-BE49-F238E27FC236}">
                  <a16:creationId xmlns:a16="http://schemas.microsoft.com/office/drawing/2014/main" id="{9F9A97D6-0927-4BDE-9DBB-22366EAC6509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1480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椭圆 73">
            <a:extLst>
              <a:ext uri="{FF2B5EF4-FFF2-40B4-BE49-F238E27FC236}">
                <a16:creationId xmlns:a16="http://schemas.microsoft.com/office/drawing/2014/main" id="{AFF01298-7CB8-4E5F-A403-7722F8324CEA}"/>
              </a:ext>
            </a:extLst>
          </p:cNvPr>
          <p:cNvSpPr/>
          <p:nvPr/>
        </p:nvSpPr>
        <p:spPr bwMode="auto">
          <a:xfrm>
            <a:off x="6484345" y="2856901"/>
            <a:ext cx="678394" cy="636871"/>
          </a:xfrm>
          <a:prstGeom prst="ellipse">
            <a:avLst/>
          </a:prstGeom>
          <a:solidFill>
            <a:schemeClr val="bg2">
              <a:lumMod val="75000"/>
              <a:alpha val="9000"/>
            </a:schemeClr>
          </a:solidFill>
          <a:ln w="6350" cap="flat" cmpd="sng" algn="ctr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368" tIns="45684" rIns="91368" bIns="45684" numCol="1" rtlCol="0" anchor="t" anchorCtr="0" compatLnSpc="1">
            <a:prstTxWarp prst="textNoShape">
              <a:avLst/>
            </a:prstTxWarp>
          </a:bodyPr>
          <a:lstStyle/>
          <a:p>
            <a:pPr algn="ctr" defTabSz="801046" fontAlgn="base">
              <a:spcBef>
                <a:spcPct val="0"/>
              </a:spcBef>
              <a:spcAft>
                <a:spcPct val="0"/>
              </a:spcAft>
            </a:pPr>
            <a:endParaRPr lang="zh-CN" altLang="en-US" sz="1798" b="1" kern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5" name="Picture 11" descr="E:\杨晓谕\图标整理\模板类\载体类（云，城市剖面）\地图1p.png">
            <a:extLst>
              <a:ext uri="{FF2B5EF4-FFF2-40B4-BE49-F238E27FC236}">
                <a16:creationId xmlns:a16="http://schemas.microsoft.com/office/drawing/2014/main" id="{EBF5F90E-26A8-4C71-A7FC-D6E116933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350654" y="1053247"/>
            <a:ext cx="7658210" cy="3519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" name="椭圆 67">
            <a:extLst>
              <a:ext uri="{FF2B5EF4-FFF2-40B4-BE49-F238E27FC236}">
                <a16:creationId xmlns:a16="http://schemas.microsoft.com/office/drawing/2014/main" id="{22BD2092-E067-465E-BC70-3FDD01711F25}"/>
              </a:ext>
            </a:extLst>
          </p:cNvPr>
          <p:cNvSpPr/>
          <p:nvPr/>
        </p:nvSpPr>
        <p:spPr bwMode="auto">
          <a:xfrm>
            <a:off x="7472827" y="2913686"/>
            <a:ext cx="1235813" cy="1160172"/>
          </a:xfrm>
          <a:prstGeom prst="ellipse">
            <a:avLst/>
          </a:prstGeom>
          <a:solidFill>
            <a:schemeClr val="bg2">
              <a:lumMod val="75000"/>
              <a:alpha val="9000"/>
            </a:schemeClr>
          </a:solidFill>
          <a:ln w="6350" cap="flat" cmpd="sng" algn="ctr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368" tIns="45684" rIns="91368" bIns="45684" numCol="1" rtlCol="0" anchor="t" anchorCtr="0" compatLnSpc="1">
            <a:prstTxWarp prst="textNoShape">
              <a:avLst/>
            </a:prstTxWarp>
          </a:bodyPr>
          <a:lstStyle/>
          <a:p>
            <a:pPr algn="ctr" defTabSz="801046" fontAlgn="base">
              <a:spcBef>
                <a:spcPct val="0"/>
              </a:spcBef>
              <a:spcAft>
                <a:spcPct val="0"/>
              </a:spcAft>
            </a:pPr>
            <a:endParaRPr lang="zh-CN" altLang="en-US" sz="1798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380C87-382E-4AA7-89DC-D1761B1E7F70}"/>
              </a:ext>
            </a:extLst>
          </p:cNvPr>
          <p:cNvSpPr txBox="1"/>
          <p:nvPr/>
        </p:nvSpPr>
        <p:spPr>
          <a:xfrm>
            <a:off x="518381" y="262300"/>
            <a:ext cx="11160000" cy="36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t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图文页</a:t>
            </a:r>
            <a:r>
              <a:rPr lang="en-US" altLang="zh-CN" sz="2000" dirty="0">
                <a:latin typeface="+mn-ea"/>
                <a:ea typeface="+mn-ea"/>
              </a:rPr>
              <a:t>3</a:t>
            </a:r>
            <a:endParaRPr lang="zh-CN" altLang="en-US" dirty="0">
              <a:latin typeface="+mn-ea"/>
              <a:ea typeface="+mn-ea"/>
              <a:sym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1B29A2-2E01-4F57-98A0-100800D49F72}"/>
              </a:ext>
            </a:extLst>
          </p:cNvPr>
          <p:cNvSpPr/>
          <p:nvPr/>
        </p:nvSpPr>
        <p:spPr bwMode="auto">
          <a:xfrm>
            <a:off x="3013316" y="2992091"/>
            <a:ext cx="1814777" cy="1703698"/>
          </a:xfrm>
          <a:prstGeom prst="ellipse">
            <a:avLst/>
          </a:prstGeom>
          <a:solidFill>
            <a:schemeClr val="bg2">
              <a:lumMod val="75000"/>
              <a:alpha val="9000"/>
            </a:schemeClr>
          </a:solidFill>
          <a:ln w="6350" cap="flat" cmpd="sng" algn="ctr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368" tIns="45684" rIns="91368" bIns="45684" numCol="1" rtlCol="0" anchor="t" anchorCtr="0" compatLnSpc="1">
            <a:prstTxWarp prst="textNoShape">
              <a:avLst/>
            </a:prstTxWarp>
          </a:bodyPr>
          <a:lstStyle/>
          <a:p>
            <a:pPr algn="ctr" defTabSz="801046" fontAlgn="base">
              <a:spcBef>
                <a:spcPct val="0"/>
              </a:spcBef>
              <a:spcAft>
                <a:spcPct val="0"/>
              </a:spcAft>
            </a:pPr>
            <a:endParaRPr lang="zh-CN" altLang="en-US" sz="1798" b="1" kern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圆角矩形 67">
            <a:extLst>
              <a:ext uri="{FF2B5EF4-FFF2-40B4-BE49-F238E27FC236}">
                <a16:creationId xmlns:a16="http://schemas.microsoft.com/office/drawing/2014/main" id="{2A34F890-AC4A-4F38-9E91-E58A761D0E89}"/>
              </a:ext>
            </a:extLst>
          </p:cNvPr>
          <p:cNvSpPr/>
          <p:nvPr/>
        </p:nvSpPr>
        <p:spPr bwMode="auto">
          <a:xfrm>
            <a:off x="6625860" y="5101692"/>
            <a:ext cx="5055402" cy="966848"/>
          </a:xfrm>
          <a:prstGeom prst="rect">
            <a:avLst/>
          </a:prstGeom>
          <a:solidFill>
            <a:srgbClr val="FFFFFF">
              <a:alpha val="60000"/>
            </a:srgbClr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defTabSz="870987" fontAlgn="ctr">
              <a:defRPr/>
            </a:pPr>
            <a:endParaRPr lang="en-US" altLang="zh-CN" sz="10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9D84225-D144-4175-B98E-4A94B3B0F3A6}"/>
              </a:ext>
            </a:extLst>
          </p:cNvPr>
          <p:cNvSpPr/>
          <p:nvPr/>
        </p:nvSpPr>
        <p:spPr bwMode="auto">
          <a:xfrm>
            <a:off x="5387878" y="2365755"/>
            <a:ext cx="1065709" cy="1000479"/>
          </a:xfrm>
          <a:prstGeom prst="ellipse">
            <a:avLst/>
          </a:prstGeom>
          <a:solidFill>
            <a:schemeClr val="bg2">
              <a:lumMod val="75000"/>
              <a:alpha val="9000"/>
            </a:schemeClr>
          </a:solidFill>
          <a:ln w="6350" cap="flat" cmpd="sng" algn="ctr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368" tIns="45684" rIns="91368" bIns="45684" numCol="1" rtlCol="0" anchor="t" anchorCtr="0" compatLnSpc="1">
            <a:prstTxWarp prst="textNoShape">
              <a:avLst/>
            </a:prstTxWarp>
          </a:bodyPr>
          <a:lstStyle/>
          <a:p>
            <a:pPr algn="ctr" defTabSz="801046" fontAlgn="base">
              <a:spcBef>
                <a:spcPct val="0"/>
              </a:spcBef>
              <a:spcAft>
                <a:spcPct val="0"/>
              </a:spcAft>
            </a:pPr>
            <a:endParaRPr lang="zh-CN" altLang="en-US" sz="1798" b="1" kern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圆角矩形 67">
            <a:extLst>
              <a:ext uri="{FF2B5EF4-FFF2-40B4-BE49-F238E27FC236}">
                <a16:creationId xmlns:a16="http://schemas.microsoft.com/office/drawing/2014/main" id="{26D6483F-7FDC-4D3F-86B3-F64D9EE59A5F}"/>
              </a:ext>
            </a:extLst>
          </p:cNvPr>
          <p:cNvSpPr/>
          <p:nvPr/>
        </p:nvSpPr>
        <p:spPr bwMode="auto">
          <a:xfrm>
            <a:off x="513723" y="1173156"/>
            <a:ext cx="2064985" cy="1612507"/>
          </a:xfrm>
          <a:prstGeom prst="rect">
            <a:avLst/>
          </a:prstGeom>
          <a:solidFill>
            <a:srgbClr val="FFFFFF">
              <a:alpha val="60000"/>
            </a:srgbClr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90000" tIns="46800" rIns="90000" bIns="46800" rtlCol="0" anchor="ctr"/>
          <a:lstStyle/>
          <a:p>
            <a:pPr defTabSz="870987" fontAlgn="ctr">
              <a:defRPr/>
            </a:pPr>
            <a:endParaRPr lang="en-US" altLang="zh-CN" sz="10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1" name="圆角矩形 67">
            <a:extLst>
              <a:ext uri="{FF2B5EF4-FFF2-40B4-BE49-F238E27FC236}">
                <a16:creationId xmlns:a16="http://schemas.microsoft.com/office/drawing/2014/main" id="{FC284929-EC91-4E2C-BC40-EBABAD588C49}"/>
              </a:ext>
            </a:extLst>
          </p:cNvPr>
          <p:cNvSpPr/>
          <p:nvPr/>
        </p:nvSpPr>
        <p:spPr bwMode="auto">
          <a:xfrm>
            <a:off x="508068" y="1173155"/>
            <a:ext cx="2076295" cy="252000"/>
          </a:xfrm>
          <a:prstGeom prst="rect">
            <a:avLst/>
          </a:prstGeom>
          <a:gradFill>
            <a:gsLst>
              <a:gs pos="2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2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70987" fontAlgn="ctr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+mn-ea"/>
              </a:rPr>
              <a:t>欧洲</a:t>
            </a:r>
            <a:endParaRPr lang="en-US" altLang="zh-CN" sz="900" b="1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DB388-9978-4F77-B24F-1BE8EC7461D9}"/>
              </a:ext>
            </a:extLst>
          </p:cNvPr>
          <p:cNvSpPr/>
          <p:nvPr/>
        </p:nvSpPr>
        <p:spPr>
          <a:xfrm>
            <a:off x="735733" y="1522348"/>
            <a:ext cx="1620964" cy="1106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Arial" panose="020B0604020202020204" pitchFamily="34" charset="0"/>
              </a:rPr>
              <a:t>国家</a:t>
            </a:r>
            <a:endParaRPr lang="en-US" altLang="zh-CN" sz="900" b="1" kern="0" dirty="0">
              <a:solidFill>
                <a:srgbClr val="C00000"/>
              </a:solidFill>
              <a:latin typeface="+mn-ea"/>
              <a:sym typeface="Arial" panose="020B0604020202020204" pitchFamily="34" charset="0"/>
            </a:endParaRP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这里为内容区域样式</a:t>
            </a:r>
            <a:endParaRPr lang="en-US" altLang="zh-CN" sz="900" dirty="0">
              <a:latin typeface="+mn-ea"/>
            </a:endParaRPr>
          </a:p>
          <a:p>
            <a:pPr algn="ctr" defTabSz="912651">
              <a:lnSpc>
                <a:spcPct val="150000"/>
              </a:lnSpc>
              <a:defRPr/>
            </a:pPr>
            <a:endParaRPr lang="en-US" altLang="zh-CN" sz="900" dirty="0">
              <a:latin typeface="+mn-ea"/>
            </a:endParaRP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Arial" panose="020B0604020202020204" pitchFamily="34" charset="0"/>
              </a:rPr>
              <a:t>国家</a:t>
            </a:r>
            <a:endParaRPr lang="en-US" altLang="zh-CN" sz="900" b="1" kern="0" dirty="0">
              <a:solidFill>
                <a:srgbClr val="C00000"/>
              </a:solidFill>
              <a:latin typeface="+mn-ea"/>
              <a:sym typeface="Arial" panose="020B0604020202020204" pitchFamily="34" charset="0"/>
            </a:endParaRP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这里为内容区域样式</a:t>
            </a:r>
            <a:endParaRPr lang="en-US" altLang="zh-CN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3" name="圆角矩形 67">
            <a:extLst>
              <a:ext uri="{FF2B5EF4-FFF2-40B4-BE49-F238E27FC236}">
                <a16:creationId xmlns:a16="http://schemas.microsoft.com/office/drawing/2014/main" id="{6FBC0A2A-23E0-46A6-A653-B1942CC25F04}"/>
              </a:ext>
            </a:extLst>
          </p:cNvPr>
          <p:cNvSpPr/>
          <p:nvPr/>
        </p:nvSpPr>
        <p:spPr bwMode="auto">
          <a:xfrm>
            <a:off x="513723" y="2964356"/>
            <a:ext cx="2064985" cy="1927843"/>
          </a:xfrm>
          <a:prstGeom prst="rect">
            <a:avLst/>
          </a:prstGeom>
          <a:solidFill>
            <a:srgbClr val="FFFFFF">
              <a:alpha val="60000"/>
            </a:srgbClr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defTabSz="870987" fontAlgn="ctr">
              <a:defRPr/>
            </a:pPr>
            <a:endParaRPr lang="en-US" altLang="zh-CN" sz="10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4" name="圆角矩形 67">
            <a:extLst>
              <a:ext uri="{FF2B5EF4-FFF2-40B4-BE49-F238E27FC236}">
                <a16:creationId xmlns:a16="http://schemas.microsoft.com/office/drawing/2014/main" id="{D6693F92-5892-42C7-8440-8E32565A8D6F}"/>
              </a:ext>
            </a:extLst>
          </p:cNvPr>
          <p:cNvSpPr/>
          <p:nvPr/>
        </p:nvSpPr>
        <p:spPr bwMode="auto">
          <a:xfrm>
            <a:off x="508068" y="2967191"/>
            <a:ext cx="2076295" cy="252000"/>
          </a:xfrm>
          <a:prstGeom prst="rect">
            <a:avLst/>
          </a:prstGeom>
          <a:gradFill>
            <a:gsLst>
              <a:gs pos="2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2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70987" fontAlgn="ctr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+mn-ea"/>
              </a:rPr>
              <a:t>拉美   </a:t>
            </a:r>
            <a:endParaRPr lang="en-US" altLang="zh-CN" sz="900" b="1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A54088-E610-409B-9C7F-D73F3E798801}"/>
              </a:ext>
            </a:extLst>
          </p:cNvPr>
          <p:cNvSpPr/>
          <p:nvPr/>
        </p:nvSpPr>
        <p:spPr>
          <a:xfrm>
            <a:off x="661089" y="3401912"/>
            <a:ext cx="1770252" cy="1452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Arial" panose="020B0604020202020204" pitchFamily="34" charset="0"/>
              </a:rPr>
              <a:t>国家</a:t>
            </a:r>
            <a:endParaRPr lang="en-US" altLang="zh-CN" sz="900" b="1" kern="0" dirty="0">
              <a:solidFill>
                <a:srgbClr val="C00000"/>
              </a:solidFill>
              <a:latin typeface="+mn-ea"/>
              <a:sym typeface="Arial" panose="020B0604020202020204" pitchFamily="34" charset="0"/>
            </a:endParaRP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这里为内容区域样式</a:t>
            </a:r>
            <a:endParaRPr lang="en-US" altLang="zh-CN" sz="900" dirty="0">
              <a:latin typeface="+mn-ea"/>
            </a:endParaRPr>
          </a:p>
          <a:p>
            <a:pPr algn="ctr" defTabSz="91265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国家</a:t>
            </a:r>
            <a:endParaRPr lang="en-US" altLang="zh-CN" sz="900" b="1" kern="0" dirty="0">
              <a:solidFill>
                <a:srgbClr val="C00000"/>
              </a:solidFill>
              <a:latin typeface="+mn-ea"/>
              <a:sym typeface="Huawei Sans" panose="020C0503030203020204" pitchFamily="34" charset="0"/>
            </a:endParaRPr>
          </a:p>
          <a:p>
            <a:pPr algn="ctr" defTabSz="91265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900" dirty="0">
                <a:latin typeface="+mn-ea"/>
              </a:rPr>
              <a:t>这里为内容区域样式</a:t>
            </a:r>
            <a:endParaRPr lang="en-US" altLang="zh-CN" sz="900" dirty="0">
              <a:latin typeface="+mn-ea"/>
            </a:endParaRPr>
          </a:p>
          <a:p>
            <a:pPr algn="ctr" defTabSz="91265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国家</a:t>
            </a: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这里为内容区域样式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17" name="圆角矩形 67">
            <a:extLst>
              <a:ext uri="{FF2B5EF4-FFF2-40B4-BE49-F238E27FC236}">
                <a16:creationId xmlns:a16="http://schemas.microsoft.com/office/drawing/2014/main" id="{52727A67-8A31-49FF-A8DC-57E952ECB1B0}"/>
              </a:ext>
            </a:extLst>
          </p:cNvPr>
          <p:cNvSpPr/>
          <p:nvPr/>
        </p:nvSpPr>
        <p:spPr bwMode="auto">
          <a:xfrm>
            <a:off x="513723" y="5108213"/>
            <a:ext cx="2064985" cy="965904"/>
          </a:xfrm>
          <a:prstGeom prst="rect">
            <a:avLst/>
          </a:prstGeom>
          <a:solidFill>
            <a:srgbClr val="FFFFFF">
              <a:alpha val="60000"/>
            </a:srgbClr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defTabSz="870987" fontAlgn="ctr">
              <a:defRPr/>
            </a:pPr>
            <a:endParaRPr lang="en-US" altLang="zh-CN" sz="10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8" name="圆角矩形 67">
            <a:extLst>
              <a:ext uri="{FF2B5EF4-FFF2-40B4-BE49-F238E27FC236}">
                <a16:creationId xmlns:a16="http://schemas.microsoft.com/office/drawing/2014/main" id="{A0DAE635-A196-4CB1-A5CE-A9DA4556D3AF}"/>
              </a:ext>
            </a:extLst>
          </p:cNvPr>
          <p:cNvSpPr/>
          <p:nvPr/>
        </p:nvSpPr>
        <p:spPr bwMode="auto">
          <a:xfrm>
            <a:off x="488022" y="5104158"/>
            <a:ext cx="2116386" cy="252000"/>
          </a:xfrm>
          <a:prstGeom prst="rect">
            <a:avLst/>
          </a:prstGeom>
          <a:gradFill>
            <a:gsLst>
              <a:gs pos="2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2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70987" fontAlgn="ctr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+mn-ea"/>
              </a:rPr>
              <a:t>中东</a:t>
            </a:r>
            <a:endParaRPr lang="en-US" altLang="zh-CN" sz="900" b="1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FB86A8-C109-4967-9717-99C6BC93886C}"/>
              </a:ext>
            </a:extLst>
          </p:cNvPr>
          <p:cNvSpPr/>
          <p:nvPr/>
        </p:nvSpPr>
        <p:spPr>
          <a:xfrm>
            <a:off x="880215" y="5504420"/>
            <a:ext cx="1332000" cy="391004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国家</a:t>
            </a: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这里为内容区域样式</a:t>
            </a:r>
            <a:endParaRPr lang="en-US" altLang="zh-CN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9281DFF-8FEB-471A-9F7E-F317A0D15757}"/>
              </a:ext>
            </a:extLst>
          </p:cNvPr>
          <p:cNvSpPr/>
          <p:nvPr/>
        </p:nvSpPr>
        <p:spPr bwMode="auto">
          <a:xfrm>
            <a:off x="5685496" y="3341266"/>
            <a:ext cx="1149587" cy="1079222"/>
          </a:xfrm>
          <a:prstGeom prst="ellipse">
            <a:avLst/>
          </a:prstGeom>
          <a:solidFill>
            <a:schemeClr val="bg2">
              <a:lumMod val="75000"/>
              <a:alpha val="9000"/>
            </a:schemeClr>
          </a:solidFill>
          <a:ln w="6350" cap="flat" cmpd="sng" algn="ctr">
            <a:solidFill>
              <a:srgbClr val="7F7F7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368" tIns="45684" rIns="91368" bIns="45684" numCol="1" rtlCol="0" anchor="t" anchorCtr="0" compatLnSpc="1">
            <a:prstTxWarp prst="textNoShape">
              <a:avLst/>
            </a:prstTxWarp>
          </a:bodyPr>
          <a:lstStyle/>
          <a:p>
            <a:pPr algn="ctr" defTabSz="801046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798" b="1" kern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5B79BC-4BE9-48DC-9F24-D337F0FCAA98}"/>
              </a:ext>
            </a:extLst>
          </p:cNvPr>
          <p:cNvSpPr/>
          <p:nvPr/>
        </p:nvSpPr>
        <p:spPr>
          <a:xfrm>
            <a:off x="6331292" y="4249399"/>
            <a:ext cx="205104" cy="12306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913746">
              <a:defRPr/>
            </a:pPr>
            <a:r>
              <a:rPr lang="zh-CN" altLang="en-US" sz="800" kern="0" dirty="0">
                <a:solidFill>
                  <a:srgbClr val="000000"/>
                </a:solidFill>
                <a:latin typeface="+mn-ea"/>
              </a:rPr>
              <a:t>国家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C0B2FC6-84F2-478B-8574-E42CC1CFE98D}"/>
              </a:ext>
            </a:extLst>
          </p:cNvPr>
          <p:cNvGrpSpPr/>
          <p:nvPr/>
        </p:nvGrpSpPr>
        <p:grpSpPr>
          <a:xfrm rot="2700000">
            <a:off x="5458117" y="2748155"/>
            <a:ext cx="110459" cy="117661"/>
            <a:chOff x="4527703" y="3902734"/>
            <a:chExt cx="144000" cy="144000"/>
          </a:xfrm>
        </p:grpSpPr>
        <p:sp>
          <p:nvSpPr>
            <p:cNvPr id="23" name="泪滴形 22">
              <a:extLst>
                <a:ext uri="{FF2B5EF4-FFF2-40B4-BE49-F238E27FC236}">
                  <a16:creationId xmlns:a16="http://schemas.microsoft.com/office/drawing/2014/main" id="{82BDCEFF-52E9-41C0-8826-0639F64D6B5B}"/>
                </a:ext>
              </a:extLst>
            </p:cNvPr>
            <p:cNvSpPr/>
            <p:nvPr/>
          </p:nvSpPr>
          <p:spPr bwMode="auto">
            <a:xfrm rot="5400000">
              <a:off x="4527703" y="3902734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654F9AE-ABA1-4803-BE9E-CBEB03806694}"/>
                </a:ext>
              </a:extLst>
            </p:cNvPr>
            <p:cNvSpPr/>
            <p:nvPr/>
          </p:nvSpPr>
          <p:spPr bwMode="auto">
            <a:xfrm>
              <a:off x="4563703" y="3938734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8F55308E-1EC0-4E57-A0F5-83EF25B89308}"/>
              </a:ext>
            </a:extLst>
          </p:cNvPr>
          <p:cNvSpPr/>
          <p:nvPr/>
        </p:nvSpPr>
        <p:spPr>
          <a:xfrm>
            <a:off x="5644969" y="2759768"/>
            <a:ext cx="2051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913746">
              <a:defRPr/>
            </a:pPr>
            <a:r>
              <a:rPr lang="zh-CN" altLang="en-US" sz="800" kern="0" dirty="0">
                <a:solidFill>
                  <a:srgbClr val="000000"/>
                </a:solidFill>
                <a:latin typeface="+mn-ea"/>
              </a:rPr>
              <a:t>国家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BBD8105-A102-400C-8409-447FA3473469}"/>
              </a:ext>
            </a:extLst>
          </p:cNvPr>
          <p:cNvGrpSpPr/>
          <p:nvPr/>
        </p:nvGrpSpPr>
        <p:grpSpPr>
          <a:xfrm>
            <a:off x="5957239" y="2951605"/>
            <a:ext cx="402747" cy="166487"/>
            <a:chOff x="3145070" y="1875022"/>
            <a:chExt cx="492907" cy="217041"/>
          </a:xfrm>
        </p:grpSpPr>
        <p:sp>
          <p:nvSpPr>
            <p:cNvPr id="27" name="泪滴形 26">
              <a:extLst>
                <a:ext uri="{FF2B5EF4-FFF2-40B4-BE49-F238E27FC236}">
                  <a16:creationId xmlns:a16="http://schemas.microsoft.com/office/drawing/2014/main" id="{70C6625E-5726-4FB5-A57E-573F87CF6990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9813FCFA-9BCC-4536-BFA2-02A69FE11257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C046D7A-7F77-4441-8801-57E7E9A4C8A5}"/>
                </a:ext>
              </a:extLst>
            </p:cNvPr>
            <p:cNvSpPr/>
            <p:nvPr/>
          </p:nvSpPr>
          <p:spPr>
            <a:xfrm>
              <a:off x="3145070" y="1875022"/>
              <a:ext cx="251117" cy="16049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8AF49A0-856F-41EA-B16D-D90EBDA8F204}"/>
              </a:ext>
            </a:extLst>
          </p:cNvPr>
          <p:cNvCxnSpPr>
            <a:cxnSpLocks/>
            <a:stCxn id="9" idx="2"/>
          </p:cNvCxnSpPr>
          <p:nvPr/>
        </p:nvCxnSpPr>
        <p:spPr bwMode="auto">
          <a:xfrm flipH="1" flipV="1">
            <a:off x="2578708" y="2038519"/>
            <a:ext cx="2809170" cy="827476"/>
          </a:xfrm>
          <a:prstGeom prst="line">
            <a:avLst/>
          </a:prstGeom>
          <a:solidFill>
            <a:srgbClr val="FFCC99"/>
          </a:solidFill>
          <a:ln w="6350" cap="flat" cmpd="sng" algn="ctr">
            <a:solidFill>
              <a:srgbClr val="7F7F7F">
                <a:alpha val="80000"/>
              </a:srgbClr>
            </a:solidFill>
            <a:prstDash val="solid"/>
            <a:round/>
            <a:headEnd type="none" w="med" len="med"/>
            <a:tailEnd type="oval" w="sm" len="sm"/>
          </a:ln>
          <a:effectLst/>
        </p:spPr>
      </p:cxnSp>
      <p:sp>
        <p:nvSpPr>
          <p:cNvPr id="31" name="圆角矩形 67">
            <a:extLst>
              <a:ext uri="{FF2B5EF4-FFF2-40B4-BE49-F238E27FC236}">
                <a16:creationId xmlns:a16="http://schemas.microsoft.com/office/drawing/2014/main" id="{347DBF68-2ACE-4D4E-97BB-76D4A5222033}"/>
              </a:ext>
            </a:extLst>
          </p:cNvPr>
          <p:cNvSpPr/>
          <p:nvPr/>
        </p:nvSpPr>
        <p:spPr bwMode="auto">
          <a:xfrm>
            <a:off x="6625860" y="5104158"/>
            <a:ext cx="5055402" cy="252000"/>
          </a:xfrm>
          <a:prstGeom prst="rect">
            <a:avLst/>
          </a:prstGeom>
          <a:gradFill>
            <a:gsLst>
              <a:gs pos="2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2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70987" fontAlgn="ctr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+mn-ea"/>
              </a:rPr>
              <a:t>亚太</a:t>
            </a:r>
            <a:endParaRPr lang="en-US" altLang="zh-CN" sz="900" b="1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677C4D-E305-4F8C-B2C4-D4F08B7F59AC}"/>
              </a:ext>
            </a:extLst>
          </p:cNvPr>
          <p:cNvSpPr/>
          <p:nvPr/>
        </p:nvSpPr>
        <p:spPr>
          <a:xfrm>
            <a:off x="6717443" y="5504420"/>
            <a:ext cx="1188000" cy="391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国家</a:t>
            </a: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这里为内容样式</a:t>
            </a:r>
            <a:endParaRPr lang="en-US" altLang="zh-CN" sz="900" kern="0" dirty="0">
              <a:solidFill>
                <a:srgbClr val="1D1D1A"/>
              </a:solidFill>
              <a:latin typeface="+mn-ea"/>
              <a:sym typeface="Huawei Sans" panose="020C0503030203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966D693-2DB9-4791-9948-9D1B1EF9E748}"/>
              </a:ext>
            </a:extLst>
          </p:cNvPr>
          <p:cNvSpPr/>
          <p:nvPr/>
        </p:nvSpPr>
        <p:spPr>
          <a:xfrm>
            <a:off x="10401679" y="5504420"/>
            <a:ext cx="1188000" cy="391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国家</a:t>
            </a: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这里为内容样式</a:t>
            </a:r>
            <a:endParaRPr lang="en-US" altLang="zh-CN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29D154-43AE-4668-869B-5F714D183C82}"/>
              </a:ext>
            </a:extLst>
          </p:cNvPr>
          <p:cNvSpPr/>
          <p:nvPr/>
        </p:nvSpPr>
        <p:spPr>
          <a:xfrm>
            <a:off x="7945522" y="5504420"/>
            <a:ext cx="1188000" cy="391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国家</a:t>
            </a: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这里为内容样式</a:t>
            </a:r>
            <a:endParaRPr lang="en-US" altLang="zh-CN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7A11DEC-BAB0-4023-9835-4D3A4F657B19}"/>
              </a:ext>
            </a:extLst>
          </p:cNvPr>
          <p:cNvSpPr/>
          <p:nvPr/>
        </p:nvSpPr>
        <p:spPr>
          <a:xfrm>
            <a:off x="9173601" y="5504420"/>
            <a:ext cx="1188000" cy="391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国家</a:t>
            </a:r>
          </a:p>
          <a:p>
            <a:pPr algn="ctr" defTabSz="912651">
              <a:lnSpc>
                <a:spcPct val="150000"/>
              </a:lnSpc>
              <a:defRPr/>
            </a:pPr>
            <a:r>
              <a:rPr lang="zh-CN" altLang="en-US" sz="900" dirty="0">
                <a:latin typeface="+mn-ea"/>
              </a:rPr>
              <a:t>这里为内容样式</a:t>
            </a:r>
            <a:endParaRPr lang="en-US" altLang="zh-CN" sz="900" kern="0" dirty="0">
              <a:solidFill>
                <a:srgbClr val="1D1D1A"/>
              </a:solidFill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019D5DC-D29A-411F-A6D4-908F3E925A8B}"/>
              </a:ext>
            </a:extLst>
          </p:cNvPr>
          <p:cNvGrpSpPr/>
          <p:nvPr/>
        </p:nvGrpSpPr>
        <p:grpSpPr>
          <a:xfrm>
            <a:off x="6229020" y="4135211"/>
            <a:ext cx="117661" cy="110459"/>
            <a:chOff x="3493977" y="1948063"/>
            <a:chExt cx="144000" cy="144000"/>
          </a:xfrm>
        </p:grpSpPr>
        <p:sp>
          <p:nvSpPr>
            <p:cNvPr id="37" name="泪滴形 36">
              <a:extLst>
                <a:ext uri="{FF2B5EF4-FFF2-40B4-BE49-F238E27FC236}">
                  <a16:creationId xmlns:a16="http://schemas.microsoft.com/office/drawing/2014/main" id="{805FECD9-77CD-4EF2-B547-C2C2843BCF40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A6172A00-48BE-4F5C-A26B-44561D3E0BC9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28F4DA0-876B-438F-BB75-AB16F3D9E0F2}"/>
              </a:ext>
            </a:extLst>
          </p:cNvPr>
          <p:cNvGrpSpPr/>
          <p:nvPr/>
        </p:nvGrpSpPr>
        <p:grpSpPr>
          <a:xfrm>
            <a:off x="4035304" y="3956781"/>
            <a:ext cx="402706" cy="166487"/>
            <a:chOff x="3145122" y="1875022"/>
            <a:chExt cx="492855" cy="217041"/>
          </a:xfrm>
        </p:grpSpPr>
        <p:sp>
          <p:nvSpPr>
            <p:cNvPr id="40" name="泪滴形 39">
              <a:extLst>
                <a:ext uri="{FF2B5EF4-FFF2-40B4-BE49-F238E27FC236}">
                  <a16:creationId xmlns:a16="http://schemas.microsoft.com/office/drawing/2014/main" id="{3A02C840-E5F4-4D4B-8601-0F244920EEA2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6ADDAE6F-1FA2-4C01-8C80-7F7D5A98E58F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DD4B2BB-C463-415A-83DB-A54607B4F34C}"/>
                </a:ext>
              </a:extLst>
            </p:cNvPr>
            <p:cNvSpPr/>
            <p:nvPr/>
          </p:nvSpPr>
          <p:spPr>
            <a:xfrm>
              <a:off x="3145122" y="1875022"/>
              <a:ext cx="251018" cy="16043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C9BF7C7-EF50-4F3F-877C-F4F81A109481}"/>
              </a:ext>
            </a:extLst>
          </p:cNvPr>
          <p:cNvGrpSpPr/>
          <p:nvPr/>
        </p:nvGrpSpPr>
        <p:grpSpPr>
          <a:xfrm>
            <a:off x="3559362" y="4210374"/>
            <a:ext cx="365005" cy="166487"/>
            <a:chOff x="3191261" y="1875022"/>
            <a:chExt cx="446716" cy="217041"/>
          </a:xfrm>
        </p:grpSpPr>
        <p:sp>
          <p:nvSpPr>
            <p:cNvPr id="44" name="泪滴形 43">
              <a:extLst>
                <a:ext uri="{FF2B5EF4-FFF2-40B4-BE49-F238E27FC236}">
                  <a16:creationId xmlns:a16="http://schemas.microsoft.com/office/drawing/2014/main" id="{C58CA39A-2CB6-4840-982C-EA8F90DA2608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6B3321BB-D7F0-49EF-815F-9D61E66F6134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A8A6288-9689-46DF-86D6-0ADF4D46973E}"/>
                </a:ext>
              </a:extLst>
            </p:cNvPr>
            <p:cNvSpPr/>
            <p:nvPr/>
          </p:nvSpPr>
          <p:spPr>
            <a:xfrm>
              <a:off x="3191261" y="1875022"/>
              <a:ext cx="251019" cy="16043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15CBA5B-4A89-4827-9A3F-CD65A697F11F}"/>
              </a:ext>
            </a:extLst>
          </p:cNvPr>
          <p:cNvGrpSpPr/>
          <p:nvPr/>
        </p:nvGrpSpPr>
        <p:grpSpPr>
          <a:xfrm>
            <a:off x="2956076" y="3192146"/>
            <a:ext cx="421597" cy="166487"/>
            <a:chOff x="3122002" y="1875022"/>
            <a:chExt cx="515975" cy="217041"/>
          </a:xfrm>
        </p:grpSpPr>
        <p:sp>
          <p:nvSpPr>
            <p:cNvPr id="48" name="泪滴形 47">
              <a:extLst>
                <a:ext uri="{FF2B5EF4-FFF2-40B4-BE49-F238E27FC236}">
                  <a16:creationId xmlns:a16="http://schemas.microsoft.com/office/drawing/2014/main" id="{408AE0DA-5B11-4B87-A578-2BE74B3D8802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A0CF38A9-D679-498E-83E8-9DCEA4FA9EB9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0873E727-AF4E-46A0-B1C6-A511C9454697}"/>
                </a:ext>
              </a:extLst>
            </p:cNvPr>
            <p:cNvSpPr/>
            <p:nvPr/>
          </p:nvSpPr>
          <p:spPr>
            <a:xfrm>
              <a:off x="3122002" y="1875022"/>
              <a:ext cx="251116" cy="16049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4B1A1E5-29E6-4BE7-B755-15B6AE952B4E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H="1">
            <a:off x="2584363" y="4446288"/>
            <a:ext cx="694721" cy="272995"/>
          </a:xfrm>
          <a:prstGeom prst="line">
            <a:avLst/>
          </a:prstGeom>
          <a:solidFill>
            <a:srgbClr val="FFCC99"/>
          </a:solidFill>
          <a:ln w="6350" cap="flat" cmpd="sng" algn="ctr">
            <a:solidFill>
              <a:srgbClr val="7F7F7F">
                <a:alpha val="80000"/>
              </a:srgbClr>
            </a:solidFill>
            <a:prstDash val="solid"/>
            <a:round/>
            <a:headEnd type="none" w="med" len="med"/>
            <a:tailEnd type="oval" w="sm" len="sm"/>
          </a:ln>
          <a:effectLst/>
        </p:spPr>
      </p:cxn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B5A7EF6-F50C-4D12-85FA-A03D3546AF7A}"/>
              </a:ext>
            </a:extLst>
          </p:cNvPr>
          <p:cNvGrpSpPr/>
          <p:nvPr/>
        </p:nvGrpSpPr>
        <p:grpSpPr>
          <a:xfrm>
            <a:off x="7958383" y="3081402"/>
            <a:ext cx="410209" cy="263726"/>
            <a:chOff x="3287744" y="1748256"/>
            <a:chExt cx="502038" cy="343807"/>
          </a:xfrm>
        </p:grpSpPr>
        <p:sp>
          <p:nvSpPr>
            <p:cNvPr id="53" name="泪滴形 52">
              <a:extLst>
                <a:ext uri="{FF2B5EF4-FFF2-40B4-BE49-F238E27FC236}">
                  <a16:creationId xmlns:a16="http://schemas.microsoft.com/office/drawing/2014/main" id="{8443084C-B82E-4FE7-9A10-F19A311229F5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E8755CBD-331A-4BB9-BC4B-29F133F9C0E4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8EC050B-DC0B-438E-BD24-9CADD452734E}"/>
                </a:ext>
              </a:extLst>
            </p:cNvPr>
            <p:cNvSpPr/>
            <p:nvPr/>
          </p:nvSpPr>
          <p:spPr>
            <a:xfrm>
              <a:off x="3287744" y="1748256"/>
              <a:ext cx="502038" cy="16043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中国香港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CEE5B06-689B-40D5-88BC-DCEF48F3419B}"/>
              </a:ext>
            </a:extLst>
          </p:cNvPr>
          <p:cNvGrpSpPr/>
          <p:nvPr/>
        </p:nvGrpSpPr>
        <p:grpSpPr>
          <a:xfrm>
            <a:off x="7578566" y="3351603"/>
            <a:ext cx="400081" cy="123063"/>
            <a:chOff x="3148334" y="1945209"/>
            <a:chExt cx="489643" cy="160432"/>
          </a:xfrm>
        </p:grpSpPr>
        <p:sp>
          <p:nvSpPr>
            <p:cNvPr id="57" name="泪滴形 56">
              <a:extLst>
                <a:ext uri="{FF2B5EF4-FFF2-40B4-BE49-F238E27FC236}">
                  <a16:creationId xmlns:a16="http://schemas.microsoft.com/office/drawing/2014/main" id="{B644B4CA-34B3-428E-A717-D5E794215F36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BE6FADB-25B4-4074-8113-9ACB104F1B31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E987ABF-C443-4DBF-8E25-DEA03642556C}"/>
                </a:ext>
              </a:extLst>
            </p:cNvPr>
            <p:cNvSpPr/>
            <p:nvPr/>
          </p:nvSpPr>
          <p:spPr>
            <a:xfrm>
              <a:off x="3148334" y="1945209"/>
              <a:ext cx="251019" cy="1604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020C26B-C96A-424E-BDB0-9E7E7A0B19D8}"/>
              </a:ext>
            </a:extLst>
          </p:cNvPr>
          <p:cNvGrpSpPr/>
          <p:nvPr/>
        </p:nvGrpSpPr>
        <p:grpSpPr>
          <a:xfrm>
            <a:off x="7699497" y="3622546"/>
            <a:ext cx="418970" cy="123111"/>
            <a:chOff x="3125216" y="1945209"/>
            <a:chExt cx="512761" cy="160495"/>
          </a:xfrm>
        </p:grpSpPr>
        <p:sp>
          <p:nvSpPr>
            <p:cNvPr id="61" name="泪滴形 60">
              <a:extLst>
                <a:ext uri="{FF2B5EF4-FFF2-40B4-BE49-F238E27FC236}">
                  <a16:creationId xmlns:a16="http://schemas.microsoft.com/office/drawing/2014/main" id="{15D2AF5D-ADB3-4A0C-9732-7433F2634014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A3942663-47BF-498C-BAC6-EC1E0079010A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5A486242-AD1D-4284-8426-612445FA1895}"/>
                </a:ext>
              </a:extLst>
            </p:cNvPr>
            <p:cNvSpPr/>
            <p:nvPr/>
          </p:nvSpPr>
          <p:spPr>
            <a:xfrm>
              <a:off x="3125216" y="1945209"/>
              <a:ext cx="251117" cy="16049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3931D59-709B-44C3-B433-106C448523AD}"/>
              </a:ext>
            </a:extLst>
          </p:cNvPr>
          <p:cNvGrpSpPr/>
          <p:nvPr/>
        </p:nvGrpSpPr>
        <p:grpSpPr>
          <a:xfrm>
            <a:off x="8175097" y="3670018"/>
            <a:ext cx="356339" cy="204498"/>
            <a:chOff x="3493977" y="1825468"/>
            <a:chExt cx="436111" cy="266595"/>
          </a:xfrm>
        </p:grpSpPr>
        <p:sp>
          <p:nvSpPr>
            <p:cNvPr id="65" name="泪滴形 64">
              <a:extLst>
                <a:ext uri="{FF2B5EF4-FFF2-40B4-BE49-F238E27FC236}">
                  <a16:creationId xmlns:a16="http://schemas.microsoft.com/office/drawing/2014/main" id="{9E2B084E-E0E6-4F4C-B6E0-ABC1AE7E5115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B69E4FC1-CEB8-4E42-9A15-7D65A3C5FB10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7EB8306-B708-4512-B0ED-8F7B200EE92A}"/>
                </a:ext>
              </a:extLst>
            </p:cNvPr>
            <p:cNvSpPr/>
            <p:nvPr/>
          </p:nvSpPr>
          <p:spPr>
            <a:xfrm>
              <a:off x="3679069" y="1825468"/>
              <a:ext cx="251019" cy="1604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6F85FAB-F2A5-493F-A77D-FC956F32D721}"/>
              </a:ext>
            </a:extLst>
          </p:cNvPr>
          <p:cNvGrpSpPr/>
          <p:nvPr/>
        </p:nvGrpSpPr>
        <p:grpSpPr>
          <a:xfrm>
            <a:off x="6596282" y="3207806"/>
            <a:ext cx="356056" cy="161470"/>
            <a:chOff x="3493977" y="1948063"/>
            <a:chExt cx="435765" cy="210501"/>
          </a:xfrm>
        </p:grpSpPr>
        <p:sp>
          <p:nvSpPr>
            <p:cNvPr id="71" name="泪滴形 70">
              <a:extLst>
                <a:ext uri="{FF2B5EF4-FFF2-40B4-BE49-F238E27FC236}">
                  <a16:creationId xmlns:a16="http://schemas.microsoft.com/office/drawing/2014/main" id="{F5B94A4A-3B83-422F-965D-05989749D838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0A480FD-5188-4AAA-9B0C-5208A11EDBD0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9101E71-D5A9-441E-9B66-44C5B71B27F7}"/>
                </a:ext>
              </a:extLst>
            </p:cNvPr>
            <p:cNvSpPr/>
            <p:nvPr/>
          </p:nvSpPr>
          <p:spPr>
            <a:xfrm>
              <a:off x="3678722" y="1998132"/>
              <a:ext cx="251020" cy="1604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sp>
        <p:nvSpPr>
          <p:cNvPr id="75" name="圆角矩形 67">
            <a:extLst>
              <a:ext uri="{FF2B5EF4-FFF2-40B4-BE49-F238E27FC236}">
                <a16:creationId xmlns:a16="http://schemas.microsoft.com/office/drawing/2014/main" id="{4E36E08F-3246-4CB7-8F83-063F42706AA9}"/>
              </a:ext>
            </a:extLst>
          </p:cNvPr>
          <p:cNvSpPr/>
          <p:nvPr/>
        </p:nvSpPr>
        <p:spPr bwMode="auto">
          <a:xfrm>
            <a:off x="3322892" y="5100105"/>
            <a:ext cx="3191144" cy="965904"/>
          </a:xfrm>
          <a:prstGeom prst="rect">
            <a:avLst/>
          </a:prstGeom>
          <a:solidFill>
            <a:srgbClr val="FFFFFF">
              <a:alpha val="60000"/>
            </a:srgbClr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defTabSz="870987" fontAlgn="ctr">
              <a:defRPr/>
            </a:pPr>
            <a:endParaRPr lang="en-US" altLang="zh-CN" sz="10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76" name="圆角矩形 67">
            <a:extLst>
              <a:ext uri="{FF2B5EF4-FFF2-40B4-BE49-F238E27FC236}">
                <a16:creationId xmlns:a16="http://schemas.microsoft.com/office/drawing/2014/main" id="{23E02B90-E298-4F20-940B-954482DA7C49}"/>
              </a:ext>
            </a:extLst>
          </p:cNvPr>
          <p:cNvSpPr/>
          <p:nvPr/>
        </p:nvSpPr>
        <p:spPr bwMode="auto">
          <a:xfrm>
            <a:off x="3322892" y="5104158"/>
            <a:ext cx="3191144" cy="252000"/>
          </a:xfrm>
          <a:prstGeom prst="rect">
            <a:avLst/>
          </a:prstGeom>
          <a:gradFill>
            <a:gsLst>
              <a:gs pos="2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2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70987" fontAlgn="ctr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+mn-ea"/>
              </a:rPr>
              <a:t>非洲</a:t>
            </a:r>
            <a:endParaRPr lang="en-US" altLang="zh-CN" sz="900" b="1" kern="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7C2AAFD2-86D7-4588-821B-A2AB1D7A81A4}"/>
              </a:ext>
            </a:extLst>
          </p:cNvPr>
          <p:cNvGrpSpPr/>
          <p:nvPr/>
        </p:nvGrpSpPr>
        <p:grpSpPr>
          <a:xfrm>
            <a:off x="9596000" y="2930410"/>
            <a:ext cx="2088000" cy="396000"/>
            <a:chOff x="9263107" y="1299516"/>
            <a:chExt cx="2741728" cy="1400858"/>
          </a:xfrm>
        </p:grpSpPr>
        <p:sp>
          <p:nvSpPr>
            <p:cNvPr id="131" name="圆角矩形 67">
              <a:extLst>
                <a:ext uri="{FF2B5EF4-FFF2-40B4-BE49-F238E27FC236}">
                  <a16:creationId xmlns:a16="http://schemas.microsoft.com/office/drawing/2014/main" id="{45A496E6-D980-4D1A-8EA6-3327FB176070}"/>
                </a:ext>
              </a:extLst>
            </p:cNvPr>
            <p:cNvSpPr/>
            <p:nvPr/>
          </p:nvSpPr>
          <p:spPr bwMode="auto">
            <a:xfrm>
              <a:off x="9267618" y="1299519"/>
              <a:ext cx="2737217" cy="1398567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1D1D1A">
                  <a:lumMod val="10000"/>
                  <a:lumOff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870987" fontAlgn="ctr">
                <a:defRPr/>
              </a:pPr>
              <a:endParaRPr lang="en-US" altLang="zh-CN" sz="17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32" name="Freeform 9">
              <a:extLst>
                <a:ext uri="{FF2B5EF4-FFF2-40B4-BE49-F238E27FC236}">
                  <a16:creationId xmlns:a16="http://schemas.microsoft.com/office/drawing/2014/main" id="{51DE98D3-78AF-41CE-B741-791206B17AC0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9263107" y="259139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33" name="Freeform 9">
              <a:extLst>
                <a:ext uri="{FF2B5EF4-FFF2-40B4-BE49-F238E27FC236}">
                  <a16:creationId xmlns:a16="http://schemas.microsoft.com/office/drawing/2014/main" id="{72EE0742-9252-4BAE-85F7-523100DABF4E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1896835" y="1299516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34" name="Freeform 9">
              <a:extLst>
                <a:ext uri="{FF2B5EF4-FFF2-40B4-BE49-F238E27FC236}">
                  <a16:creationId xmlns:a16="http://schemas.microsoft.com/office/drawing/2014/main" id="{5A55EAB8-7AC0-4F00-BB3C-9BB855D34F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63107" y="129951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35" name="Freeform 9">
              <a:extLst>
                <a:ext uri="{FF2B5EF4-FFF2-40B4-BE49-F238E27FC236}">
                  <a16:creationId xmlns:a16="http://schemas.microsoft.com/office/drawing/2014/main" id="{603C5C4E-F18E-4FAB-B139-4B84C4514CCA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1896835" y="2592374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ctr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2D0248FD-1516-4D80-B2BD-CD3C4673E7E2}"/>
              </a:ext>
            </a:extLst>
          </p:cNvPr>
          <p:cNvGrpSpPr/>
          <p:nvPr/>
        </p:nvGrpSpPr>
        <p:grpSpPr>
          <a:xfrm>
            <a:off x="9596000" y="3427102"/>
            <a:ext cx="2088000" cy="396000"/>
            <a:chOff x="9263107" y="1299516"/>
            <a:chExt cx="2741728" cy="1400858"/>
          </a:xfrm>
        </p:grpSpPr>
        <p:sp>
          <p:nvSpPr>
            <p:cNvPr id="124" name="圆角矩形 67">
              <a:extLst>
                <a:ext uri="{FF2B5EF4-FFF2-40B4-BE49-F238E27FC236}">
                  <a16:creationId xmlns:a16="http://schemas.microsoft.com/office/drawing/2014/main" id="{AE1D49BD-2583-4736-9A52-BA6DB2892764}"/>
                </a:ext>
              </a:extLst>
            </p:cNvPr>
            <p:cNvSpPr/>
            <p:nvPr/>
          </p:nvSpPr>
          <p:spPr bwMode="auto">
            <a:xfrm>
              <a:off x="9267618" y="1299519"/>
              <a:ext cx="2737217" cy="1398567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1D1D1A">
                  <a:lumMod val="10000"/>
                  <a:lumOff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870987" fontAlgn="ctr">
                <a:defRPr/>
              </a:pPr>
              <a:endParaRPr lang="en-US" altLang="zh-CN" sz="17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25" name="Freeform 9">
              <a:extLst>
                <a:ext uri="{FF2B5EF4-FFF2-40B4-BE49-F238E27FC236}">
                  <a16:creationId xmlns:a16="http://schemas.microsoft.com/office/drawing/2014/main" id="{390F6048-B15D-4605-B5A5-DC063E976681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9263107" y="259139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26" name="Freeform 9">
              <a:extLst>
                <a:ext uri="{FF2B5EF4-FFF2-40B4-BE49-F238E27FC236}">
                  <a16:creationId xmlns:a16="http://schemas.microsoft.com/office/drawing/2014/main" id="{905594C2-2D7A-4021-AD44-035AE21F3677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1896835" y="1299516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27" name="Freeform 9">
              <a:extLst>
                <a:ext uri="{FF2B5EF4-FFF2-40B4-BE49-F238E27FC236}">
                  <a16:creationId xmlns:a16="http://schemas.microsoft.com/office/drawing/2014/main" id="{34F5E010-53CE-4CC2-9BC1-966554C4954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63107" y="129951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28" name="Freeform 9">
              <a:extLst>
                <a:ext uri="{FF2B5EF4-FFF2-40B4-BE49-F238E27FC236}">
                  <a16:creationId xmlns:a16="http://schemas.microsoft.com/office/drawing/2014/main" id="{8E2722B5-58E7-4644-BEE0-DB74275B77F9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1896835" y="2592374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ctr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F5EA2558-34E5-4B65-9B19-2F18E423F14D}"/>
              </a:ext>
            </a:extLst>
          </p:cNvPr>
          <p:cNvGrpSpPr/>
          <p:nvPr/>
        </p:nvGrpSpPr>
        <p:grpSpPr>
          <a:xfrm>
            <a:off x="9596000" y="3923794"/>
            <a:ext cx="2088000" cy="396000"/>
            <a:chOff x="9263107" y="1299516"/>
            <a:chExt cx="2741728" cy="1400858"/>
          </a:xfrm>
        </p:grpSpPr>
        <p:sp>
          <p:nvSpPr>
            <p:cNvPr id="117" name="圆角矩形 67">
              <a:extLst>
                <a:ext uri="{FF2B5EF4-FFF2-40B4-BE49-F238E27FC236}">
                  <a16:creationId xmlns:a16="http://schemas.microsoft.com/office/drawing/2014/main" id="{9E6BF060-F725-41B9-A95D-B4BFC6DD95B0}"/>
                </a:ext>
              </a:extLst>
            </p:cNvPr>
            <p:cNvSpPr/>
            <p:nvPr/>
          </p:nvSpPr>
          <p:spPr bwMode="auto">
            <a:xfrm>
              <a:off x="9267618" y="1299519"/>
              <a:ext cx="2737217" cy="1398567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1D1D1A">
                  <a:lumMod val="10000"/>
                  <a:lumOff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870987" fontAlgn="ctr">
                <a:defRPr/>
              </a:pPr>
              <a:endParaRPr lang="en-US" altLang="zh-CN" sz="17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AB15031D-BC07-479F-AC1C-84253659CF5A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9263107" y="259139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A7DAA87A-7CE6-4A27-9FF0-FDB6A0F4D438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1896835" y="1299516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20" name="Freeform 9">
              <a:extLst>
                <a:ext uri="{FF2B5EF4-FFF2-40B4-BE49-F238E27FC236}">
                  <a16:creationId xmlns:a16="http://schemas.microsoft.com/office/drawing/2014/main" id="{30C9BE0F-DC01-46F8-A31A-F811E37E1E0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63107" y="129951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21" name="Freeform 9">
              <a:extLst>
                <a:ext uri="{FF2B5EF4-FFF2-40B4-BE49-F238E27FC236}">
                  <a16:creationId xmlns:a16="http://schemas.microsoft.com/office/drawing/2014/main" id="{136C73C8-A561-41F8-8476-3E007DCF762F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1896835" y="2592374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ctr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019CD380-6ECB-49D5-811C-7182639D4CAE}"/>
              </a:ext>
            </a:extLst>
          </p:cNvPr>
          <p:cNvGrpSpPr/>
          <p:nvPr/>
        </p:nvGrpSpPr>
        <p:grpSpPr>
          <a:xfrm>
            <a:off x="9596000" y="1937026"/>
            <a:ext cx="2088000" cy="396000"/>
            <a:chOff x="9263107" y="1299516"/>
            <a:chExt cx="2741728" cy="1400858"/>
          </a:xfrm>
        </p:grpSpPr>
        <p:sp>
          <p:nvSpPr>
            <p:cNvPr id="110" name="圆角矩形 67">
              <a:extLst>
                <a:ext uri="{FF2B5EF4-FFF2-40B4-BE49-F238E27FC236}">
                  <a16:creationId xmlns:a16="http://schemas.microsoft.com/office/drawing/2014/main" id="{9C8EE3B7-CC09-489F-B985-296D7B41A614}"/>
                </a:ext>
              </a:extLst>
            </p:cNvPr>
            <p:cNvSpPr/>
            <p:nvPr/>
          </p:nvSpPr>
          <p:spPr bwMode="auto">
            <a:xfrm>
              <a:off x="9267618" y="1299519"/>
              <a:ext cx="2737217" cy="1398567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1D1D1A">
                  <a:lumMod val="10000"/>
                  <a:lumOff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870987" fontAlgn="ctr">
                <a:defRPr/>
              </a:pPr>
              <a:endParaRPr lang="en-US" altLang="zh-CN" sz="17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11" name="Freeform 9">
              <a:extLst>
                <a:ext uri="{FF2B5EF4-FFF2-40B4-BE49-F238E27FC236}">
                  <a16:creationId xmlns:a16="http://schemas.microsoft.com/office/drawing/2014/main" id="{0B8ACC3E-F7B6-48F7-A63E-2A66DAF77113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9263107" y="259139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12" name="Freeform 9">
              <a:extLst>
                <a:ext uri="{FF2B5EF4-FFF2-40B4-BE49-F238E27FC236}">
                  <a16:creationId xmlns:a16="http://schemas.microsoft.com/office/drawing/2014/main" id="{22FBA0A7-8A14-465E-B21B-843399A7E909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1896835" y="1299516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13" name="Freeform 9">
              <a:extLst>
                <a:ext uri="{FF2B5EF4-FFF2-40B4-BE49-F238E27FC236}">
                  <a16:creationId xmlns:a16="http://schemas.microsoft.com/office/drawing/2014/main" id="{B6275F0B-4641-4149-965D-41D8BFF1844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63107" y="129951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14" name="Freeform 9">
              <a:extLst>
                <a:ext uri="{FF2B5EF4-FFF2-40B4-BE49-F238E27FC236}">
                  <a16:creationId xmlns:a16="http://schemas.microsoft.com/office/drawing/2014/main" id="{0E9D2BBB-D5A2-4428-B638-5CD5BA90E85F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1896835" y="2592374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ctr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3A0FF01F-6ADA-4B77-AB35-DF9B276422A2}"/>
              </a:ext>
            </a:extLst>
          </p:cNvPr>
          <p:cNvGrpSpPr/>
          <p:nvPr/>
        </p:nvGrpSpPr>
        <p:grpSpPr>
          <a:xfrm>
            <a:off x="9596000" y="2433718"/>
            <a:ext cx="2088000" cy="396000"/>
            <a:chOff x="9263107" y="1299516"/>
            <a:chExt cx="2741728" cy="1400858"/>
          </a:xfrm>
        </p:grpSpPr>
        <p:sp>
          <p:nvSpPr>
            <p:cNvPr id="103" name="圆角矩形 67">
              <a:extLst>
                <a:ext uri="{FF2B5EF4-FFF2-40B4-BE49-F238E27FC236}">
                  <a16:creationId xmlns:a16="http://schemas.microsoft.com/office/drawing/2014/main" id="{D578267B-F570-4B43-936E-7FBACFE0463D}"/>
                </a:ext>
              </a:extLst>
            </p:cNvPr>
            <p:cNvSpPr/>
            <p:nvPr/>
          </p:nvSpPr>
          <p:spPr bwMode="auto">
            <a:xfrm>
              <a:off x="9267618" y="1299519"/>
              <a:ext cx="2737217" cy="1398567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1D1D1A">
                  <a:lumMod val="10000"/>
                  <a:lumOff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870987" fontAlgn="ctr">
                <a:defRPr/>
              </a:pPr>
              <a:endParaRPr lang="en-US" altLang="zh-CN" sz="17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A2DC1416-BAE5-4623-9334-C01A1F180539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9263107" y="259139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2641F650-86D7-428B-999C-14027709BE5C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1896835" y="1299516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06" name="Freeform 9">
              <a:extLst>
                <a:ext uri="{FF2B5EF4-FFF2-40B4-BE49-F238E27FC236}">
                  <a16:creationId xmlns:a16="http://schemas.microsoft.com/office/drawing/2014/main" id="{CA02EFE0-5048-427C-89EF-5F148D848DF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63107" y="129951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09CE8E10-A266-45D0-A956-CA55CFC00FEF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1896835" y="2592374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ctr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4BA7FCA8-324E-4EB9-9E6F-83B622E299DB}"/>
              </a:ext>
            </a:extLst>
          </p:cNvPr>
          <p:cNvGrpSpPr/>
          <p:nvPr/>
        </p:nvGrpSpPr>
        <p:grpSpPr>
          <a:xfrm>
            <a:off x="9596000" y="1440334"/>
            <a:ext cx="2088000" cy="396000"/>
            <a:chOff x="9263107" y="1299516"/>
            <a:chExt cx="2741728" cy="1950998"/>
          </a:xfrm>
        </p:grpSpPr>
        <p:sp>
          <p:nvSpPr>
            <p:cNvPr id="96" name="圆角矩形 67">
              <a:extLst>
                <a:ext uri="{FF2B5EF4-FFF2-40B4-BE49-F238E27FC236}">
                  <a16:creationId xmlns:a16="http://schemas.microsoft.com/office/drawing/2014/main" id="{BD77D194-4673-455E-9DBF-649D970FE9C6}"/>
                </a:ext>
              </a:extLst>
            </p:cNvPr>
            <p:cNvSpPr/>
            <p:nvPr/>
          </p:nvSpPr>
          <p:spPr bwMode="auto">
            <a:xfrm>
              <a:off x="9267617" y="1299521"/>
              <a:ext cx="2737218" cy="1926425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1D1D1A">
                  <a:lumMod val="10000"/>
                  <a:lumOff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870987" fontAlgn="ctr">
                <a:defRPr/>
              </a:pPr>
              <a:endParaRPr lang="en-US" altLang="zh-CN" sz="17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97" name="Freeform 9">
              <a:extLst>
                <a:ext uri="{FF2B5EF4-FFF2-40B4-BE49-F238E27FC236}">
                  <a16:creationId xmlns:a16="http://schemas.microsoft.com/office/drawing/2014/main" id="{5B596FEE-ED2B-4FAB-8D13-48F97E55D196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9263107" y="3141538"/>
              <a:ext cx="108000" cy="1080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98" name="Freeform 9">
              <a:extLst>
                <a:ext uri="{FF2B5EF4-FFF2-40B4-BE49-F238E27FC236}">
                  <a16:creationId xmlns:a16="http://schemas.microsoft.com/office/drawing/2014/main" id="{7D49BDAE-6786-4FF3-A0C3-B777301E67AB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1896835" y="1299516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B8580BB7-42D3-461E-BC7A-D409C7BD7DB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63107" y="129951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18D72F7A-E746-4736-AA83-57D9175D3295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1896835" y="3142512"/>
              <a:ext cx="108000" cy="1080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ctr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C1952501-56ED-4DFB-AA11-556DCDFB3B13}"/>
              </a:ext>
            </a:extLst>
          </p:cNvPr>
          <p:cNvGrpSpPr/>
          <p:nvPr/>
        </p:nvGrpSpPr>
        <p:grpSpPr>
          <a:xfrm>
            <a:off x="9596000" y="4420488"/>
            <a:ext cx="2088000" cy="396000"/>
            <a:chOff x="9263107" y="1299516"/>
            <a:chExt cx="2741728" cy="1400858"/>
          </a:xfrm>
        </p:grpSpPr>
        <p:sp>
          <p:nvSpPr>
            <p:cNvPr id="89" name="圆角矩形 67">
              <a:extLst>
                <a:ext uri="{FF2B5EF4-FFF2-40B4-BE49-F238E27FC236}">
                  <a16:creationId xmlns:a16="http://schemas.microsoft.com/office/drawing/2014/main" id="{32C76B58-4570-45A3-8D42-062DD3FE222C}"/>
                </a:ext>
              </a:extLst>
            </p:cNvPr>
            <p:cNvSpPr/>
            <p:nvPr/>
          </p:nvSpPr>
          <p:spPr bwMode="auto">
            <a:xfrm>
              <a:off x="9267618" y="1299519"/>
              <a:ext cx="2737217" cy="1398567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solidFill>
                <a:srgbClr val="1D1D1A">
                  <a:lumMod val="10000"/>
                  <a:lumOff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870987" fontAlgn="ctr">
                <a:defRPr/>
              </a:pPr>
              <a:endParaRPr lang="en-US" altLang="zh-CN" sz="17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90" name="Freeform 9">
              <a:extLst>
                <a:ext uri="{FF2B5EF4-FFF2-40B4-BE49-F238E27FC236}">
                  <a16:creationId xmlns:a16="http://schemas.microsoft.com/office/drawing/2014/main" id="{79D32F38-C1B1-4085-86D3-A92A4EB13690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9263107" y="259139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91" name="Freeform 9">
              <a:extLst>
                <a:ext uri="{FF2B5EF4-FFF2-40B4-BE49-F238E27FC236}">
                  <a16:creationId xmlns:a16="http://schemas.microsoft.com/office/drawing/2014/main" id="{7B7C8C75-9860-4ED1-A508-29397D99ABAB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1896835" y="1299516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92" name="Freeform 9">
              <a:extLst>
                <a:ext uri="{FF2B5EF4-FFF2-40B4-BE49-F238E27FC236}">
                  <a16:creationId xmlns:a16="http://schemas.microsoft.com/office/drawing/2014/main" id="{D9FCFB5F-7AF4-44D8-BDEB-13E76D6760D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63107" y="1299517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93" name="Freeform 9">
              <a:extLst>
                <a:ext uri="{FF2B5EF4-FFF2-40B4-BE49-F238E27FC236}">
                  <a16:creationId xmlns:a16="http://schemas.microsoft.com/office/drawing/2014/main" id="{31658E21-8EAD-406B-8C7E-BFD87482F3B4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1896835" y="2592374"/>
              <a:ext cx="108000" cy="108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" y="0"/>
                </a:cxn>
                <a:cxn ang="0">
                  <a:pos x="80" y="15"/>
                </a:cxn>
                <a:cxn ang="0">
                  <a:pos x="14" y="15"/>
                </a:cxn>
                <a:cxn ang="0">
                  <a:pos x="14" y="81"/>
                </a:cxn>
                <a:cxn ang="0">
                  <a:pos x="0" y="95"/>
                </a:cxn>
                <a:cxn ang="0">
                  <a:pos x="0" y="0"/>
                </a:cxn>
              </a:cxnLst>
              <a:rect l="0" t="0" r="r" b="b"/>
              <a:pathLst>
                <a:path w="95" h="95">
                  <a:moveTo>
                    <a:pt x="0" y="0"/>
                  </a:moveTo>
                  <a:lnTo>
                    <a:pt x="95" y="0"/>
                  </a:lnTo>
                  <a:lnTo>
                    <a:pt x="80" y="15"/>
                  </a:lnTo>
                  <a:lnTo>
                    <a:pt x="14" y="15"/>
                  </a:lnTo>
                  <a:lnTo>
                    <a:pt x="14" y="81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000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98" tIns="45699" rIns="91398" bIns="45699" numCol="1" anchor="ctr" anchorCtr="0" compatLnSpc="1">
              <a:prstTxWarp prst="textNoShape">
                <a:avLst/>
              </a:prstTxWarp>
            </a:bodyPr>
            <a:lstStyle/>
            <a:p>
              <a:pPr defTabSz="870631" fontAlgn="ctr">
                <a:defRPr/>
              </a:pPr>
              <a:endParaRPr lang="en-US" altLang="zh-CN" sz="2699" kern="0" dirty="0">
                <a:solidFill>
                  <a:srgbClr val="1D1D1A"/>
                </a:solidFill>
                <a:latin typeface="+mn-ea"/>
              </a:endParaRPr>
            </a:p>
          </p:txBody>
        </p:sp>
      </p:grpSp>
      <p:sp>
        <p:nvSpPr>
          <p:cNvPr id="86" name="圆角矩形 67">
            <a:extLst>
              <a:ext uri="{FF2B5EF4-FFF2-40B4-BE49-F238E27FC236}">
                <a16:creationId xmlns:a16="http://schemas.microsoft.com/office/drawing/2014/main" id="{74A2B641-9CF7-486C-8998-19FF5D344182}"/>
              </a:ext>
            </a:extLst>
          </p:cNvPr>
          <p:cNvSpPr/>
          <p:nvPr/>
        </p:nvSpPr>
        <p:spPr bwMode="auto">
          <a:xfrm>
            <a:off x="9599435" y="1053246"/>
            <a:ext cx="2084565" cy="252000"/>
          </a:xfrm>
          <a:prstGeom prst="rect">
            <a:avLst/>
          </a:prstGeom>
          <a:gradFill>
            <a:gsLst>
              <a:gs pos="2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2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70987" fontAlgn="ctr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+mn-ea"/>
              </a:rPr>
              <a:t>中国</a:t>
            </a:r>
            <a:endParaRPr lang="en-US" altLang="zh-CN" sz="900" b="1" kern="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DA08473E-8AE3-4A1A-9E29-193B0E0575D7}"/>
              </a:ext>
            </a:extLst>
          </p:cNvPr>
          <p:cNvCxnSpPr>
            <a:cxnSpLocks/>
          </p:cNvCxnSpPr>
          <p:nvPr/>
        </p:nvCxnSpPr>
        <p:spPr bwMode="auto">
          <a:xfrm flipV="1">
            <a:off x="8510041" y="1173156"/>
            <a:ext cx="1083739" cy="1853963"/>
          </a:xfrm>
          <a:prstGeom prst="line">
            <a:avLst/>
          </a:prstGeom>
          <a:solidFill>
            <a:srgbClr val="FFCC99"/>
          </a:solidFill>
          <a:ln w="6350" cap="flat" cmpd="sng" algn="ctr">
            <a:solidFill>
              <a:srgbClr val="7F7F7F">
                <a:alpha val="80000"/>
              </a:srgbClr>
            </a:solidFill>
            <a:prstDash val="solid"/>
            <a:round/>
            <a:headEnd type="none" w="med" len="med"/>
            <a:tailEnd type="oval" w="sm" len="sm"/>
          </a:ln>
          <a:effectLst/>
        </p:spPr>
      </p:cxn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5162F80-F32F-4830-8EE2-41DB02DEFC42}"/>
              </a:ext>
            </a:extLst>
          </p:cNvPr>
          <p:cNvGrpSpPr/>
          <p:nvPr/>
        </p:nvGrpSpPr>
        <p:grpSpPr>
          <a:xfrm>
            <a:off x="3501286" y="5504420"/>
            <a:ext cx="2834356" cy="391004"/>
            <a:chOff x="3545031" y="5504420"/>
            <a:chExt cx="2834356" cy="391004"/>
          </a:xfrm>
        </p:grpSpPr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685B94EC-B8FE-4F88-BCD8-A7A9C20E1FA2}"/>
                </a:ext>
              </a:extLst>
            </p:cNvPr>
            <p:cNvSpPr/>
            <p:nvPr/>
          </p:nvSpPr>
          <p:spPr>
            <a:xfrm>
              <a:off x="3545031" y="5504420"/>
              <a:ext cx="1332000" cy="39100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2651">
                <a:lnSpc>
                  <a:spcPct val="150000"/>
                </a:lnSpc>
                <a:defRPr/>
              </a:pPr>
              <a:r>
                <a:rPr lang="zh-CN" altLang="en-US" sz="900" b="1" kern="0" dirty="0">
                  <a:solidFill>
                    <a:srgbClr val="C00000"/>
                  </a:solidFill>
                  <a:latin typeface="+mn-ea"/>
                  <a:sym typeface="Huawei Sans" panose="020C0503030203020204" pitchFamily="34" charset="0"/>
                </a:rPr>
                <a:t>国家</a:t>
              </a:r>
            </a:p>
            <a:p>
              <a:pPr algn="ctr" defTabSz="912651">
                <a:lnSpc>
                  <a:spcPct val="150000"/>
                </a:lnSpc>
                <a:defRPr/>
              </a:pPr>
              <a:r>
                <a:rPr lang="zh-CN" altLang="en-US" sz="900" dirty="0">
                  <a:latin typeface="+mn-ea"/>
                </a:rPr>
                <a:t>这里为内容区域样式</a:t>
              </a:r>
              <a:endParaRPr lang="zh-CN" altLang="en-US" sz="900" b="1" kern="0" dirty="0">
                <a:solidFill>
                  <a:srgbClr val="1D1D1A"/>
                </a:solidFill>
                <a:latin typeface="+mn-ea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B2D52DB4-6594-452B-9520-986545E124AB}"/>
                </a:ext>
              </a:extLst>
            </p:cNvPr>
            <p:cNvSpPr/>
            <p:nvPr/>
          </p:nvSpPr>
          <p:spPr>
            <a:xfrm>
              <a:off x="5047387" y="5504420"/>
              <a:ext cx="1332000" cy="39100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2651">
                <a:lnSpc>
                  <a:spcPct val="150000"/>
                </a:lnSpc>
                <a:defRPr/>
              </a:pPr>
              <a:r>
                <a:rPr lang="zh-CN" altLang="en-US" sz="900" b="1" kern="0" dirty="0">
                  <a:solidFill>
                    <a:srgbClr val="C00000"/>
                  </a:solidFill>
                  <a:latin typeface="+mn-ea"/>
                  <a:sym typeface="Huawei Sans" panose="020C0503030203020204" pitchFamily="34" charset="0"/>
                </a:rPr>
                <a:t>国家</a:t>
              </a:r>
            </a:p>
            <a:p>
              <a:pPr algn="ctr" defTabSz="912651">
                <a:lnSpc>
                  <a:spcPct val="150000"/>
                </a:lnSpc>
                <a:defRPr/>
              </a:pPr>
              <a:r>
                <a:rPr lang="zh-CN" altLang="en-US" sz="900" dirty="0">
                  <a:latin typeface="+mn-ea"/>
                </a:rPr>
                <a:t>这里为内容区域样式</a:t>
              </a:r>
              <a:endParaRPr lang="en-US" altLang="zh-CN" sz="900" kern="0" dirty="0">
                <a:solidFill>
                  <a:srgbClr val="1D1D1A"/>
                </a:solidFill>
                <a:latin typeface="+mn-ea"/>
                <a:sym typeface="+mn-lt"/>
              </a:endParaRPr>
            </a:p>
          </p:txBody>
        </p:sp>
      </p:grpSp>
      <p:sp>
        <p:nvSpPr>
          <p:cNvPr id="144" name="矩形 143">
            <a:extLst>
              <a:ext uri="{FF2B5EF4-FFF2-40B4-BE49-F238E27FC236}">
                <a16:creationId xmlns:a16="http://schemas.microsoft.com/office/drawing/2014/main" id="{E2078B60-EAAB-44DE-A750-1B0D97E6C824}"/>
              </a:ext>
            </a:extLst>
          </p:cNvPr>
          <p:cNvSpPr/>
          <p:nvPr/>
        </p:nvSpPr>
        <p:spPr>
          <a:xfrm>
            <a:off x="6204226" y="3461173"/>
            <a:ext cx="205104" cy="12306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913746">
              <a:defRPr/>
            </a:pPr>
            <a:r>
              <a:rPr lang="zh-CN" altLang="en-US" sz="800" kern="0" dirty="0">
                <a:solidFill>
                  <a:srgbClr val="000000"/>
                </a:solidFill>
                <a:latin typeface="+mn-ea"/>
              </a:rPr>
              <a:t>国家</a:t>
            </a:r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A188A6BD-DCAB-47E2-9C9F-31357D7B0AB2}"/>
              </a:ext>
            </a:extLst>
          </p:cNvPr>
          <p:cNvGrpSpPr/>
          <p:nvPr/>
        </p:nvGrpSpPr>
        <p:grpSpPr>
          <a:xfrm>
            <a:off x="6236356" y="3273598"/>
            <a:ext cx="117661" cy="110459"/>
            <a:chOff x="3493977" y="1948063"/>
            <a:chExt cx="144000" cy="144000"/>
          </a:xfrm>
        </p:grpSpPr>
        <p:sp>
          <p:nvSpPr>
            <p:cNvPr id="146" name="泪滴形 145">
              <a:extLst>
                <a:ext uri="{FF2B5EF4-FFF2-40B4-BE49-F238E27FC236}">
                  <a16:creationId xmlns:a16="http://schemas.microsoft.com/office/drawing/2014/main" id="{BFB274D0-4BBA-4231-8303-47CB14BA07CE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A37F80A5-89EB-4681-B26F-FABD10AFB166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AA4110E-2003-493F-B81A-2F51801F95AC}"/>
              </a:ext>
            </a:extLst>
          </p:cNvPr>
          <p:cNvGrpSpPr/>
          <p:nvPr/>
        </p:nvGrpSpPr>
        <p:grpSpPr>
          <a:xfrm>
            <a:off x="3885650" y="4280076"/>
            <a:ext cx="289935" cy="287223"/>
            <a:chOff x="3283137" y="1948063"/>
            <a:chExt cx="354840" cy="374441"/>
          </a:xfrm>
        </p:grpSpPr>
        <p:sp>
          <p:nvSpPr>
            <p:cNvPr id="149" name="泪滴形 148">
              <a:extLst>
                <a:ext uri="{FF2B5EF4-FFF2-40B4-BE49-F238E27FC236}">
                  <a16:creationId xmlns:a16="http://schemas.microsoft.com/office/drawing/2014/main" id="{D2A1BD66-97CB-47BD-9471-2B5A9699C1EE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12237D79-1E5B-4CFE-939F-3BE16FACCB66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3046CC51-1A11-4A89-AD50-B913FDDFA213}"/>
                </a:ext>
              </a:extLst>
            </p:cNvPr>
            <p:cNvSpPr/>
            <p:nvPr/>
          </p:nvSpPr>
          <p:spPr>
            <a:xfrm>
              <a:off x="3283137" y="2162009"/>
              <a:ext cx="251117" cy="16049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937C3835-AF04-4AAC-84E2-E97EA288CAAC}"/>
              </a:ext>
            </a:extLst>
          </p:cNvPr>
          <p:cNvGrpSpPr/>
          <p:nvPr/>
        </p:nvGrpSpPr>
        <p:grpSpPr>
          <a:xfrm>
            <a:off x="3449621" y="3870806"/>
            <a:ext cx="362975" cy="147506"/>
            <a:chOff x="3193746" y="1948063"/>
            <a:chExt cx="444231" cy="192298"/>
          </a:xfrm>
        </p:grpSpPr>
        <p:sp>
          <p:nvSpPr>
            <p:cNvPr id="153" name="泪滴形 152">
              <a:extLst>
                <a:ext uri="{FF2B5EF4-FFF2-40B4-BE49-F238E27FC236}">
                  <a16:creationId xmlns:a16="http://schemas.microsoft.com/office/drawing/2014/main" id="{95F8653F-CAC4-43E6-90E1-040B8F065D5E}"/>
                </a:ext>
              </a:extLst>
            </p:cNvPr>
            <p:cNvSpPr/>
            <p:nvPr/>
          </p:nvSpPr>
          <p:spPr bwMode="auto">
            <a:xfrm rot="8100000">
              <a:off x="3493977" y="1948063"/>
              <a:ext cx="144000" cy="144000"/>
            </a:xfrm>
            <a:prstGeom prst="teardrop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75BD7ED8-F16E-4678-ABEF-CFBEA0D1C41A}"/>
                </a:ext>
              </a:extLst>
            </p:cNvPr>
            <p:cNvSpPr/>
            <p:nvPr/>
          </p:nvSpPr>
          <p:spPr bwMode="auto">
            <a:xfrm rot="2700000">
              <a:off x="3529931" y="1980852"/>
              <a:ext cx="72000" cy="72000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04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798" b="1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E2A5A2FD-A472-4C45-8554-F20BB9BC4FD9}"/>
                </a:ext>
              </a:extLst>
            </p:cNvPr>
            <p:cNvSpPr/>
            <p:nvPr/>
          </p:nvSpPr>
          <p:spPr>
            <a:xfrm>
              <a:off x="3193746" y="1979929"/>
              <a:ext cx="251019" cy="1604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746">
                <a:defRPr/>
              </a:pPr>
              <a:r>
                <a:rPr lang="zh-CN" altLang="en-US" sz="800" kern="0" dirty="0">
                  <a:solidFill>
                    <a:srgbClr val="000000"/>
                  </a:solidFill>
                  <a:latin typeface="+mn-ea"/>
                </a:rPr>
                <a:t>国家</a:t>
              </a:r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8AD58FA4-2A99-4796-8DAB-8FB4547398AC}"/>
              </a:ext>
            </a:extLst>
          </p:cNvPr>
          <p:cNvGrpSpPr/>
          <p:nvPr/>
        </p:nvGrpSpPr>
        <p:grpSpPr>
          <a:xfrm>
            <a:off x="4496644" y="1028054"/>
            <a:ext cx="3743719" cy="1141899"/>
            <a:chOff x="4494262" y="1028053"/>
            <a:chExt cx="3743719" cy="1141899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5D5C8AC9-13CB-4CC7-BCF0-7C695D319FF5}"/>
                </a:ext>
              </a:extLst>
            </p:cNvPr>
            <p:cNvGrpSpPr/>
            <p:nvPr/>
          </p:nvGrpSpPr>
          <p:grpSpPr>
            <a:xfrm>
              <a:off x="4494262" y="1321434"/>
              <a:ext cx="3743719" cy="848518"/>
              <a:chOff x="4859132" y="1494883"/>
              <a:chExt cx="3633432" cy="723167"/>
            </a:xfrm>
          </p:grpSpPr>
          <p:sp>
            <p:nvSpPr>
              <p:cNvPr id="138" name="圆角矩形 67">
                <a:extLst>
                  <a:ext uri="{FF2B5EF4-FFF2-40B4-BE49-F238E27FC236}">
                    <a16:creationId xmlns:a16="http://schemas.microsoft.com/office/drawing/2014/main" id="{A346F2D3-49F1-4B7C-A6E4-CFAFC33BD4D2}"/>
                  </a:ext>
                </a:extLst>
              </p:cNvPr>
              <p:cNvSpPr/>
              <p:nvPr/>
            </p:nvSpPr>
            <p:spPr bwMode="auto">
              <a:xfrm>
                <a:off x="4859132" y="1494883"/>
                <a:ext cx="3633432" cy="723167"/>
              </a:xfrm>
              <a:prstGeom prst="rect">
                <a:avLst/>
              </a:prstGeom>
              <a:solidFill>
                <a:srgbClr val="F9F9F9">
                  <a:alpha val="80000"/>
                </a:srgbClr>
              </a:solidFill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</a:ln>
              <a:effectLst/>
            </p:spPr>
            <p:txBody>
              <a:bodyPr lIns="143888" tIns="359718" rIns="107916" bIns="0" rtlCol="0" anchor="t"/>
              <a:lstStyle/>
              <a:p>
                <a:pPr marL="143884" lvl="1" indent="-143884" defTabSz="913577">
                  <a:lnSpc>
                    <a:spcPct val="125000"/>
                  </a:lnSpc>
                  <a:spcAft>
                    <a:spcPts val="400"/>
                  </a:spcAft>
                  <a:buFont typeface="Arial" panose="020B0604020202020204" pitchFamily="34" charset="0"/>
                  <a:buChar char="•"/>
                  <a:defRPr/>
                </a:pPr>
                <a:endParaRPr lang="en-US" altLang="zh-CN" sz="900" kern="0" dirty="0">
                  <a:solidFill>
                    <a:srgbClr val="000000"/>
                  </a:solidFill>
                  <a:latin typeface="+mn-ea"/>
                  <a:sym typeface="+mn-lt"/>
                </a:endParaRPr>
              </a:p>
            </p:txBody>
          </p:sp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429D87A1-4D2B-4650-B395-6C3C6520AE97}"/>
                  </a:ext>
                </a:extLst>
              </p:cNvPr>
              <p:cNvSpPr/>
              <p:nvPr/>
            </p:nvSpPr>
            <p:spPr>
              <a:xfrm>
                <a:off x="5047122" y="1670336"/>
                <a:ext cx="547634" cy="144270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913655">
                  <a:defRPr/>
                </a:pPr>
                <a:r>
                  <a:rPr lang="zh-CN" altLang="en-US" sz="1100" b="1" kern="0" dirty="0">
                    <a:solidFill>
                      <a:srgbClr val="C00000"/>
                    </a:solidFill>
                    <a:latin typeface="+mn-ea"/>
                    <a:sym typeface="Huawei Sans" panose="020C0503030203020204" pitchFamily="34" charset="0"/>
                  </a:rPr>
                  <a:t>新建设：</a:t>
                </a:r>
                <a:endParaRPr lang="zh-CN" altLang="en-US" sz="11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78B62B59-2F69-4E08-A937-9B2DDC4C1D0A}"/>
                  </a:ext>
                </a:extLst>
              </p:cNvPr>
              <p:cNvSpPr/>
              <p:nvPr/>
            </p:nvSpPr>
            <p:spPr>
              <a:xfrm>
                <a:off x="5047121" y="1970612"/>
                <a:ext cx="547634" cy="144270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913655">
                  <a:defRPr/>
                </a:pPr>
                <a:r>
                  <a:rPr lang="zh-CN" altLang="en-US" sz="1100" b="1" kern="0" dirty="0">
                    <a:solidFill>
                      <a:srgbClr val="C00000"/>
                    </a:solidFill>
                    <a:latin typeface="+mn-ea"/>
                    <a:sym typeface="Huawei Sans" panose="020C0503030203020204" pitchFamily="34" charset="0"/>
                  </a:rPr>
                  <a:t>建设中：</a:t>
                </a:r>
                <a:endParaRPr lang="zh-CN" altLang="en-US" sz="1100" kern="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1BC8463C-F72F-43D8-8ACF-27A4D5814C52}"/>
                </a:ext>
              </a:extLst>
            </p:cNvPr>
            <p:cNvSpPr/>
            <p:nvPr/>
          </p:nvSpPr>
          <p:spPr>
            <a:xfrm>
              <a:off x="5827512" y="1028053"/>
              <a:ext cx="1077218" cy="215123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913655">
                <a:defRPr/>
              </a:pPr>
              <a:r>
                <a:rPr lang="zh-CN" altLang="en-US" sz="1398" b="1" kern="0" dirty="0">
                  <a:solidFill>
                    <a:srgbClr val="000000"/>
                  </a:solidFill>
                  <a:latin typeface="+mn-ea"/>
                  <a:sym typeface="Huawei Sans" panose="020C0503030203020204" pitchFamily="34" charset="0"/>
                </a:rPr>
                <a:t>这里是大标题</a:t>
              </a:r>
              <a:endParaRPr lang="zh-CN" altLang="en-US" sz="1398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42" name="圆角矩形 67">
              <a:extLst>
                <a:ext uri="{FF2B5EF4-FFF2-40B4-BE49-F238E27FC236}">
                  <a16:creationId xmlns:a16="http://schemas.microsoft.com/office/drawing/2014/main" id="{5CD3D18D-19E9-410A-B888-0BBC0C61B7CF}"/>
                </a:ext>
              </a:extLst>
            </p:cNvPr>
            <p:cNvSpPr/>
            <p:nvPr/>
          </p:nvSpPr>
          <p:spPr bwMode="auto">
            <a:xfrm>
              <a:off x="5474830" y="1860579"/>
              <a:ext cx="876703" cy="207367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</a:ln>
            <a:effectLst/>
          </p:spPr>
          <p:txBody>
            <a:bodyPr lIns="71972" tIns="35986" rIns="71972" bIns="35986" rtlCol="0" anchor="ctr"/>
            <a:lstStyle/>
            <a:p>
              <a:pPr marL="0" lvl="1" algn="ctr" defTabSz="913943">
                <a:defRPr/>
              </a:pPr>
              <a:r>
                <a:rPr lang="zh-CN" altLang="en-US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地区</a:t>
              </a:r>
              <a:r>
                <a:rPr lang="en-US" altLang="zh-CN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4</a:t>
              </a:r>
            </a:p>
          </p:txBody>
        </p:sp>
        <p:sp>
          <p:nvSpPr>
            <p:cNvPr id="157" name="圆角矩形 67">
              <a:extLst>
                <a:ext uri="{FF2B5EF4-FFF2-40B4-BE49-F238E27FC236}">
                  <a16:creationId xmlns:a16="http://schemas.microsoft.com/office/drawing/2014/main" id="{84211E96-51A9-41C3-A1BC-305F23AF0437}"/>
                </a:ext>
              </a:extLst>
            </p:cNvPr>
            <p:cNvSpPr/>
            <p:nvPr/>
          </p:nvSpPr>
          <p:spPr bwMode="auto">
            <a:xfrm>
              <a:off x="5474830" y="1502795"/>
              <a:ext cx="876703" cy="218286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</a:ln>
            <a:effectLst/>
          </p:spPr>
          <p:txBody>
            <a:bodyPr lIns="71972" tIns="35986" rIns="71972" bIns="35986" rtlCol="0" anchor="ctr"/>
            <a:lstStyle/>
            <a:p>
              <a:pPr marL="0" lvl="1" algn="ctr" defTabSz="913943">
                <a:defRPr/>
              </a:pPr>
              <a:r>
                <a:rPr lang="zh-CN" altLang="en-US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地区</a:t>
              </a:r>
              <a:r>
                <a:rPr lang="en-US" altLang="zh-CN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1</a:t>
              </a:r>
            </a:p>
          </p:txBody>
        </p:sp>
        <p:sp>
          <p:nvSpPr>
            <p:cNvPr id="158" name="圆角矩形 67">
              <a:extLst>
                <a:ext uri="{FF2B5EF4-FFF2-40B4-BE49-F238E27FC236}">
                  <a16:creationId xmlns:a16="http://schemas.microsoft.com/office/drawing/2014/main" id="{E6B42DB1-D443-4699-84C9-8468F229E3B1}"/>
                </a:ext>
              </a:extLst>
            </p:cNvPr>
            <p:cNvSpPr/>
            <p:nvPr/>
          </p:nvSpPr>
          <p:spPr bwMode="auto">
            <a:xfrm>
              <a:off x="6462678" y="1501096"/>
              <a:ext cx="752195" cy="221685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</a:ln>
            <a:effectLst/>
          </p:spPr>
          <p:txBody>
            <a:bodyPr lIns="71972" tIns="35986" rIns="71972" bIns="35986" rtlCol="0" anchor="ctr"/>
            <a:lstStyle/>
            <a:p>
              <a:pPr marL="0" lvl="1" algn="ctr" defTabSz="913943">
                <a:defRPr/>
              </a:pPr>
              <a:r>
                <a:rPr lang="zh-CN" altLang="en-US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地区</a:t>
              </a:r>
              <a:r>
                <a:rPr lang="en-US" altLang="zh-CN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2</a:t>
              </a:r>
            </a:p>
          </p:txBody>
        </p:sp>
        <p:sp>
          <p:nvSpPr>
            <p:cNvPr id="159" name="圆角矩形 67">
              <a:extLst>
                <a:ext uri="{FF2B5EF4-FFF2-40B4-BE49-F238E27FC236}">
                  <a16:creationId xmlns:a16="http://schemas.microsoft.com/office/drawing/2014/main" id="{A6E54FAE-8B4D-47B1-AFFC-810144C71EDD}"/>
                </a:ext>
              </a:extLst>
            </p:cNvPr>
            <p:cNvSpPr/>
            <p:nvPr/>
          </p:nvSpPr>
          <p:spPr bwMode="auto">
            <a:xfrm>
              <a:off x="7326019" y="1501096"/>
              <a:ext cx="752195" cy="221684"/>
            </a:xfrm>
            <a:prstGeom prst="rect">
              <a:avLst/>
            </a:prstGeom>
            <a:solidFill>
              <a:schemeClr val="tx2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</a:ln>
            <a:effectLst/>
          </p:spPr>
          <p:txBody>
            <a:bodyPr lIns="71972" tIns="35986" rIns="71972" bIns="35986" rtlCol="0" anchor="ctr"/>
            <a:lstStyle/>
            <a:p>
              <a:pPr marL="0" lvl="1" algn="ctr" defTabSz="913943">
                <a:defRPr/>
              </a:pPr>
              <a:r>
                <a:rPr lang="zh-CN" altLang="en-US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地区</a:t>
              </a:r>
              <a:r>
                <a:rPr lang="en-US" altLang="zh-CN" sz="900" kern="0" dirty="0">
                  <a:solidFill>
                    <a:srgbClr val="1D1D1A"/>
                  </a:solidFill>
                  <a:latin typeface="+mn-ea"/>
                  <a:sym typeface="+mn-lt"/>
                </a:rPr>
                <a:t>3</a:t>
              </a:r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8D604692-1C48-4B09-A015-820AFA6F2E7B}"/>
              </a:ext>
            </a:extLst>
          </p:cNvPr>
          <p:cNvSpPr/>
          <p:nvPr/>
        </p:nvSpPr>
        <p:spPr>
          <a:xfrm>
            <a:off x="9791783" y="3074518"/>
            <a:ext cx="30327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4021">
              <a:defRPr/>
            </a:pPr>
            <a:r>
              <a:rPr lang="zh-CN" altLang="en-US" sz="900" b="1" kern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地点</a:t>
            </a:r>
            <a:endParaRPr lang="zh-CN" altLang="en-US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DA63D6D0-A321-4D5E-BC68-935746B53A1C}"/>
              </a:ext>
            </a:extLst>
          </p:cNvPr>
          <p:cNvSpPr/>
          <p:nvPr/>
        </p:nvSpPr>
        <p:spPr>
          <a:xfrm>
            <a:off x="10223069" y="3063008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DFA6ED46-A8AE-4B35-9347-07A62B51D68E}"/>
              </a:ext>
            </a:extLst>
          </p:cNvPr>
          <p:cNvSpPr/>
          <p:nvPr/>
        </p:nvSpPr>
        <p:spPr>
          <a:xfrm>
            <a:off x="9791783" y="2562469"/>
            <a:ext cx="30327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021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地点</a:t>
            </a:r>
            <a:endParaRPr lang="zh-CN" altLang="en-US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824EAFF5-E8CD-46DA-AE74-5784697E38B1}"/>
              </a:ext>
            </a:extLst>
          </p:cNvPr>
          <p:cNvSpPr/>
          <p:nvPr/>
        </p:nvSpPr>
        <p:spPr>
          <a:xfrm>
            <a:off x="10223069" y="2539562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5131A4BC-4781-459D-A100-96FA647B00F2}"/>
              </a:ext>
            </a:extLst>
          </p:cNvPr>
          <p:cNvSpPr/>
          <p:nvPr/>
        </p:nvSpPr>
        <p:spPr>
          <a:xfrm>
            <a:off x="9791783" y="2058971"/>
            <a:ext cx="30327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4021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地点</a:t>
            </a:r>
            <a:endParaRPr lang="zh-CN" altLang="en-US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B56E4A78-E65F-4506-9139-D97EDF4B73AA}"/>
              </a:ext>
            </a:extLst>
          </p:cNvPr>
          <p:cNvSpPr/>
          <p:nvPr/>
        </p:nvSpPr>
        <p:spPr>
          <a:xfrm>
            <a:off x="10223069" y="1980768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DBEE2A30-0A2C-4A1E-BBB2-DA542B015D63}"/>
              </a:ext>
            </a:extLst>
          </p:cNvPr>
          <p:cNvSpPr/>
          <p:nvPr/>
        </p:nvSpPr>
        <p:spPr>
          <a:xfrm>
            <a:off x="10223069" y="2143077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AD351415-FE88-444D-A0B4-6EA391432910}"/>
              </a:ext>
            </a:extLst>
          </p:cNvPr>
          <p:cNvSpPr/>
          <p:nvPr/>
        </p:nvSpPr>
        <p:spPr>
          <a:xfrm>
            <a:off x="9791783" y="1569085"/>
            <a:ext cx="30327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4021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地点</a:t>
            </a:r>
            <a:endParaRPr lang="zh-CN" altLang="en-US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A10CF1D-5A2D-4BAA-AF04-99385C3BE43B}"/>
              </a:ext>
            </a:extLst>
          </p:cNvPr>
          <p:cNvSpPr/>
          <p:nvPr/>
        </p:nvSpPr>
        <p:spPr>
          <a:xfrm>
            <a:off x="10223069" y="1483738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CAC1C385-0569-4B09-A139-88D0DA3CADF2}"/>
              </a:ext>
            </a:extLst>
          </p:cNvPr>
          <p:cNvSpPr/>
          <p:nvPr/>
        </p:nvSpPr>
        <p:spPr>
          <a:xfrm>
            <a:off x="10223069" y="1650842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BF07D628-9561-41A4-9B5B-04A35DA0C681}"/>
              </a:ext>
            </a:extLst>
          </p:cNvPr>
          <p:cNvSpPr/>
          <p:nvPr/>
        </p:nvSpPr>
        <p:spPr>
          <a:xfrm>
            <a:off x="9791783" y="3555853"/>
            <a:ext cx="30327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021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地点</a:t>
            </a:r>
            <a:endParaRPr lang="zh-CN" altLang="en-US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B2F54DC0-30EA-45BA-ADD1-A4E231CE105C}"/>
              </a:ext>
            </a:extLst>
          </p:cNvPr>
          <p:cNvSpPr/>
          <p:nvPr/>
        </p:nvSpPr>
        <p:spPr>
          <a:xfrm>
            <a:off x="10223069" y="3470960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0A60F0DF-E58C-4196-BFCA-FC6077AF588D}"/>
              </a:ext>
            </a:extLst>
          </p:cNvPr>
          <p:cNvSpPr/>
          <p:nvPr/>
        </p:nvSpPr>
        <p:spPr>
          <a:xfrm>
            <a:off x="10223069" y="3638475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E3939035-2767-4EC5-AF80-1337D11A142A}"/>
              </a:ext>
            </a:extLst>
          </p:cNvPr>
          <p:cNvSpPr/>
          <p:nvPr/>
        </p:nvSpPr>
        <p:spPr>
          <a:xfrm>
            <a:off x="9791783" y="4052545"/>
            <a:ext cx="30327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4021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地点</a:t>
            </a:r>
            <a:endParaRPr lang="zh-CN" altLang="en-US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67AF7837-BF39-4BAA-820B-628F155BE2BB}"/>
              </a:ext>
            </a:extLst>
          </p:cNvPr>
          <p:cNvSpPr/>
          <p:nvPr/>
        </p:nvSpPr>
        <p:spPr>
          <a:xfrm>
            <a:off x="10223069" y="3998684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56C06A3D-2A80-4F0A-B0DB-6060037BCAB4}"/>
              </a:ext>
            </a:extLst>
          </p:cNvPr>
          <p:cNvSpPr/>
          <p:nvPr/>
        </p:nvSpPr>
        <p:spPr>
          <a:xfrm>
            <a:off x="9791783" y="4549239"/>
            <a:ext cx="30327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914021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+mn-ea"/>
                <a:sym typeface="Huawei Sans" panose="020C0503030203020204" pitchFamily="34" charset="0"/>
              </a:rPr>
              <a:t>地点</a:t>
            </a:r>
            <a:endParaRPr lang="zh-CN" altLang="en-US" sz="900" kern="0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5446C03C-6C24-4DCB-8BF5-5AE090EF5890}"/>
              </a:ext>
            </a:extLst>
          </p:cNvPr>
          <p:cNvSpPr/>
          <p:nvPr/>
        </p:nvSpPr>
        <p:spPr>
          <a:xfrm>
            <a:off x="10223069" y="4537729"/>
            <a:ext cx="1296000" cy="16151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defTabSz="913655"/>
            <a:r>
              <a:rPr lang="zh-CN" altLang="en-US" sz="800" kern="0" dirty="0">
                <a:solidFill>
                  <a:srgbClr val="1D1D1A"/>
                </a:solidFill>
                <a:latin typeface="+mn-ea"/>
                <a:sym typeface="Huawei Sans" panose="020C0503030203020204" pitchFamily="34" charset="0"/>
              </a:rPr>
              <a:t>这里为内容区域样式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D763B3C-A4E2-48E6-BCAC-C915526693EA}"/>
              </a:ext>
            </a:extLst>
          </p:cNvPr>
          <p:cNvCxnSpPr>
            <a:cxnSpLocks/>
            <a:stCxn id="20" idx="3"/>
            <a:endCxn id="76" idx="0"/>
          </p:cNvCxnSpPr>
          <p:nvPr/>
        </p:nvCxnSpPr>
        <p:spPr bwMode="auto">
          <a:xfrm flipH="1">
            <a:off x="4918464" y="4262440"/>
            <a:ext cx="935385" cy="841718"/>
          </a:xfrm>
          <a:prstGeom prst="line">
            <a:avLst/>
          </a:prstGeom>
          <a:solidFill>
            <a:srgbClr val="FFCC99"/>
          </a:solidFill>
          <a:ln w="6350" cap="flat" cmpd="sng" algn="ctr">
            <a:solidFill>
              <a:srgbClr val="7F7F7F">
                <a:alpha val="80000"/>
              </a:srgbClr>
            </a:solidFill>
            <a:prstDash val="solid"/>
            <a:round/>
            <a:headEnd type="none" w="med" len="med"/>
            <a:tailEnd type="oval" w="sm" len="sm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78628D9-EB0B-4877-BE9B-0B00E32CF2F9}"/>
              </a:ext>
            </a:extLst>
          </p:cNvPr>
          <p:cNvCxnSpPr>
            <a:cxnSpLocks/>
          </p:cNvCxnSpPr>
          <p:nvPr/>
        </p:nvCxnSpPr>
        <p:spPr bwMode="auto">
          <a:xfrm flipH="1">
            <a:off x="2578708" y="3397884"/>
            <a:ext cx="3905640" cy="2021335"/>
          </a:xfrm>
          <a:prstGeom prst="line">
            <a:avLst/>
          </a:prstGeom>
          <a:solidFill>
            <a:srgbClr val="FFCC99"/>
          </a:solidFill>
          <a:ln w="6350" cap="flat" cmpd="sng" algn="ctr">
            <a:solidFill>
              <a:srgbClr val="7F7F7F">
                <a:alpha val="80000"/>
              </a:srgbClr>
            </a:solidFill>
            <a:prstDash val="solid"/>
            <a:round/>
            <a:headEnd type="none" w="med" len="med"/>
            <a:tailEnd type="oval" w="sm" len="sm"/>
          </a:ln>
          <a:effectLst/>
        </p:spPr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4744CBB-A249-4980-889C-307BDD3E889D}"/>
              </a:ext>
            </a:extLst>
          </p:cNvPr>
          <p:cNvCxnSpPr>
            <a:cxnSpLocks/>
            <a:stCxn id="68" idx="4"/>
            <a:endCxn id="31" idx="0"/>
          </p:cNvCxnSpPr>
          <p:nvPr/>
        </p:nvCxnSpPr>
        <p:spPr bwMode="auto">
          <a:xfrm>
            <a:off x="8090734" y="4073858"/>
            <a:ext cx="1062827" cy="1030300"/>
          </a:xfrm>
          <a:prstGeom prst="line">
            <a:avLst/>
          </a:prstGeom>
          <a:solidFill>
            <a:srgbClr val="FFCC99"/>
          </a:solidFill>
          <a:ln w="6350" cap="flat" cmpd="sng" algn="ctr">
            <a:solidFill>
              <a:srgbClr val="7F7F7F">
                <a:alpha val="80000"/>
              </a:srgbClr>
            </a:solidFill>
            <a:prstDash val="solid"/>
            <a:round/>
            <a:headEnd type="none" w="med" len="med"/>
            <a:tailEnd type="oval" w="sm" len="sm"/>
          </a:ln>
          <a:effectLst/>
        </p:spPr>
      </p:cxn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0E56ED0E-2615-463E-B038-6777273464DA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62" name="矩形 161">
              <a:hlinkClick r:id="rId4" action="ppaction://hlinksldjump"/>
              <a:extLst>
                <a:ext uri="{FF2B5EF4-FFF2-40B4-BE49-F238E27FC236}">
                  <a16:creationId xmlns:a16="http://schemas.microsoft.com/office/drawing/2014/main" id="{90F4F7FF-A48D-43FB-87D9-53C2AE1C0750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163" name="直接连接符 162">
              <a:hlinkClick r:id="rId4" action="ppaction://hlinksldjump"/>
              <a:extLst>
                <a:ext uri="{FF2B5EF4-FFF2-40B4-BE49-F238E27FC236}">
                  <a16:creationId xmlns:a16="http://schemas.microsoft.com/office/drawing/2014/main" id="{A397C002-ACF7-46F8-919F-0670DE223D88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598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3364C65-F8E1-4F03-9591-8DFD47743270}"/>
              </a:ext>
            </a:extLst>
          </p:cNvPr>
          <p:cNvSpPr/>
          <p:nvPr/>
        </p:nvSpPr>
        <p:spPr>
          <a:xfrm>
            <a:off x="518593" y="908051"/>
            <a:ext cx="2952000" cy="5190908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31E35AF-9E3A-4691-827C-F33CDFD0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Microsoft YaHei" panose="020B0503020204020204" pitchFamily="34" charset="-122"/>
                <a:cs typeface="+mn-cs"/>
              </a:rPr>
              <a:t>页面参考 </a:t>
            </a:r>
            <a:r>
              <a:rPr lang="en-US" altLang="zh-CN" sz="2000" dirty="0">
                <a:latin typeface="Microsoft YaHei" panose="020B0503020204020204" pitchFamily="34" charset="-122"/>
                <a:cs typeface="+mn-cs"/>
              </a:rPr>
              <a:t>– </a:t>
            </a:r>
            <a:r>
              <a:rPr lang="zh-CN" altLang="en-US" sz="2000" dirty="0">
                <a:latin typeface="Microsoft YaHei" panose="020B0503020204020204" pitchFamily="34" charset="-122"/>
                <a:cs typeface="+mn-cs"/>
              </a:rPr>
              <a:t>数据展示</a:t>
            </a:r>
            <a:r>
              <a:rPr lang="en-US" altLang="zh-CN" sz="2000" dirty="0">
                <a:latin typeface="Microsoft YaHei" panose="020B0503020204020204" pitchFamily="34" charset="-122"/>
                <a:cs typeface="+mn-cs"/>
              </a:rPr>
              <a:t>1</a:t>
            </a:r>
            <a:endParaRPr lang="zh-CN" altLang="en-US" dirty="0">
              <a:latin typeface="Microsoft YaHei" panose="020B0503020204020204" pitchFamily="34" charset="-122"/>
              <a:cs typeface="+mn-cs"/>
            </a:endParaRPr>
          </a:p>
        </p:txBody>
      </p:sp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9DB3C243-C51A-4F46-BA38-12FF9ACC58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1734969"/>
              </p:ext>
            </p:extLst>
          </p:nvPr>
        </p:nvGraphicFramePr>
        <p:xfrm>
          <a:off x="469797" y="1347293"/>
          <a:ext cx="2867732" cy="4667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7ACA1D6-6D0F-4AE4-A159-E29474090F60}"/>
              </a:ext>
            </a:extLst>
          </p:cNvPr>
          <p:cNvSpPr/>
          <p:nvPr/>
        </p:nvSpPr>
        <p:spPr>
          <a:xfrm>
            <a:off x="3754719" y="908051"/>
            <a:ext cx="1872000" cy="5184000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B92855-612F-4BF0-BF8D-AD43794004D7}"/>
              </a:ext>
            </a:extLst>
          </p:cNvPr>
          <p:cNvSpPr/>
          <p:nvPr/>
        </p:nvSpPr>
        <p:spPr>
          <a:xfrm>
            <a:off x="5773743" y="908051"/>
            <a:ext cx="1872000" cy="5184000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C118CC-56FF-486D-BA8A-C79258AF0BD9}"/>
              </a:ext>
            </a:extLst>
          </p:cNvPr>
          <p:cNvSpPr/>
          <p:nvPr/>
        </p:nvSpPr>
        <p:spPr>
          <a:xfrm>
            <a:off x="7792767" y="908051"/>
            <a:ext cx="1872000" cy="5184000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5AFC21-2C98-40DA-BBB7-540C051D5260}"/>
              </a:ext>
            </a:extLst>
          </p:cNvPr>
          <p:cNvSpPr/>
          <p:nvPr/>
        </p:nvSpPr>
        <p:spPr>
          <a:xfrm>
            <a:off x="9811790" y="908051"/>
            <a:ext cx="1872000" cy="5184000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6D2CB4-9DA6-4086-9763-0EFA10B9444F}"/>
              </a:ext>
            </a:extLst>
          </p:cNvPr>
          <p:cNvSpPr/>
          <p:nvPr/>
        </p:nvSpPr>
        <p:spPr>
          <a:xfrm>
            <a:off x="532660" y="1402672"/>
            <a:ext cx="3089429" cy="4696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D788BE-0447-4851-86AA-84C15F6A5E83}"/>
              </a:ext>
            </a:extLst>
          </p:cNvPr>
          <p:cNvSpPr txBox="1"/>
          <p:nvPr/>
        </p:nvSpPr>
        <p:spPr>
          <a:xfrm>
            <a:off x="659609" y="1245470"/>
            <a:ext cx="2669544" cy="2036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kumimoji="1" lang="zh-CN" altLang="en-US" sz="1000" b="1" dirty="0">
                <a:solidFill>
                  <a:srgbClr val="C00000"/>
                </a:solidFill>
              </a:rPr>
              <a:t>这是个大标题这是个大标题</a:t>
            </a:r>
          </a:p>
        </p:txBody>
      </p:sp>
      <p:sp>
        <p:nvSpPr>
          <p:cNvPr id="19" name="文本框 40">
            <a:extLst>
              <a:ext uri="{FF2B5EF4-FFF2-40B4-BE49-F238E27FC236}">
                <a16:creationId xmlns:a16="http://schemas.microsoft.com/office/drawing/2014/main" id="{F6BBDD88-48FC-4FB3-9DA5-2279DCF0ED87}"/>
              </a:ext>
            </a:extLst>
          </p:cNvPr>
          <p:cNvSpPr txBox="1"/>
          <p:nvPr/>
        </p:nvSpPr>
        <p:spPr>
          <a:xfrm>
            <a:off x="2226330" y="2070009"/>
            <a:ext cx="2757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00%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文本框 40">
            <a:extLst>
              <a:ext uri="{FF2B5EF4-FFF2-40B4-BE49-F238E27FC236}">
                <a16:creationId xmlns:a16="http://schemas.microsoft.com/office/drawing/2014/main" id="{C745D872-45B5-49DD-B990-90F0CD1ED2DD}"/>
              </a:ext>
            </a:extLst>
          </p:cNvPr>
          <p:cNvSpPr txBox="1"/>
          <p:nvPr/>
        </p:nvSpPr>
        <p:spPr>
          <a:xfrm>
            <a:off x="1264990" y="2898247"/>
            <a:ext cx="2757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00%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72777D-686F-4EA8-866C-216EC0295AFC}"/>
              </a:ext>
            </a:extLst>
          </p:cNvPr>
          <p:cNvSpPr txBox="1"/>
          <p:nvPr/>
        </p:nvSpPr>
        <p:spPr>
          <a:xfrm>
            <a:off x="1038841" y="3410413"/>
            <a:ext cx="27571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00.0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E659F1-AB98-4D64-9B0C-5FF1588AB40E}"/>
              </a:ext>
            </a:extLst>
          </p:cNvPr>
          <p:cNvSpPr txBox="1"/>
          <p:nvPr/>
        </p:nvSpPr>
        <p:spPr>
          <a:xfrm>
            <a:off x="1882626" y="2611410"/>
            <a:ext cx="27571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00.0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C7602E4-8A79-45C5-8E9D-E6FCE74DD984}"/>
              </a:ext>
            </a:extLst>
          </p:cNvPr>
          <p:cNvSpPr txBox="1"/>
          <p:nvPr/>
        </p:nvSpPr>
        <p:spPr>
          <a:xfrm>
            <a:off x="2714632" y="1828579"/>
            <a:ext cx="27571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00.0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802256-D1F2-450C-819E-C241BF7AE8FC}"/>
              </a:ext>
            </a:extLst>
          </p:cNvPr>
          <p:cNvSpPr/>
          <p:nvPr/>
        </p:nvSpPr>
        <p:spPr>
          <a:xfrm>
            <a:off x="3898719" y="1168536"/>
            <a:ext cx="1584000" cy="174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68413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这是个大标题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8" name="圆柱形 27">
            <a:extLst>
              <a:ext uri="{FF2B5EF4-FFF2-40B4-BE49-F238E27FC236}">
                <a16:creationId xmlns:a16="http://schemas.microsoft.com/office/drawing/2014/main" id="{FA4CDA6E-48B5-4AED-9358-BF352383E635}"/>
              </a:ext>
            </a:extLst>
          </p:cNvPr>
          <p:cNvSpPr/>
          <p:nvPr/>
        </p:nvSpPr>
        <p:spPr>
          <a:xfrm>
            <a:off x="8080767" y="1789016"/>
            <a:ext cx="1296000" cy="908772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圆柱形 28">
            <a:extLst>
              <a:ext uri="{FF2B5EF4-FFF2-40B4-BE49-F238E27FC236}">
                <a16:creationId xmlns:a16="http://schemas.microsoft.com/office/drawing/2014/main" id="{E30C78E5-610E-49EF-8BEE-F54A44733355}"/>
              </a:ext>
            </a:extLst>
          </p:cNvPr>
          <p:cNvSpPr/>
          <p:nvPr/>
        </p:nvSpPr>
        <p:spPr>
          <a:xfrm>
            <a:off x="8080767" y="2890418"/>
            <a:ext cx="1296000" cy="908772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圆柱形 29">
            <a:extLst>
              <a:ext uri="{FF2B5EF4-FFF2-40B4-BE49-F238E27FC236}">
                <a16:creationId xmlns:a16="http://schemas.microsoft.com/office/drawing/2014/main" id="{3BF18E2E-ABD7-4EF9-A753-42D24903E4B7}"/>
              </a:ext>
            </a:extLst>
          </p:cNvPr>
          <p:cNvSpPr/>
          <p:nvPr/>
        </p:nvSpPr>
        <p:spPr>
          <a:xfrm>
            <a:off x="8080767" y="3991820"/>
            <a:ext cx="1296000" cy="908772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圆柱形 31">
            <a:extLst>
              <a:ext uri="{FF2B5EF4-FFF2-40B4-BE49-F238E27FC236}">
                <a16:creationId xmlns:a16="http://schemas.microsoft.com/office/drawing/2014/main" id="{44695AED-A921-4B6A-91CB-DCAABE7F665F}"/>
              </a:ext>
            </a:extLst>
          </p:cNvPr>
          <p:cNvSpPr/>
          <p:nvPr/>
        </p:nvSpPr>
        <p:spPr>
          <a:xfrm>
            <a:off x="8080767" y="5103191"/>
            <a:ext cx="1296000" cy="898803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7017FD-8E9E-41EA-A9E6-E299A97EE2E6}"/>
              </a:ext>
            </a:extLst>
          </p:cNvPr>
          <p:cNvSpPr/>
          <p:nvPr/>
        </p:nvSpPr>
        <p:spPr>
          <a:xfrm>
            <a:off x="8533718" y="1704046"/>
            <a:ext cx="390099" cy="215444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rPr>
              <a:t>00%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reflection blurRad="6350" stA="23000" endPos="23000" dist="12700" dir="5400000" sy="-100000" algn="bl" rotWithShape="0"/>
              </a:effectLst>
              <a:uLnTx/>
              <a:uFillTx/>
              <a:latin typeface="Impact" panose="020B0806030902050204" pitchFamily="34" charset="0"/>
              <a:ea typeface="微软雅黑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7AB3C93-4AA6-43CD-80E8-06D1614BD14C}"/>
              </a:ext>
            </a:extLst>
          </p:cNvPr>
          <p:cNvSpPr txBox="1"/>
          <p:nvPr/>
        </p:nvSpPr>
        <p:spPr>
          <a:xfrm>
            <a:off x="8497935" y="2150654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9A3755-C247-479A-AA06-110890677C75}"/>
              </a:ext>
            </a:extLst>
          </p:cNvPr>
          <p:cNvSpPr/>
          <p:nvPr/>
        </p:nvSpPr>
        <p:spPr>
          <a:xfrm>
            <a:off x="8533718" y="2798339"/>
            <a:ext cx="390099" cy="215444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rPr>
              <a:t>00%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480FC2E-B0C5-44EE-AF24-8C3D2995D4CC}"/>
              </a:ext>
            </a:extLst>
          </p:cNvPr>
          <p:cNvSpPr txBox="1"/>
          <p:nvPr/>
        </p:nvSpPr>
        <p:spPr>
          <a:xfrm>
            <a:off x="8497934" y="3298110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DBF6B2B-C726-442C-918E-70CD7A42861A}"/>
              </a:ext>
            </a:extLst>
          </p:cNvPr>
          <p:cNvSpPr txBox="1"/>
          <p:nvPr/>
        </p:nvSpPr>
        <p:spPr>
          <a:xfrm>
            <a:off x="8468280" y="4363755"/>
            <a:ext cx="52097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6838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L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实例获客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1E40553-33F5-4183-BE64-89B322EBAAAB}"/>
              </a:ext>
            </a:extLst>
          </p:cNvPr>
          <p:cNvSpPr txBox="1"/>
          <p:nvPr/>
        </p:nvSpPr>
        <p:spPr>
          <a:xfrm>
            <a:off x="8497934" y="5539172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3E56FEE-213D-4756-A16F-6ECC37A03F92}"/>
              </a:ext>
            </a:extLst>
          </p:cNvPr>
          <p:cNvGrpSpPr/>
          <p:nvPr/>
        </p:nvGrpSpPr>
        <p:grpSpPr>
          <a:xfrm>
            <a:off x="8577837" y="3899973"/>
            <a:ext cx="289036" cy="215444"/>
            <a:chOff x="8644326" y="3409732"/>
            <a:chExt cx="289036" cy="215444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4A28370-B00B-4711-AC7A-2E9297596D78}"/>
                </a:ext>
              </a:extLst>
            </p:cNvPr>
            <p:cNvSpPr/>
            <p:nvPr/>
          </p:nvSpPr>
          <p:spPr>
            <a:xfrm>
              <a:off x="8644326" y="3409732"/>
              <a:ext cx="168883" cy="215444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23000" dist="12700" dir="5400000" sy="-100000" algn="bl" rotWithShape="0"/>
                  </a:effectLst>
                  <a:uLnTx/>
                  <a:uFillTx/>
                  <a:latin typeface="Impact" panose="020B0806030902050204" pitchFamily="34" charset="0"/>
                  <a:ea typeface="微软雅黑"/>
                  <a:cs typeface="+mn-cs"/>
                </a:rPr>
                <a:t>0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30C821C-95B6-4092-8F6B-17BD6C7FEE43}"/>
                </a:ext>
              </a:extLst>
            </p:cNvPr>
            <p:cNvSpPr/>
            <p:nvPr/>
          </p:nvSpPr>
          <p:spPr>
            <a:xfrm>
              <a:off x="8798710" y="3456426"/>
              <a:ext cx="134652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5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25400" stA="19000" endPos="23000" dist="508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  <a:endParaRPr kumimoji="0" lang="en-US" altLang="zh-C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25400" stA="19000" endPos="23000" dist="508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5B8EBD2-A6AD-4C0A-984D-F93291FEBEA2}"/>
              </a:ext>
            </a:extLst>
          </p:cNvPr>
          <p:cNvGrpSpPr/>
          <p:nvPr/>
        </p:nvGrpSpPr>
        <p:grpSpPr>
          <a:xfrm>
            <a:off x="8584822" y="5029930"/>
            <a:ext cx="287891" cy="215444"/>
            <a:chOff x="8644326" y="5101494"/>
            <a:chExt cx="287891" cy="215444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3081A97-98D2-4DB3-9518-B0A9AA0611DF}"/>
                </a:ext>
              </a:extLst>
            </p:cNvPr>
            <p:cNvSpPr/>
            <p:nvPr/>
          </p:nvSpPr>
          <p:spPr>
            <a:xfrm>
              <a:off x="8644326" y="5101494"/>
              <a:ext cx="168883" cy="215444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dirty="0">
                  <a:solidFill>
                    <a:srgbClr val="C00000"/>
                  </a:solidFill>
                  <a:effectLst>
                    <a:reflection blurRad="6350" stA="23000" endPos="23000" dist="12700" dir="5400000" sy="-100000" algn="bl" rotWithShape="0"/>
                  </a:effectLst>
                  <a:latin typeface="Impact" panose="020B0806030902050204" pitchFamily="34" charset="0"/>
                  <a:ea typeface="微软雅黑"/>
                </a:rPr>
                <a:t>0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155F748-D40B-4319-9210-6E45E4543406}"/>
                </a:ext>
              </a:extLst>
            </p:cNvPr>
            <p:cNvSpPr/>
            <p:nvPr/>
          </p:nvSpPr>
          <p:spPr>
            <a:xfrm>
              <a:off x="8797565" y="5136749"/>
              <a:ext cx="134652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5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33000" dist="635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endParaRPr kumimoji="0" lang="en-US" altLang="zh-C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33000" dist="63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7" name="Freeform 139">
            <a:extLst>
              <a:ext uri="{FF2B5EF4-FFF2-40B4-BE49-F238E27FC236}">
                <a16:creationId xmlns:a16="http://schemas.microsoft.com/office/drawing/2014/main" id="{249015C4-63E2-4572-B2A6-090776325D2A}"/>
              </a:ext>
            </a:extLst>
          </p:cNvPr>
          <p:cNvSpPr/>
          <p:nvPr/>
        </p:nvSpPr>
        <p:spPr>
          <a:xfrm rot="16200000">
            <a:off x="8828847" y="1741235"/>
            <a:ext cx="360000" cy="14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48" name="圆柱形 47">
            <a:extLst>
              <a:ext uri="{FF2B5EF4-FFF2-40B4-BE49-F238E27FC236}">
                <a16:creationId xmlns:a16="http://schemas.microsoft.com/office/drawing/2014/main" id="{58C4F502-7270-4DB0-944F-FC311E0D23C6}"/>
              </a:ext>
            </a:extLst>
          </p:cNvPr>
          <p:cNvSpPr/>
          <p:nvPr/>
        </p:nvSpPr>
        <p:spPr>
          <a:xfrm>
            <a:off x="10099790" y="1789016"/>
            <a:ext cx="1296000" cy="908772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圆柱形 48">
            <a:extLst>
              <a:ext uri="{FF2B5EF4-FFF2-40B4-BE49-F238E27FC236}">
                <a16:creationId xmlns:a16="http://schemas.microsoft.com/office/drawing/2014/main" id="{D07DB7F7-2402-483F-A71B-824E1E6E5D1A}"/>
              </a:ext>
            </a:extLst>
          </p:cNvPr>
          <p:cNvSpPr/>
          <p:nvPr/>
        </p:nvSpPr>
        <p:spPr>
          <a:xfrm>
            <a:off x="10099790" y="2890418"/>
            <a:ext cx="1296000" cy="908772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圆柱形 49">
            <a:extLst>
              <a:ext uri="{FF2B5EF4-FFF2-40B4-BE49-F238E27FC236}">
                <a16:creationId xmlns:a16="http://schemas.microsoft.com/office/drawing/2014/main" id="{7CA3FF2E-137D-4B4F-9F83-47DEB2B61CB8}"/>
              </a:ext>
            </a:extLst>
          </p:cNvPr>
          <p:cNvSpPr/>
          <p:nvPr/>
        </p:nvSpPr>
        <p:spPr>
          <a:xfrm>
            <a:off x="10099790" y="3991820"/>
            <a:ext cx="1296000" cy="908772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圆柱形 51">
            <a:extLst>
              <a:ext uri="{FF2B5EF4-FFF2-40B4-BE49-F238E27FC236}">
                <a16:creationId xmlns:a16="http://schemas.microsoft.com/office/drawing/2014/main" id="{12495911-776D-4289-B8B5-0E54E1B54896}"/>
              </a:ext>
            </a:extLst>
          </p:cNvPr>
          <p:cNvSpPr/>
          <p:nvPr/>
        </p:nvSpPr>
        <p:spPr>
          <a:xfrm>
            <a:off x="10099790" y="5093223"/>
            <a:ext cx="1296000" cy="908772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64D5EED-1C62-4E44-A516-1CD62F5AEA98}"/>
              </a:ext>
            </a:extLst>
          </p:cNvPr>
          <p:cNvSpPr/>
          <p:nvPr/>
        </p:nvSpPr>
        <p:spPr>
          <a:xfrm>
            <a:off x="10552742" y="2798339"/>
            <a:ext cx="390099" cy="215444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rPr>
              <a:t>00%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1C9C8C3-4EAF-4CE5-9CF7-34F95A02C49E}"/>
              </a:ext>
            </a:extLst>
          </p:cNvPr>
          <p:cNvSpPr txBox="1"/>
          <p:nvPr/>
        </p:nvSpPr>
        <p:spPr>
          <a:xfrm>
            <a:off x="10516958" y="2150654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BFC2F42-B656-4319-8CB0-5A2C4B9843D5}"/>
              </a:ext>
            </a:extLst>
          </p:cNvPr>
          <p:cNvSpPr/>
          <p:nvPr/>
        </p:nvSpPr>
        <p:spPr>
          <a:xfrm>
            <a:off x="10552741" y="3899973"/>
            <a:ext cx="390099" cy="215444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dirty="0"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latin typeface="Impact" panose="020B0806030902050204" pitchFamily="34" charset="0"/>
                <a:ea typeface="微软雅黑"/>
              </a:rPr>
              <a:t>00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rPr>
              <a:t>%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4462E34-A38A-4509-BD5C-8605EF7AC39C}"/>
              </a:ext>
            </a:extLst>
          </p:cNvPr>
          <p:cNvSpPr txBox="1"/>
          <p:nvPr/>
        </p:nvSpPr>
        <p:spPr>
          <a:xfrm>
            <a:off x="10516958" y="3298110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7424D57-DF89-4656-B86F-D26B9349EB4D}"/>
              </a:ext>
            </a:extLst>
          </p:cNvPr>
          <p:cNvSpPr txBox="1"/>
          <p:nvPr/>
        </p:nvSpPr>
        <p:spPr>
          <a:xfrm>
            <a:off x="10516957" y="4363755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B409DBC-E633-4169-8C25-3FDBC9A9AECC}"/>
              </a:ext>
            </a:extLst>
          </p:cNvPr>
          <p:cNvSpPr txBox="1"/>
          <p:nvPr/>
        </p:nvSpPr>
        <p:spPr>
          <a:xfrm>
            <a:off x="10516958" y="5539172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60" name="Freeform 139">
            <a:extLst>
              <a:ext uri="{FF2B5EF4-FFF2-40B4-BE49-F238E27FC236}">
                <a16:creationId xmlns:a16="http://schemas.microsoft.com/office/drawing/2014/main" id="{0679A1E5-D321-4D5D-A276-347F55FD567A}"/>
              </a:ext>
            </a:extLst>
          </p:cNvPr>
          <p:cNvSpPr/>
          <p:nvPr/>
        </p:nvSpPr>
        <p:spPr>
          <a:xfrm rot="16200000">
            <a:off x="10871162" y="2815313"/>
            <a:ext cx="360000" cy="14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ECBEA65-E89C-4F65-A056-63702A083531}"/>
              </a:ext>
            </a:extLst>
          </p:cNvPr>
          <p:cNvGrpSpPr/>
          <p:nvPr/>
        </p:nvGrpSpPr>
        <p:grpSpPr>
          <a:xfrm>
            <a:off x="10576921" y="1704046"/>
            <a:ext cx="437116" cy="215444"/>
            <a:chOff x="8596234" y="3409732"/>
            <a:chExt cx="437116" cy="215444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0BBA60A3-DF69-40DC-A0C7-9A56FEBDAF3E}"/>
                </a:ext>
              </a:extLst>
            </p:cNvPr>
            <p:cNvSpPr/>
            <p:nvPr/>
          </p:nvSpPr>
          <p:spPr>
            <a:xfrm>
              <a:off x="8596234" y="3409732"/>
              <a:ext cx="265064" cy="215444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23000" dist="12700" dir="5400000" sy="-100000" algn="bl" rotWithShape="0"/>
                  </a:effectLst>
                  <a:uLnTx/>
                  <a:uFillTx/>
                  <a:latin typeface="Impact" panose="020B0806030902050204" pitchFamily="34" charset="0"/>
                  <a:ea typeface="微软雅黑"/>
                  <a:cs typeface="+mn-cs"/>
                </a:rPr>
                <a:t>00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ADDD8B2-766A-49D1-91C5-B1AF754AF5FB}"/>
                </a:ext>
              </a:extLst>
            </p:cNvPr>
            <p:cNvSpPr/>
            <p:nvPr/>
          </p:nvSpPr>
          <p:spPr>
            <a:xfrm>
              <a:off x="8898698" y="3448272"/>
              <a:ext cx="134652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5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25400" stA="19000" endPos="23000" dist="508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亿</a:t>
              </a:r>
              <a:endParaRPr kumimoji="0" lang="en-US" altLang="zh-C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25400" stA="19000" endPos="23000" dist="508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6" name="Freeform 139">
            <a:extLst>
              <a:ext uri="{FF2B5EF4-FFF2-40B4-BE49-F238E27FC236}">
                <a16:creationId xmlns:a16="http://schemas.microsoft.com/office/drawing/2014/main" id="{B4FE7F58-255C-4C72-8943-FB64DCE31F6A}"/>
              </a:ext>
            </a:extLst>
          </p:cNvPr>
          <p:cNvSpPr/>
          <p:nvPr/>
        </p:nvSpPr>
        <p:spPr>
          <a:xfrm rot="16200000">
            <a:off x="8788621" y="2815313"/>
            <a:ext cx="360000" cy="14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68" name="圆柱形 67">
            <a:extLst>
              <a:ext uri="{FF2B5EF4-FFF2-40B4-BE49-F238E27FC236}">
                <a16:creationId xmlns:a16="http://schemas.microsoft.com/office/drawing/2014/main" id="{5518A1D5-224B-43ED-A6DE-BE84AF3F4BD1}"/>
              </a:ext>
            </a:extLst>
          </p:cNvPr>
          <p:cNvSpPr/>
          <p:nvPr/>
        </p:nvSpPr>
        <p:spPr>
          <a:xfrm>
            <a:off x="6061743" y="1789015"/>
            <a:ext cx="1296000" cy="1375097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17F951E-0B71-4232-A68C-F793249F393A}"/>
              </a:ext>
            </a:extLst>
          </p:cNvPr>
          <p:cNvSpPr txBox="1"/>
          <p:nvPr/>
        </p:nvSpPr>
        <p:spPr>
          <a:xfrm>
            <a:off x="6478911" y="2260530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70" name="圆柱形 69">
            <a:extLst>
              <a:ext uri="{FF2B5EF4-FFF2-40B4-BE49-F238E27FC236}">
                <a16:creationId xmlns:a16="http://schemas.microsoft.com/office/drawing/2014/main" id="{9386D9A5-330E-43FF-AD16-552FE9E30135}"/>
              </a:ext>
            </a:extLst>
          </p:cNvPr>
          <p:cNvSpPr/>
          <p:nvPr/>
        </p:nvSpPr>
        <p:spPr>
          <a:xfrm>
            <a:off x="6061743" y="4837337"/>
            <a:ext cx="1296000" cy="1375097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1" name="圆柱形 70">
            <a:extLst>
              <a:ext uri="{FF2B5EF4-FFF2-40B4-BE49-F238E27FC236}">
                <a16:creationId xmlns:a16="http://schemas.microsoft.com/office/drawing/2014/main" id="{841961DC-B5A2-49B9-B38A-10EDF2BDB5AF}"/>
              </a:ext>
            </a:extLst>
          </p:cNvPr>
          <p:cNvSpPr/>
          <p:nvPr/>
        </p:nvSpPr>
        <p:spPr>
          <a:xfrm>
            <a:off x="6061743" y="3313176"/>
            <a:ext cx="1296000" cy="1375097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4E2DFEB1-853E-45F6-9B16-1768FB819470}"/>
              </a:ext>
            </a:extLst>
          </p:cNvPr>
          <p:cNvGrpSpPr/>
          <p:nvPr/>
        </p:nvGrpSpPr>
        <p:grpSpPr>
          <a:xfrm>
            <a:off x="6519060" y="1704046"/>
            <a:ext cx="380565" cy="215444"/>
            <a:chOff x="8596234" y="3409732"/>
            <a:chExt cx="380565" cy="215444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BA9527B-9D37-4CD8-8ADC-C8BBFDB9C44E}"/>
                </a:ext>
              </a:extLst>
            </p:cNvPr>
            <p:cNvSpPr/>
            <p:nvPr/>
          </p:nvSpPr>
          <p:spPr>
            <a:xfrm>
              <a:off x="8596234" y="3409732"/>
              <a:ext cx="265064" cy="215444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23000" dist="12700" dir="5400000" sy="-100000" algn="bl" rotWithShape="0"/>
                  </a:effectLst>
                  <a:uLnTx/>
                  <a:uFillTx/>
                  <a:latin typeface="Impact" panose="020B0806030902050204" pitchFamily="34" charset="0"/>
                  <a:ea typeface="微软雅黑"/>
                  <a:cs typeface="+mn-cs"/>
                </a:rPr>
                <a:t>00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4E41487D-CEBC-4E09-A932-D86A371E7DDD}"/>
                </a:ext>
              </a:extLst>
            </p:cNvPr>
            <p:cNvSpPr/>
            <p:nvPr/>
          </p:nvSpPr>
          <p:spPr>
            <a:xfrm>
              <a:off x="8842147" y="3448272"/>
              <a:ext cx="134652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5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25400" stA="19000" endPos="23000" dist="508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endParaRPr kumimoji="0" lang="en-US" altLang="zh-C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25400" stA="19000" endPos="23000" dist="508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7EE972B6-9629-478F-9AAC-F3BC6ABA44F6}"/>
              </a:ext>
            </a:extLst>
          </p:cNvPr>
          <p:cNvSpPr txBox="1"/>
          <p:nvPr/>
        </p:nvSpPr>
        <p:spPr>
          <a:xfrm>
            <a:off x="6478910" y="3860284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C115EB4-C9A7-440B-9AE2-20FD5AEA67E9}"/>
              </a:ext>
            </a:extLst>
          </p:cNvPr>
          <p:cNvSpPr txBox="1"/>
          <p:nvPr/>
        </p:nvSpPr>
        <p:spPr>
          <a:xfrm>
            <a:off x="6478910" y="5353645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E9C5B817-3731-4B3F-8F4B-CAB2ED19207D}"/>
              </a:ext>
            </a:extLst>
          </p:cNvPr>
          <p:cNvGrpSpPr/>
          <p:nvPr/>
        </p:nvGrpSpPr>
        <p:grpSpPr>
          <a:xfrm>
            <a:off x="6510304" y="3232349"/>
            <a:ext cx="398077" cy="215444"/>
            <a:chOff x="8596234" y="3409732"/>
            <a:chExt cx="398077" cy="215444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467AE6FC-B8E4-464C-B3F3-7FBF456D864C}"/>
                </a:ext>
              </a:extLst>
            </p:cNvPr>
            <p:cNvSpPr/>
            <p:nvPr/>
          </p:nvSpPr>
          <p:spPr>
            <a:xfrm>
              <a:off x="8596234" y="3409732"/>
              <a:ext cx="265064" cy="215444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23000" dist="12700" dir="5400000" sy="-100000" algn="bl" rotWithShape="0"/>
                  </a:effectLst>
                  <a:uLnTx/>
                  <a:uFillTx/>
                  <a:latin typeface="Impact" panose="020B0806030902050204" pitchFamily="34" charset="0"/>
                  <a:ea typeface="微软雅黑"/>
                  <a:cs typeface="+mn-cs"/>
                </a:rPr>
                <a:t>00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60ACBCC-7634-4362-8CCF-9B3C497212DD}"/>
                </a:ext>
              </a:extLst>
            </p:cNvPr>
            <p:cNvSpPr/>
            <p:nvPr/>
          </p:nvSpPr>
          <p:spPr>
            <a:xfrm>
              <a:off x="8859659" y="3448272"/>
              <a:ext cx="134652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5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25400" stA="19000" endPos="23000" dist="508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亿</a:t>
              </a:r>
              <a:endParaRPr kumimoji="0" lang="en-US" altLang="zh-C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25400" stA="19000" endPos="23000" dist="508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81" name="圆柱形 80">
            <a:extLst>
              <a:ext uri="{FF2B5EF4-FFF2-40B4-BE49-F238E27FC236}">
                <a16:creationId xmlns:a16="http://schemas.microsoft.com/office/drawing/2014/main" id="{38F7EA27-53A4-48D1-94C6-82C38FF9D36A}"/>
              </a:ext>
            </a:extLst>
          </p:cNvPr>
          <p:cNvSpPr/>
          <p:nvPr/>
        </p:nvSpPr>
        <p:spPr>
          <a:xfrm>
            <a:off x="4042719" y="1789015"/>
            <a:ext cx="1296000" cy="1375097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98762FD-B24C-43EA-8ECF-D50CB7C7CB99}"/>
              </a:ext>
            </a:extLst>
          </p:cNvPr>
          <p:cNvSpPr txBox="1"/>
          <p:nvPr/>
        </p:nvSpPr>
        <p:spPr>
          <a:xfrm>
            <a:off x="4459886" y="2260530"/>
            <a:ext cx="46166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6838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内容文字</a:t>
            </a:r>
          </a:p>
        </p:txBody>
      </p:sp>
      <p:sp>
        <p:nvSpPr>
          <p:cNvPr id="83" name="圆柱形 82">
            <a:extLst>
              <a:ext uri="{FF2B5EF4-FFF2-40B4-BE49-F238E27FC236}">
                <a16:creationId xmlns:a16="http://schemas.microsoft.com/office/drawing/2014/main" id="{E9B930EF-4557-4532-AE3D-74F175ED85CD}"/>
              </a:ext>
            </a:extLst>
          </p:cNvPr>
          <p:cNvSpPr/>
          <p:nvPr/>
        </p:nvSpPr>
        <p:spPr>
          <a:xfrm>
            <a:off x="4042719" y="4837337"/>
            <a:ext cx="1296000" cy="1375097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4" name="圆柱形 83">
            <a:extLst>
              <a:ext uri="{FF2B5EF4-FFF2-40B4-BE49-F238E27FC236}">
                <a16:creationId xmlns:a16="http://schemas.microsoft.com/office/drawing/2014/main" id="{85CE5028-6788-46D5-AAF7-1DF67DD73979}"/>
              </a:ext>
            </a:extLst>
          </p:cNvPr>
          <p:cNvSpPr/>
          <p:nvPr/>
        </p:nvSpPr>
        <p:spPr>
          <a:xfrm>
            <a:off x="4042719" y="3313176"/>
            <a:ext cx="1296000" cy="1375097"/>
          </a:xfrm>
          <a:prstGeom prst="can">
            <a:avLst>
              <a:gd name="adj" fmla="val 21820"/>
            </a:avLst>
          </a:prstGeom>
          <a:gradFill>
            <a:gsLst>
              <a:gs pos="40000">
                <a:schemeClr val="tx2"/>
              </a:gs>
              <a:gs pos="85000">
                <a:schemeClr val="tx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bg1">
                    <a:lumMod val="40000"/>
                    <a:lumOff val="60000"/>
                    <a:alpha val="40000"/>
                  </a:schemeClr>
                </a:gs>
                <a:gs pos="20000">
                  <a:schemeClr val="bg1">
                    <a:lumMod val="40000"/>
                    <a:lumOff val="60000"/>
                  </a:schemeClr>
                </a:gs>
                <a:gs pos="80000">
                  <a:schemeClr val="bg1">
                    <a:lumMod val="40000"/>
                    <a:lumOff val="60000"/>
                    <a:alpha val="0"/>
                  </a:schemeClr>
                </a:gs>
                <a:gs pos="30000">
                  <a:schemeClr val="bg1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62F6784-DC1E-448B-AE91-299C220264FF}"/>
              </a:ext>
            </a:extLst>
          </p:cNvPr>
          <p:cNvSpPr/>
          <p:nvPr/>
        </p:nvSpPr>
        <p:spPr>
          <a:xfrm>
            <a:off x="4495670" y="1704046"/>
            <a:ext cx="390099" cy="215444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rPr>
              <a:t>00%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45A814F4-5C8D-4DC6-8674-4F96FFA3D47A}"/>
              </a:ext>
            </a:extLst>
          </p:cNvPr>
          <p:cNvSpPr txBox="1"/>
          <p:nvPr/>
        </p:nvSpPr>
        <p:spPr>
          <a:xfrm>
            <a:off x="4459886" y="3860284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F80259F-327F-4E75-95D7-F75917838E6B}"/>
              </a:ext>
            </a:extLst>
          </p:cNvPr>
          <p:cNvSpPr txBox="1"/>
          <p:nvPr/>
        </p:nvSpPr>
        <p:spPr>
          <a:xfrm>
            <a:off x="4459886" y="5442131"/>
            <a:ext cx="46166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 defTabSz="683864">
              <a:spcAft>
                <a:spcPts val="300"/>
              </a:spcAft>
              <a:defRPr/>
            </a:pPr>
            <a:r>
              <a:rPr lang="zh-CN" altLang="en-US" sz="900" dirty="0">
                <a:solidFill>
                  <a:srgbClr val="000000"/>
                </a:solidFill>
                <a:sym typeface="+mn-lt"/>
              </a:rPr>
              <a:t>内容文字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F7E0CD2-8739-4E7A-AD97-8D06367AD642}"/>
              </a:ext>
            </a:extLst>
          </p:cNvPr>
          <p:cNvSpPr/>
          <p:nvPr/>
        </p:nvSpPr>
        <p:spPr>
          <a:xfrm>
            <a:off x="4495669" y="3232349"/>
            <a:ext cx="390099" cy="215444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rPr>
              <a:t>00%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A52626B-8357-49B9-A750-C32B94784744}"/>
              </a:ext>
            </a:extLst>
          </p:cNvPr>
          <p:cNvSpPr/>
          <p:nvPr/>
        </p:nvSpPr>
        <p:spPr>
          <a:xfrm>
            <a:off x="4495670" y="4764416"/>
            <a:ext cx="390099" cy="215444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rPr>
              <a:t>00%</a:t>
            </a:r>
          </a:p>
        </p:txBody>
      </p:sp>
      <p:sp>
        <p:nvSpPr>
          <p:cNvPr id="90" name="Freeform 139">
            <a:extLst>
              <a:ext uri="{FF2B5EF4-FFF2-40B4-BE49-F238E27FC236}">
                <a16:creationId xmlns:a16="http://schemas.microsoft.com/office/drawing/2014/main" id="{0FE27299-38AC-4323-A2D5-C0BF721A1956}"/>
              </a:ext>
            </a:extLst>
          </p:cNvPr>
          <p:cNvSpPr/>
          <p:nvPr/>
        </p:nvSpPr>
        <p:spPr>
          <a:xfrm rot="16200000">
            <a:off x="4776655" y="1741235"/>
            <a:ext cx="360000" cy="14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91" name="Freeform 139">
            <a:extLst>
              <a:ext uri="{FF2B5EF4-FFF2-40B4-BE49-F238E27FC236}">
                <a16:creationId xmlns:a16="http://schemas.microsoft.com/office/drawing/2014/main" id="{41807E4C-B65D-47AA-8741-28817E666579}"/>
              </a:ext>
            </a:extLst>
          </p:cNvPr>
          <p:cNvSpPr/>
          <p:nvPr/>
        </p:nvSpPr>
        <p:spPr>
          <a:xfrm rot="16200000">
            <a:off x="4776655" y="3268071"/>
            <a:ext cx="360000" cy="14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92" name="Freeform 139">
            <a:extLst>
              <a:ext uri="{FF2B5EF4-FFF2-40B4-BE49-F238E27FC236}">
                <a16:creationId xmlns:a16="http://schemas.microsoft.com/office/drawing/2014/main" id="{03617AD8-74CA-4723-A4B9-F8F2B47B6666}"/>
              </a:ext>
            </a:extLst>
          </p:cNvPr>
          <p:cNvSpPr/>
          <p:nvPr/>
        </p:nvSpPr>
        <p:spPr>
          <a:xfrm rot="16200000">
            <a:off x="4776655" y="4821947"/>
            <a:ext cx="360000" cy="14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93" name="箭头: 上 18">
            <a:extLst>
              <a:ext uri="{FF2B5EF4-FFF2-40B4-BE49-F238E27FC236}">
                <a16:creationId xmlns:a16="http://schemas.microsoft.com/office/drawing/2014/main" id="{59A184F0-977A-47D2-8717-831DD6A25045}"/>
              </a:ext>
            </a:extLst>
          </p:cNvPr>
          <p:cNvSpPr/>
          <p:nvPr/>
        </p:nvSpPr>
        <p:spPr>
          <a:xfrm rot="12492959" flipH="1" flipV="1">
            <a:off x="2157155" y="1830463"/>
            <a:ext cx="414068" cy="908146"/>
          </a:xfrm>
          <a:custGeom>
            <a:avLst/>
            <a:gdLst>
              <a:gd name="connsiteX0" fmla="*/ 0 w 176913"/>
              <a:gd name="connsiteY0" fmla="*/ 180457 h 627888"/>
              <a:gd name="connsiteX1" fmla="*/ 88457 w 176913"/>
              <a:gd name="connsiteY1" fmla="*/ 0 h 627888"/>
              <a:gd name="connsiteX2" fmla="*/ 176913 w 176913"/>
              <a:gd name="connsiteY2" fmla="*/ 180457 h 627888"/>
              <a:gd name="connsiteX3" fmla="*/ 132685 w 176913"/>
              <a:gd name="connsiteY3" fmla="*/ 180457 h 627888"/>
              <a:gd name="connsiteX4" fmla="*/ 132685 w 176913"/>
              <a:gd name="connsiteY4" fmla="*/ 627888 h 627888"/>
              <a:gd name="connsiteX5" fmla="*/ 44228 w 176913"/>
              <a:gd name="connsiteY5" fmla="*/ 627888 h 627888"/>
              <a:gd name="connsiteX6" fmla="*/ 44228 w 176913"/>
              <a:gd name="connsiteY6" fmla="*/ 180457 h 627888"/>
              <a:gd name="connsiteX7" fmla="*/ 0 w 176913"/>
              <a:gd name="connsiteY7" fmla="*/ 180457 h 627888"/>
              <a:gd name="connsiteX0" fmla="*/ 71150 w 248063"/>
              <a:gd name="connsiteY0" fmla="*/ 180457 h 1433703"/>
              <a:gd name="connsiteX1" fmla="*/ 159607 w 248063"/>
              <a:gd name="connsiteY1" fmla="*/ 0 h 1433703"/>
              <a:gd name="connsiteX2" fmla="*/ 248063 w 248063"/>
              <a:gd name="connsiteY2" fmla="*/ 180457 h 1433703"/>
              <a:gd name="connsiteX3" fmla="*/ 203835 w 248063"/>
              <a:gd name="connsiteY3" fmla="*/ 180457 h 1433703"/>
              <a:gd name="connsiteX4" fmla="*/ 0 w 248063"/>
              <a:gd name="connsiteY4" fmla="*/ 1433703 h 1433703"/>
              <a:gd name="connsiteX5" fmla="*/ 115378 w 248063"/>
              <a:gd name="connsiteY5" fmla="*/ 627888 h 1433703"/>
              <a:gd name="connsiteX6" fmla="*/ 115378 w 248063"/>
              <a:gd name="connsiteY6" fmla="*/ 180457 h 1433703"/>
              <a:gd name="connsiteX7" fmla="*/ 71150 w 248063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934718"/>
              <a:gd name="connsiteX1" fmla="*/ 242349 w 330805"/>
              <a:gd name="connsiteY1" fmla="*/ 0 h 1934718"/>
              <a:gd name="connsiteX2" fmla="*/ 330805 w 330805"/>
              <a:gd name="connsiteY2" fmla="*/ 180457 h 1934718"/>
              <a:gd name="connsiteX3" fmla="*/ 286577 w 330805"/>
              <a:gd name="connsiteY3" fmla="*/ 180457 h 1934718"/>
              <a:gd name="connsiteX4" fmla="*/ 52262 w 330805"/>
              <a:gd name="connsiteY4" fmla="*/ 1934718 h 1934718"/>
              <a:gd name="connsiteX5" fmla="*/ 0 w 330805"/>
              <a:gd name="connsiteY5" fmla="*/ 1433703 h 1934718"/>
              <a:gd name="connsiteX6" fmla="*/ 198120 w 330805"/>
              <a:gd name="connsiteY6" fmla="*/ 180457 h 1934718"/>
              <a:gd name="connsiteX7" fmla="*/ 153892 w 330805"/>
              <a:gd name="connsiteY7" fmla="*/ 180457 h 193471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1079722 w 1256635"/>
              <a:gd name="connsiteY0" fmla="*/ 180457 h 2892933"/>
              <a:gd name="connsiteX1" fmla="*/ 1168179 w 1256635"/>
              <a:gd name="connsiteY1" fmla="*/ 0 h 2892933"/>
              <a:gd name="connsiteX2" fmla="*/ 1256635 w 1256635"/>
              <a:gd name="connsiteY2" fmla="*/ 180457 h 2892933"/>
              <a:gd name="connsiteX3" fmla="*/ 1212407 w 1256635"/>
              <a:gd name="connsiteY3" fmla="*/ 180457 h 2892933"/>
              <a:gd name="connsiteX4" fmla="*/ 856172 w 1256635"/>
              <a:gd name="connsiteY4" fmla="*/ 2132838 h 2892933"/>
              <a:gd name="connsiteX5" fmla="*/ 0 w 1256635"/>
              <a:gd name="connsiteY5" fmla="*/ 2892933 h 2892933"/>
              <a:gd name="connsiteX6" fmla="*/ 1123950 w 1256635"/>
              <a:gd name="connsiteY6" fmla="*/ 180457 h 2892933"/>
              <a:gd name="connsiteX7" fmla="*/ 1079722 w 1256635"/>
              <a:gd name="connsiteY7" fmla="*/ 180457 h 289293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424303"/>
              <a:gd name="connsiteX1" fmla="*/ 779559 w 868015"/>
              <a:gd name="connsiteY1" fmla="*/ 0 h 2424303"/>
              <a:gd name="connsiteX2" fmla="*/ 868015 w 868015"/>
              <a:gd name="connsiteY2" fmla="*/ 180457 h 2424303"/>
              <a:gd name="connsiteX3" fmla="*/ 823787 w 868015"/>
              <a:gd name="connsiteY3" fmla="*/ 180457 h 2424303"/>
              <a:gd name="connsiteX4" fmla="*/ 216092 w 868015"/>
              <a:gd name="connsiteY4" fmla="*/ 2418588 h 2424303"/>
              <a:gd name="connsiteX5" fmla="*/ 0 w 868015"/>
              <a:gd name="connsiteY5" fmla="*/ 2424303 h 2424303"/>
              <a:gd name="connsiteX6" fmla="*/ 735330 w 868015"/>
              <a:gd name="connsiteY6" fmla="*/ 180457 h 2424303"/>
              <a:gd name="connsiteX7" fmla="*/ 691102 w 868015"/>
              <a:gd name="connsiteY7" fmla="*/ 180457 h 2424303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8015" h="2529078">
                <a:moveTo>
                  <a:pt x="691102" y="180457"/>
                </a:moveTo>
                <a:lnTo>
                  <a:pt x="779559" y="0"/>
                </a:lnTo>
                <a:lnTo>
                  <a:pt x="868015" y="180457"/>
                </a:lnTo>
                <a:lnTo>
                  <a:pt x="823787" y="180457"/>
                </a:lnTo>
                <a:cubicBezTo>
                  <a:pt x="805372" y="1297341"/>
                  <a:pt x="432627" y="2115139"/>
                  <a:pt x="197042" y="2529078"/>
                </a:cubicBezTo>
                <a:lnTo>
                  <a:pt x="0" y="2424303"/>
                </a:lnTo>
                <a:cubicBezTo>
                  <a:pt x="462280" y="1732234"/>
                  <a:pt x="709295" y="988731"/>
                  <a:pt x="735330" y="180457"/>
                </a:cubicBezTo>
                <a:lnTo>
                  <a:pt x="691102" y="180457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93000">
                <a:srgbClr val="C00000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箭头: 上 18">
            <a:extLst>
              <a:ext uri="{FF2B5EF4-FFF2-40B4-BE49-F238E27FC236}">
                <a16:creationId xmlns:a16="http://schemas.microsoft.com/office/drawing/2014/main" id="{104882D3-B7C4-46B3-AEC9-587524DB7FF0}"/>
              </a:ext>
            </a:extLst>
          </p:cNvPr>
          <p:cNvSpPr/>
          <p:nvPr/>
        </p:nvSpPr>
        <p:spPr>
          <a:xfrm rot="12492959" flipH="1" flipV="1">
            <a:off x="1302509" y="2618624"/>
            <a:ext cx="414068" cy="908146"/>
          </a:xfrm>
          <a:custGeom>
            <a:avLst/>
            <a:gdLst>
              <a:gd name="connsiteX0" fmla="*/ 0 w 176913"/>
              <a:gd name="connsiteY0" fmla="*/ 180457 h 627888"/>
              <a:gd name="connsiteX1" fmla="*/ 88457 w 176913"/>
              <a:gd name="connsiteY1" fmla="*/ 0 h 627888"/>
              <a:gd name="connsiteX2" fmla="*/ 176913 w 176913"/>
              <a:gd name="connsiteY2" fmla="*/ 180457 h 627888"/>
              <a:gd name="connsiteX3" fmla="*/ 132685 w 176913"/>
              <a:gd name="connsiteY3" fmla="*/ 180457 h 627888"/>
              <a:gd name="connsiteX4" fmla="*/ 132685 w 176913"/>
              <a:gd name="connsiteY4" fmla="*/ 627888 h 627888"/>
              <a:gd name="connsiteX5" fmla="*/ 44228 w 176913"/>
              <a:gd name="connsiteY5" fmla="*/ 627888 h 627888"/>
              <a:gd name="connsiteX6" fmla="*/ 44228 w 176913"/>
              <a:gd name="connsiteY6" fmla="*/ 180457 h 627888"/>
              <a:gd name="connsiteX7" fmla="*/ 0 w 176913"/>
              <a:gd name="connsiteY7" fmla="*/ 180457 h 627888"/>
              <a:gd name="connsiteX0" fmla="*/ 71150 w 248063"/>
              <a:gd name="connsiteY0" fmla="*/ 180457 h 1433703"/>
              <a:gd name="connsiteX1" fmla="*/ 159607 w 248063"/>
              <a:gd name="connsiteY1" fmla="*/ 0 h 1433703"/>
              <a:gd name="connsiteX2" fmla="*/ 248063 w 248063"/>
              <a:gd name="connsiteY2" fmla="*/ 180457 h 1433703"/>
              <a:gd name="connsiteX3" fmla="*/ 203835 w 248063"/>
              <a:gd name="connsiteY3" fmla="*/ 180457 h 1433703"/>
              <a:gd name="connsiteX4" fmla="*/ 0 w 248063"/>
              <a:gd name="connsiteY4" fmla="*/ 1433703 h 1433703"/>
              <a:gd name="connsiteX5" fmla="*/ 115378 w 248063"/>
              <a:gd name="connsiteY5" fmla="*/ 627888 h 1433703"/>
              <a:gd name="connsiteX6" fmla="*/ 115378 w 248063"/>
              <a:gd name="connsiteY6" fmla="*/ 180457 h 1433703"/>
              <a:gd name="connsiteX7" fmla="*/ 71150 w 248063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934718"/>
              <a:gd name="connsiteX1" fmla="*/ 242349 w 330805"/>
              <a:gd name="connsiteY1" fmla="*/ 0 h 1934718"/>
              <a:gd name="connsiteX2" fmla="*/ 330805 w 330805"/>
              <a:gd name="connsiteY2" fmla="*/ 180457 h 1934718"/>
              <a:gd name="connsiteX3" fmla="*/ 286577 w 330805"/>
              <a:gd name="connsiteY3" fmla="*/ 180457 h 1934718"/>
              <a:gd name="connsiteX4" fmla="*/ 52262 w 330805"/>
              <a:gd name="connsiteY4" fmla="*/ 1934718 h 1934718"/>
              <a:gd name="connsiteX5" fmla="*/ 0 w 330805"/>
              <a:gd name="connsiteY5" fmla="*/ 1433703 h 1934718"/>
              <a:gd name="connsiteX6" fmla="*/ 198120 w 330805"/>
              <a:gd name="connsiteY6" fmla="*/ 180457 h 1934718"/>
              <a:gd name="connsiteX7" fmla="*/ 153892 w 330805"/>
              <a:gd name="connsiteY7" fmla="*/ 180457 h 193471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1079722 w 1256635"/>
              <a:gd name="connsiteY0" fmla="*/ 180457 h 2892933"/>
              <a:gd name="connsiteX1" fmla="*/ 1168179 w 1256635"/>
              <a:gd name="connsiteY1" fmla="*/ 0 h 2892933"/>
              <a:gd name="connsiteX2" fmla="*/ 1256635 w 1256635"/>
              <a:gd name="connsiteY2" fmla="*/ 180457 h 2892933"/>
              <a:gd name="connsiteX3" fmla="*/ 1212407 w 1256635"/>
              <a:gd name="connsiteY3" fmla="*/ 180457 h 2892933"/>
              <a:gd name="connsiteX4" fmla="*/ 856172 w 1256635"/>
              <a:gd name="connsiteY4" fmla="*/ 2132838 h 2892933"/>
              <a:gd name="connsiteX5" fmla="*/ 0 w 1256635"/>
              <a:gd name="connsiteY5" fmla="*/ 2892933 h 2892933"/>
              <a:gd name="connsiteX6" fmla="*/ 1123950 w 1256635"/>
              <a:gd name="connsiteY6" fmla="*/ 180457 h 2892933"/>
              <a:gd name="connsiteX7" fmla="*/ 1079722 w 1256635"/>
              <a:gd name="connsiteY7" fmla="*/ 180457 h 289293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424303"/>
              <a:gd name="connsiteX1" fmla="*/ 779559 w 868015"/>
              <a:gd name="connsiteY1" fmla="*/ 0 h 2424303"/>
              <a:gd name="connsiteX2" fmla="*/ 868015 w 868015"/>
              <a:gd name="connsiteY2" fmla="*/ 180457 h 2424303"/>
              <a:gd name="connsiteX3" fmla="*/ 823787 w 868015"/>
              <a:gd name="connsiteY3" fmla="*/ 180457 h 2424303"/>
              <a:gd name="connsiteX4" fmla="*/ 216092 w 868015"/>
              <a:gd name="connsiteY4" fmla="*/ 2418588 h 2424303"/>
              <a:gd name="connsiteX5" fmla="*/ 0 w 868015"/>
              <a:gd name="connsiteY5" fmla="*/ 2424303 h 2424303"/>
              <a:gd name="connsiteX6" fmla="*/ 735330 w 868015"/>
              <a:gd name="connsiteY6" fmla="*/ 180457 h 2424303"/>
              <a:gd name="connsiteX7" fmla="*/ 691102 w 868015"/>
              <a:gd name="connsiteY7" fmla="*/ 180457 h 2424303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8015" h="2529078">
                <a:moveTo>
                  <a:pt x="691102" y="180457"/>
                </a:moveTo>
                <a:lnTo>
                  <a:pt x="779559" y="0"/>
                </a:lnTo>
                <a:lnTo>
                  <a:pt x="868015" y="180457"/>
                </a:lnTo>
                <a:lnTo>
                  <a:pt x="823787" y="180457"/>
                </a:lnTo>
                <a:cubicBezTo>
                  <a:pt x="805372" y="1297341"/>
                  <a:pt x="432627" y="2115139"/>
                  <a:pt x="197042" y="2529078"/>
                </a:cubicBezTo>
                <a:lnTo>
                  <a:pt x="0" y="2424303"/>
                </a:lnTo>
                <a:cubicBezTo>
                  <a:pt x="462280" y="1732234"/>
                  <a:pt x="709295" y="988731"/>
                  <a:pt x="735330" y="180457"/>
                </a:cubicBezTo>
                <a:lnTo>
                  <a:pt x="691102" y="180457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93000">
                <a:srgbClr val="C00000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FE833FB-EEE5-41AD-AF46-0D3B2B112677}"/>
              </a:ext>
            </a:extLst>
          </p:cNvPr>
          <p:cNvSpPr/>
          <p:nvPr/>
        </p:nvSpPr>
        <p:spPr>
          <a:xfrm>
            <a:off x="518381" y="913233"/>
            <a:ext cx="2952000" cy="216000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E9BF7957-53C9-442A-B239-58041AFB6EC9}"/>
              </a:ext>
            </a:extLst>
          </p:cNvPr>
          <p:cNvGrpSpPr/>
          <p:nvPr/>
        </p:nvGrpSpPr>
        <p:grpSpPr>
          <a:xfrm>
            <a:off x="10556156" y="5004530"/>
            <a:ext cx="335981" cy="215444"/>
            <a:chOff x="8596236" y="5101494"/>
            <a:chExt cx="335981" cy="215444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D04D7DA8-EA45-4BE3-BBE1-4F5FD7D22D69}"/>
                </a:ext>
              </a:extLst>
            </p:cNvPr>
            <p:cNvSpPr/>
            <p:nvPr/>
          </p:nvSpPr>
          <p:spPr>
            <a:xfrm>
              <a:off x="8596236" y="5101494"/>
              <a:ext cx="265064" cy="215444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dirty="0">
                  <a:solidFill>
                    <a:srgbClr val="C00000"/>
                  </a:solidFill>
                  <a:effectLst>
                    <a:reflection blurRad="6350" stA="23000" endPos="23000" dist="12700" dir="5400000" sy="-100000" algn="bl" rotWithShape="0"/>
                  </a:effectLst>
                  <a:latin typeface="Impact" panose="020B0806030902050204" pitchFamily="34" charset="0"/>
                  <a:ea typeface="微软雅黑"/>
                </a:rPr>
                <a:t>00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D7185BE-A3C3-4BF5-82C3-ABA603E45443}"/>
                </a:ext>
              </a:extLst>
            </p:cNvPr>
            <p:cNvSpPr/>
            <p:nvPr/>
          </p:nvSpPr>
          <p:spPr>
            <a:xfrm>
              <a:off x="8797565" y="5136749"/>
              <a:ext cx="134652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5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33000" dist="635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endParaRPr kumimoji="0" lang="en-US" altLang="zh-C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33000" dist="63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80B2BAC-0715-49D7-BAA3-867D90C8102B}"/>
              </a:ext>
            </a:extLst>
          </p:cNvPr>
          <p:cNvGrpSpPr/>
          <p:nvPr/>
        </p:nvGrpSpPr>
        <p:grpSpPr>
          <a:xfrm>
            <a:off x="6565798" y="4780187"/>
            <a:ext cx="287891" cy="215444"/>
            <a:chOff x="8644326" y="5101494"/>
            <a:chExt cx="287891" cy="215444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77253C0B-D620-4AC0-B3A3-6C573D73DD85}"/>
                </a:ext>
              </a:extLst>
            </p:cNvPr>
            <p:cNvSpPr/>
            <p:nvPr/>
          </p:nvSpPr>
          <p:spPr>
            <a:xfrm>
              <a:off x="8644326" y="5101494"/>
              <a:ext cx="168883" cy="215444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23000" dist="12700" dir="5400000" sy="-100000" algn="bl" rotWithShape="0"/>
                  </a:effectLst>
                  <a:uLnTx/>
                  <a:uFillTx/>
                  <a:latin typeface="Impact" panose="020B0806030902050204" pitchFamily="34" charset="0"/>
                  <a:ea typeface="微软雅黑"/>
                  <a:cs typeface="+mn-cs"/>
                </a:rPr>
                <a:t>0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23000" dist="12700" dir="5400000" sy="-100000" algn="bl" rotWithShape="0"/>
                </a:effectLst>
                <a:uLnTx/>
                <a:uFillTx/>
                <a:latin typeface="Impact" panose="020B0806030902050204" pitchFamily="34" charset="0"/>
                <a:ea typeface="微软雅黑"/>
                <a:cs typeface="+mn-cs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9E937A9-6555-4C04-9349-9A63D09C77E7}"/>
                </a:ext>
              </a:extLst>
            </p:cNvPr>
            <p:cNvSpPr/>
            <p:nvPr/>
          </p:nvSpPr>
          <p:spPr>
            <a:xfrm>
              <a:off x="8797565" y="5136749"/>
              <a:ext cx="134652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5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reflection blurRad="6350" stA="23000" endPos="33000" dist="635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endParaRPr kumimoji="0" lang="en-US" altLang="zh-CN" sz="100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23000" endPos="33000" dist="63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ED66F85-A868-493A-B7E1-BF23A974E170}"/>
              </a:ext>
            </a:extLst>
          </p:cNvPr>
          <p:cNvSpPr txBox="1"/>
          <p:nvPr/>
        </p:nvSpPr>
        <p:spPr>
          <a:xfrm>
            <a:off x="9689788" y="6175754"/>
            <a:ext cx="19942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zh-CN" altLang="en-US" sz="800" i="1" dirty="0">
                <a:solidFill>
                  <a:schemeClr val="bg1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备注：以上数据均为虚假标注，与事实无关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AAB8155-36B8-4D67-B9FA-532F0097AC8E}"/>
              </a:ext>
            </a:extLst>
          </p:cNvPr>
          <p:cNvSpPr/>
          <p:nvPr/>
        </p:nvSpPr>
        <p:spPr>
          <a:xfrm>
            <a:off x="5917743" y="1168536"/>
            <a:ext cx="1584000" cy="174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68413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这是个大标题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8378FA46-2A8A-4ADB-B486-D68397030BFF}"/>
              </a:ext>
            </a:extLst>
          </p:cNvPr>
          <p:cNvSpPr/>
          <p:nvPr/>
        </p:nvSpPr>
        <p:spPr>
          <a:xfrm>
            <a:off x="7936767" y="1168536"/>
            <a:ext cx="1584000" cy="174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68413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这是个大标题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01730E2-3BBA-47CE-ABB5-85C9228CA9C8}"/>
              </a:ext>
            </a:extLst>
          </p:cNvPr>
          <p:cNvSpPr/>
          <p:nvPr/>
        </p:nvSpPr>
        <p:spPr>
          <a:xfrm>
            <a:off x="9955790" y="1168536"/>
            <a:ext cx="1584000" cy="174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68413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  <a:ea typeface="微软雅黑"/>
                <a:cs typeface="+mn-ea"/>
                <a:sym typeface="+mn-lt"/>
              </a:rPr>
              <a:t>这是个大标题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A7286CF6-2AC5-43B0-9990-940D333FCB3B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06" name="矩形 105">
              <a:hlinkClick r:id="rId3" action="ppaction://hlinksldjump"/>
              <a:extLst>
                <a:ext uri="{FF2B5EF4-FFF2-40B4-BE49-F238E27FC236}">
                  <a16:creationId xmlns:a16="http://schemas.microsoft.com/office/drawing/2014/main" id="{63D1A315-3689-4347-8294-6A356ABF904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7" name="直接连接符 106">
              <a:hlinkClick r:id="rId3" action="ppaction://hlinksldjump"/>
              <a:extLst>
                <a:ext uri="{FF2B5EF4-FFF2-40B4-BE49-F238E27FC236}">
                  <a16:creationId xmlns:a16="http://schemas.microsoft.com/office/drawing/2014/main" id="{D20BE8E5-1912-42A5-9BD6-F8094182226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1782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矩形 229">
            <a:extLst>
              <a:ext uri="{FF2B5EF4-FFF2-40B4-BE49-F238E27FC236}">
                <a16:creationId xmlns:a16="http://schemas.microsoft.com/office/drawing/2014/main" id="{8E61377E-52F7-41F1-AAD2-5750708DE8C6}"/>
              </a:ext>
            </a:extLst>
          </p:cNvPr>
          <p:cNvSpPr/>
          <p:nvPr/>
        </p:nvSpPr>
        <p:spPr>
          <a:xfrm>
            <a:off x="518381" y="909000"/>
            <a:ext cx="5472000" cy="241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这里是大标题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3" name="圆柱形 232">
            <a:extLst>
              <a:ext uri="{FF2B5EF4-FFF2-40B4-BE49-F238E27FC236}">
                <a16:creationId xmlns:a16="http://schemas.microsoft.com/office/drawing/2014/main" id="{83E301B2-CA38-4C16-AC8F-4DA9D08B6422}"/>
              </a:ext>
            </a:extLst>
          </p:cNvPr>
          <p:cNvSpPr/>
          <p:nvPr/>
        </p:nvSpPr>
        <p:spPr>
          <a:xfrm>
            <a:off x="734382" y="1723883"/>
            <a:ext cx="864000" cy="720000"/>
          </a:xfrm>
          <a:prstGeom prst="can">
            <a:avLst>
              <a:gd name="adj" fmla="val 32408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6" name="圆柱形 245">
            <a:extLst>
              <a:ext uri="{FF2B5EF4-FFF2-40B4-BE49-F238E27FC236}">
                <a16:creationId xmlns:a16="http://schemas.microsoft.com/office/drawing/2014/main" id="{5368BE6E-4005-4123-8D84-810A72549C5F}"/>
              </a:ext>
            </a:extLst>
          </p:cNvPr>
          <p:cNvSpPr/>
          <p:nvPr/>
        </p:nvSpPr>
        <p:spPr>
          <a:xfrm>
            <a:off x="1778382" y="1723883"/>
            <a:ext cx="864000" cy="720000"/>
          </a:xfrm>
          <a:prstGeom prst="can">
            <a:avLst>
              <a:gd name="adj" fmla="val 32408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7" name="圆柱形 246">
            <a:extLst>
              <a:ext uri="{FF2B5EF4-FFF2-40B4-BE49-F238E27FC236}">
                <a16:creationId xmlns:a16="http://schemas.microsoft.com/office/drawing/2014/main" id="{651E782D-599E-460B-A10F-57C623461C72}"/>
              </a:ext>
            </a:extLst>
          </p:cNvPr>
          <p:cNvSpPr/>
          <p:nvPr/>
        </p:nvSpPr>
        <p:spPr>
          <a:xfrm>
            <a:off x="2822382" y="1723883"/>
            <a:ext cx="864000" cy="720000"/>
          </a:xfrm>
          <a:prstGeom prst="can">
            <a:avLst>
              <a:gd name="adj" fmla="val 32408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8" name="圆柱形 247">
            <a:extLst>
              <a:ext uri="{FF2B5EF4-FFF2-40B4-BE49-F238E27FC236}">
                <a16:creationId xmlns:a16="http://schemas.microsoft.com/office/drawing/2014/main" id="{1DA4784A-C1D7-43E5-848A-E55015E6DBF2}"/>
              </a:ext>
            </a:extLst>
          </p:cNvPr>
          <p:cNvSpPr/>
          <p:nvPr/>
        </p:nvSpPr>
        <p:spPr>
          <a:xfrm>
            <a:off x="3866382" y="1723883"/>
            <a:ext cx="864000" cy="720000"/>
          </a:xfrm>
          <a:prstGeom prst="can">
            <a:avLst>
              <a:gd name="adj" fmla="val 32408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9" name="圆柱形 248">
            <a:extLst>
              <a:ext uri="{FF2B5EF4-FFF2-40B4-BE49-F238E27FC236}">
                <a16:creationId xmlns:a16="http://schemas.microsoft.com/office/drawing/2014/main" id="{C7A6BC31-FF74-4F2F-800F-D1418594479E}"/>
              </a:ext>
            </a:extLst>
          </p:cNvPr>
          <p:cNvSpPr/>
          <p:nvPr/>
        </p:nvSpPr>
        <p:spPr>
          <a:xfrm>
            <a:off x="4910381" y="1723883"/>
            <a:ext cx="864000" cy="720000"/>
          </a:xfrm>
          <a:prstGeom prst="can">
            <a:avLst>
              <a:gd name="adj" fmla="val 32408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4ABC299B-1E1E-466B-8F46-AFA9FB6972A1}"/>
              </a:ext>
            </a:extLst>
          </p:cNvPr>
          <p:cNvSpPr/>
          <p:nvPr/>
        </p:nvSpPr>
        <p:spPr>
          <a:xfrm>
            <a:off x="6202313" y="909000"/>
            <a:ext cx="5472000" cy="241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这里是大标题</a:t>
            </a:r>
          </a:p>
        </p:txBody>
      </p:sp>
      <p:sp>
        <p:nvSpPr>
          <p:cNvPr id="201" name="圆柱形 200">
            <a:extLst>
              <a:ext uri="{FF2B5EF4-FFF2-40B4-BE49-F238E27FC236}">
                <a16:creationId xmlns:a16="http://schemas.microsoft.com/office/drawing/2014/main" id="{BE4602F1-264D-4C03-8563-B515F5899EA2}"/>
              </a:ext>
            </a:extLst>
          </p:cNvPr>
          <p:cNvSpPr/>
          <p:nvPr/>
        </p:nvSpPr>
        <p:spPr>
          <a:xfrm>
            <a:off x="6422382" y="1694485"/>
            <a:ext cx="1116000" cy="1152000"/>
          </a:xfrm>
          <a:prstGeom prst="can">
            <a:avLst>
              <a:gd name="adj" fmla="val 24004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1" name="圆柱形 210">
            <a:extLst>
              <a:ext uri="{FF2B5EF4-FFF2-40B4-BE49-F238E27FC236}">
                <a16:creationId xmlns:a16="http://schemas.microsoft.com/office/drawing/2014/main" id="{06899636-A32A-42EB-BCE2-E25B323AD558}"/>
              </a:ext>
            </a:extLst>
          </p:cNvPr>
          <p:cNvSpPr/>
          <p:nvPr/>
        </p:nvSpPr>
        <p:spPr>
          <a:xfrm>
            <a:off x="7730382" y="1694485"/>
            <a:ext cx="1116000" cy="1152000"/>
          </a:xfrm>
          <a:prstGeom prst="can">
            <a:avLst>
              <a:gd name="adj" fmla="val 24004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2" name="圆柱形 211">
            <a:extLst>
              <a:ext uri="{FF2B5EF4-FFF2-40B4-BE49-F238E27FC236}">
                <a16:creationId xmlns:a16="http://schemas.microsoft.com/office/drawing/2014/main" id="{B9A9C79C-DC92-404F-8340-4313F46DB62C}"/>
              </a:ext>
            </a:extLst>
          </p:cNvPr>
          <p:cNvSpPr/>
          <p:nvPr/>
        </p:nvSpPr>
        <p:spPr>
          <a:xfrm>
            <a:off x="9038382" y="1694485"/>
            <a:ext cx="1116000" cy="1152000"/>
          </a:xfrm>
          <a:prstGeom prst="can">
            <a:avLst>
              <a:gd name="adj" fmla="val 24004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3" name="圆柱形 212">
            <a:extLst>
              <a:ext uri="{FF2B5EF4-FFF2-40B4-BE49-F238E27FC236}">
                <a16:creationId xmlns:a16="http://schemas.microsoft.com/office/drawing/2014/main" id="{356FC727-3726-41BE-A355-DF0547863289}"/>
              </a:ext>
            </a:extLst>
          </p:cNvPr>
          <p:cNvSpPr/>
          <p:nvPr/>
        </p:nvSpPr>
        <p:spPr>
          <a:xfrm>
            <a:off x="10346382" y="1694485"/>
            <a:ext cx="1116000" cy="1152000"/>
          </a:xfrm>
          <a:prstGeom prst="can">
            <a:avLst>
              <a:gd name="adj" fmla="val 24004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5" name="星形: 五角 204">
            <a:extLst>
              <a:ext uri="{FF2B5EF4-FFF2-40B4-BE49-F238E27FC236}">
                <a16:creationId xmlns:a16="http://schemas.microsoft.com/office/drawing/2014/main" id="{E5830214-DD22-4A33-A615-3D595244D092}"/>
              </a:ext>
            </a:extLst>
          </p:cNvPr>
          <p:cNvSpPr/>
          <p:nvPr/>
        </p:nvSpPr>
        <p:spPr>
          <a:xfrm>
            <a:off x="8239108" y="1138779"/>
            <a:ext cx="187200" cy="180000"/>
          </a:xfrm>
          <a:prstGeom prst="star5">
            <a:avLst>
              <a:gd name="adj" fmla="val 26563"/>
              <a:gd name="hf" fmla="val 105146"/>
              <a:gd name="vf" fmla="val 110557"/>
            </a:avLst>
          </a:prstGeom>
          <a:solidFill>
            <a:srgbClr val="C00000"/>
          </a:solidFill>
          <a:ln cap="rnd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8258D734-9E28-4A8C-80BA-FF45A80381B9}"/>
              </a:ext>
            </a:extLst>
          </p:cNvPr>
          <p:cNvSpPr/>
          <p:nvPr/>
        </p:nvSpPr>
        <p:spPr>
          <a:xfrm>
            <a:off x="6800845" y="1609347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深圳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91B71D8-AD2A-4E17-9252-62A194B5B44F}"/>
              </a:ext>
            </a:extLst>
          </p:cNvPr>
          <p:cNvSpPr/>
          <p:nvPr/>
        </p:nvSpPr>
        <p:spPr>
          <a:xfrm>
            <a:off x="8108848" y="1609347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山东</a:t>
            </a: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466092E3-2413-422D-B72D-B8E21D8A3B34}"/>
              </a:ext>
            </a:extLst>
          </p:cNvPr>
          <p:cNvSpPr/>
          <p:nvPr/>
        </p:nvSpPr>
        <p:spPr>
          <a:xfrm>
            <a:off x="9416847" y="1609347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北京</a:t>
            </a: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3FB45F10-3D54-48C5-9902-99C86FEDE101}"/>
              </a:ext>
            </a:extLst>
          </p:cNvPr>
          <p:cNvSpPr/>
          <p:nvPr/>
        </p:nvSpPr>
        <p:spPr>
          <a:xfrm>
            <a:off x="10724846" y="1609347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浙江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8CF5B27-9C1E-4D25-8941-74ECDB4E99CF}"/>
              </a:ext>
            </a:extLst>
          </p:cNvPr>
          <p:cNvSpPr/>
          <p:nvPr/>
        </p:nvSpPr>
        <p:spPr>
          <a:xfrm>
            <a:off x="6202313" y="3510186"/>
            <a:ext cx="5472000" cy="241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这里是大标题</a:t>
            </a:r>
          </a:p>
        </p:txBody>
      </p:sp>
      <p:sp>
        <p:nvSpPr>
          <p:cNvPr id="120" name="圆柱形 119">
            <a:extLst>
              <a:ext uri="{FF2B5EF4-FFF2-40B4-BE49-F238E27FC236}">
                <a16:creationId xmlns:a16="http://schemas.microsoft.com/office/drawing/2014/main" id="{65FE747B-E92B-4A58-919D-64B3BA3EB8F1}"/>
              </a:ext>
            </a:extLst>
          </p:cNvPr>
          <p:cNvSpPr/>
          <p:nvPr/>
        </p:nvSpPr>
        <p:spPr>
          <a:xfrm>
            <a:off x="6422382" y="4224337"/>
            <a:ext cx="1116000" cy="720000"/>
          </a:xfrm>
          <a:prstGeom prst="can">
            <a:avLst>
              <a:gd name="adj" fmla="val 39112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7" name="圆柱形 176">
            <a:extLst>
              <a:ext uri="{FF2B5EF4-FFF2-40B4-BE49-F238E27FC236}">
                <a16:creationId xmlns:a16="http://schemas.microsoft.com/office/drawing/2014/main" id="{FEC73677-AFA5-41CB-8928-0DCF71506B0A}"/>
              </a:ext>
            </a:extLst>
          </p:cNvPr>
          <p:cNvSpPr/>
          <p:nvPr/>
        </p:nvSpPr>
        <p:spPr>
          <a:xfrm>
            <a:off x="7730382" y="4224337"/>
            <a:ext cx="1116000" cy="720000"/>
          </a:xfrm>
          <a:prstGeom prst="can">
            <a:avLst>
              <a:gd name="adj" fmla="val 39112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8" name="圆柱形 177">
            <a:extLst>
              <a:ext uri="{FF2B5EF4-FFF2-40B4-BE49-F238E27FC236}">
                <a16:creationId xmlns:a16="http://schemas.microsoft.com/office/drawing/2014/main" id="{972D51C9-D4DE-478D-ACFC-AA00451AC001}"/>
              </a:ext>
            </a:extLst>
          </p:cNvPr>
          <p:cNvSpPr/>
          <p:nvPr/>
        </p:nvSpPr>
        <p:spPr>
          <a:xfrm>
            <a:off x="9038382" y="4224337"/>
            <a:ext cx="1116000" cy="720000"/>
          </a:xfrm>
          <a:prstGeom prst="can">
            <a:avLst>
              <a:gd name="adj" fmla="val 39112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9" name="圆柱形 178">
            <a:extLst>
              <a:ext uri="{FF2B5EF4-FFF2-40B4-BE49-F238E27FC236}">
                <a16:creationId xmlns:a16="http://schemas.microsoft.com/office/drawing/2014/main" id="{6F31514E-561B-4E16-B9AC-184795464916}"/>
              </a:ext>
            </a:extLst>
          </p:cNvPr>
          <p:cNvSpPr/>
          <p:nvPr/>
        </p:nvSpPr>
        <p:spPr>
          <a:xfrm>
            <a:off x="10346382" y="4224337"/>
            <a:ext cx="1116000" cy="720000"/>
          </a:xfrm>
          <a:prstGeom prst="can">
            <a:avLst>
              <a:gd name="adj" fmla="val 39112"/>
            </a:avLst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6" name="星形: 五角 125">
            <a:extLst>
              <a:ext uri="{FF2B5EF4-FFF2-40B4-BE49-F238E27FC236}">
                <a16:creationId xmlns:a16="http://schemas.microsoft.com/office/drawing/2014/main" id="{DBF15B8F-423A-4B1A-B56A-AF3D040F116D}"/>
              </a:ext>
            </a:extLst>
          </p:cNvPr>
          <p:cNvSpPr/>
          <p:nvPr/>
        </p:nvSpPr>
        <p:spPr>
          <a:xfrm>
            <a:off x="8172970" y="3746901"/>
            <a:ext cx="187200" cy="180000"/>
          </a:xfrm>
          <a:prstGeom prst="star5">
            <a:avLst>
              <a:gd name="adj" fmla="val 26563"/>
              <a:gd name="hf" fmla="val 105146"/>
              <a:gd name="vf" fmla="val 110557"/>
            </a:avLst>
          </a:prstGeom>
          <a:solidFill>
            <a:srgbClr val="C00000"/>
          </a:solidFill>
          <a:ln cap="rnd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320A2FE-6D76-4E54-AB42-68F0DE40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Microsoft YaHei" panose="020B0503020204020204" pitchFamily="34" charset="-122"/>
                <a:cs typeface="+mn-cs"/>
              </a:rPr>
              <a:t>页面参考 </a:t>
            </a:r>
            <a:r>
              <a:rPr lang="en-US" altLang="zh-CN" sz="2000" dirty="0">
                <a:latin typeface="Microsoft YaHei" panose="020B0503020204020204" pitchFamily="34" charset="-122"/>
                <a:cs typeface="+mn-cs"/>
              </a:rPr>
              <a:t>– </a:t>
            </a:r>
            <a:r>
              <a:rPr lang="zh-CN" altLang="en-US" sz="2000" dirty="0">
                <a:latin typeface="Microsoft YaHei" panose="020B0503020204020204" pitchFamily="34" charset="-122"/>
                <a:cs typeface="+mn-cs"/>
              </a:rPr>
              <a:t>数据展示</a:t>
            </a:r>
            <a:r>
              <a:rPr lang="en-US" altLang="zh-CN" sz="2000" dirty="0">
                <a:latin typeface="Microsoft YaHei" panose="020B0503020204020204" pitchFamily="34" charset="-122"/>
                <a:cs typeface="+mn-cs"/>
              </a:rPr>
              <a:t>2</a:t>
            </a:r>
            <a:endParaRPr lang="zh-CN" altLang="en-US" dirty="0">
              <a:latin typeface="Microsoft YaHei" panose="020B0503020204020204" pitchFamily="34" charset="-122"/>
              <a:cs typeface="+mn-cs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D3E69F2-3FDD-43DB-8DAB-DCE14079F99B}"/>
              </a:ext>
            </a:extLst>
          </p:cNvPr>
          <p:cNvSpPr/>
          <p:nvPr/>
        </p:nvSpPr>
        <p:spPr>
          <a:xfrm>
            <a:off x="518381" y="3537000"/>
            <a:ext cx="5472000" cy="241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这里是大标题</a:t>
            </a:r>
          </a:p>
        </p:txBody>
      </p:sp>
      <p:sp>
        <p:nvSpPr>
          <p:cNvPr id="3" name="圆柱形 2">
            <a:extLst>
              <a:ext uri="{FF2B5EF4-FFF2-40B4-BE49-F238E27FC236}">
                <a16:creationId xmlns:a16="http://schemas.microsoft.com/office/drawing/2014/main" id="{3D1A3660-8DDF-4A48-A06B-68853C790228}"/>
              </a:ext>
            </a:extLst>
          </p:cNvPr>
          <p:cNvSpPr/>
          <p:nvPr/>
        </p:nvSpPr>
        <p:spPr>
          <a:xfrm>
            <a:off x="734382" y="4354986"/>
            <a:ext cx="864000" cy="1080000"/>
          </a:xfrm>
          <a:prstGeom prst="can">
            <a:avLst/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6" name="圆柱形 95">
            <a:extLst>
              <a:ext uri="{FF2B5EF4-FFF2-40B4-BE49-F238E27FC236}">
                <a16:creationId xmlns:a16="http://schemas.microsoft.com/office/drawing/2014/main" id="{CF07DF91-1935-4AB0-A37C-26680033892A}"/>
              </a:ext>
            </a:extLst>
          </p:cNvPr>
          <p:cNvSpPr/>
          <p:nvPr/>
        </p:nvSpPr>
        <p:spPr>
          <a:xfrm>
            <a:off x="1778381" y="4354986"/>
            <a:ext cx="864000" cy="1080000"/>
          </a:xfrm>
          <a:prstGeom prst="can">
            <a:avLst/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7" name="圆柱形 96">
            <a:extLst>
              <a:ext uri="{FF2B5EF4-FFF2-40B4-BE49-F238E27FC236}">
                <a16:creationId xmlns:a16="http://schemas.microsoft.com/office/drawing/2014/main" id="{56335DD1-3A90-42FF-BAC6-E8EA1A0C1C67}"/>
              </a:ext>
            </a:extLst>
          </p:cNvPr>
          <p:cNvSpPr/>
          <p:nvPr/>
        </p:nvSpPr>
        <p:spPr>
          <a:xfrm>
            <a:off x="2822380" y="4354986"/>
            <a:ext cx="864000" cy="1080000"/>
          </a:xfrm>
          <a:prstGeom prst="can">
            <a:avLst/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8" name="圆柱形 97">
            <a:extLst>
              <a:ext uri="{FF2B5EF4-FFF2-40B4-BE49-F238E27FC236}">
                <a16:creationId xmlns:a16="http://schemas.microsoft.com/office/drawing/2014/main" id="{FCA8BA26-7D49-45FE-A2CB-F8E39FF4EEA2}"/>
              </a:ext>
            </a:extLst>
          </p:cNvPr>
          <p:cNvSpPr/>
          <p:nvPr/>
        </p:nvSpPr>
        <p:spPr>
          <a:xfrm>
            <a:off x="3866379" y="4354986"/>
            <a:ext cx="864000" cy="1080000"/>
          </a:xfrm>
          <a:prstGeom prst="can">
            <a:avLst/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9" name="圆柱形 98">
            <a:extLst>
              <a:ext uri="{FF2B5EF4-FFF2-40B4-BE49-F238E27FC236}">
                <a16:creationId xmlns:a16="http://schemas.microsoft.com/office/drawing/2014/main" id="{BAF31D67-72CD-4FB6-9EC9-716BB23B0BA3}"/>
              </a:ext>
            </a:extLst>
          </p:cNvPr>
          <p:cNvSpPr/>
          <p:nvPr/>
        </p:nvSpPr>
        <p:spPr>
          <a:xfrm>
            <a:off x="4910381" y="4354986"/>
            <a:ext cx="864000" cy="1080000"/>
          </a:xfrm>
          <a:prstGeom prst="can">
            <a:avLst/>
          </a:prstGeom>
          <a:gradFill>
            <a:gsLst>
              <a:gs pos="15000">
                <a:srgbClr val="666666">
                  <a:lumMod val="20000"/>
                  <a:lumOff val="80000"/>
                  <a:alpha val="67000"/>
                </a:srgbClr>
              </a:gs>
              <a:gs pos="85000">
                <a:srgbClr val="666666">
                  <a:lumMod val="20000"/>
                  <a:lumOff val="80000"/>
                  <a:alpha val="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  <a:alpha val="40000"/>
                  </a:srgbClr>
                </a:gs>
                <a:gs pos="20000">
                  <a:srgbClr val="666666">
                    <a:lumMod val="40000"/>
                    <a:lumOff val="60000"/>
                  </a:srgbClr>
                </a:gs>
                <a:gs pos="80000">
                  <a:srgbClr val="666666">
                    <a:lumMod val="40000"/>
                    <a:lumOff val="60000"/>
                    <a:alpha val="0"/>
                  </a:srgbClr>
                </a:gs>
                <a:gs pos="3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kern="0">
              <a:solidFill>
                <a:srgbClr val="66666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1C785AD-6101-47AE-B9C4-6877459E8A5C}"/>
              </a:ext>
            </a:extLst>
          </p:cNvPr>
          <p:cNvSpPr/>
          <p:nvPr/>
        </p:nvSpPr>
        <p:spPr>
          <a:xfrm>
            <a:off x="986846" y="4257036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湖南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10AE163-10BE-408C-B9C2-436D1E5F6FB9}"/>
              </a:ext>
            </a:extLst>
          </p:cNvPr>
          <p:cNvSpPr/>
          <p:nvPr/>
        </p:nvSpPr>
        <p:spPr>
          <a:xfrm>
            <a:off x="2030846" y="4257036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四川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2CDEBBA-4E92-45DA-BF9E-F713AF8F7DF6}"/>
              </a:ext>
            </a:extLst>
          </p:cNvPr>
          <p:cNvSpPr/>
          <p:nvPr/>
        </p:nvSpPr>
        <p:spPr>
          <a:xfrm>
            <a:off x="3074846" y="4257036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山东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A21D2CE-0493-4CFB-B7EC-9D423D1A6B8E}"/>
              </a:ext>
            </a:extLst>
          </p:cNvPr>
          <p:cNvSpPr/>
          <p:nvPr/>
        </p:nvSpPr>
        <p:spPr>
          <a:xfrm>
            <a:off x="4118846" y="4257036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广东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A77B005C-BEB4-482B-A7BF-CB06A062F7DC}"/>
              </a:ext>
            </a:extLst>
          </p:cNvPr>
          <p:cNvSpPr/>
          <p:nvPr/>
        </p:nvSpPr>
        <p:spPr>
          <a:xfrm>
            <a:off x="5162845" y="4257036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福建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D55186B-6321-4993-9043-EE50400D3F12}"/>
              </a:ext>
            </a:extLst>
          </p:cNvPr>
          <p:cNvSpPr/>
          <p:nvPr/>
        </p:nvSpPr>
        <p:spPr>
          <a:xfrm>
            <a:off x="905694" y="5287966"/>
            <a:ext cx="431208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 pct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2183E71-0D89-4AB7-A48D-63DD8F40D8DE}"/>
              </a:ext>
            </a:extLst>
          </p:cNvPr>
          <p:cNvSpPr/>
          <p:nvPr/>
        </p:nvSpPr>
        <p:spPr>
          <a:xfrm>
            <a:off x="1949696" y="5287966"/>
            <a:ext cx="431208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 pct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E3B111D-F84E-44ED-B9C4-23C157B4BFC3}"/>
              </a:ext>
            </a:extLst>
          </p:cNvPr>
          <p:cNvSpPr/>
          <p:nvPr/>
        </p:nvSpPr>
        <p:spPr>
          <a:xfrm>
            <a:off x="2993694" y="5287966"/>
            <a:ext cx="431208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 pct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A1599C7D-028D-47F9-8C90-065CB4E48FB2}"/>
              </a:ext>
            </a:extLst>
          </p:cNvPr>
          <p:cNvSpPr/>
          <p:nvPr/>
        </p:nvSpPr>
        <p:spPr>
          <a:xfrm>
            <a:off x="4037696" y="5287966"/>
            <a:ext cx="431208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 pct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6BD94D0-E290-4564-93A7-D23751E3F626}"/>
              </a:ext>
            </a:extLst>
          </p:cNvPr>
          <p:cNvSpPr/>
          <p:nvPr/>
        </p:nvSpPr>
        <p:spPr>
          <a:xfrm>
            <a:off x="5080090" y="5287966"/>
            <a:ext cx="434414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 pct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Freeform 139">
            <a:extLst>
              <a:ext uri="{FF2B5EF4-FFF2-40B4-BE49-F238E27FC236}">
                <a16:creationId xmlns:a16="http://schemas.microsoft.com/office/drawing/2014/main" id="{F41D322F-793E-4671-9482-DB69BDC96DF0}"/>
              </a:ext>
            </a:extLst>
          </p:cNvPr>
          <p:cNvSpPr/>
          <p:nvPr/>
        </p:nvSpPr>
        <p:spPr>
          <a:xfrm rot="17100000">
            <a:off x="1278843" y="5339915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11" name="Freeform 139">
            <a:extLst>
              <a:ext uri="{FF2B5EF4-FFF2-40B4-BE49-F238E27FC236}">
                <a16:creationId xmlns:a16="http://schemas.microsoft.com/office/drawing/2014/main" id="{14589844-243C-4295-8021-A18D3CAAA5CB}"/>
              </a:ext>
            </a:extLst>
          </p:cNvPr>
          <p:cNvSpPr/>
          <p:nvPr/>
        </p:nvSpPr>
        <p:spPr>
          <a:xfrm rot="17100000">
            <a:off x="2322842" y="5339915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12" name="Freeform 139">
            <a:extLst>
              <a:ext uri="{FF2B5EF4-FFF2-40B4-BE49-F238E27FC236}">
                <a16:creationId xmlns:a16="http://schemas.microsoft.com/office/drawing/2014/main" id="{3FD104F2-D29F-4C3D-9771-301B8BB85F35}"/>
              </a:ext>
            </a:extLst>
          </p:cNvPr>
          <p:cNvSpPr/>
          <p:nvPr/>
        </p:nvSpPr>
        <p:spPr>
          <a:xfrm rot="17100000">
            <a:off x="3366843" y="5339915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13" name="Freeform 139">
            <a:extLst>
              <a:ext uri="{FF2B5EF4-FFF2-40B4-BE49-F238E27FC236}">
                <a16:creationId xmlns:a16="http://schemas.microsoft.com/office/drawing/2014/main" id="{8242AB77-6103-40E7-9316-DFBDC8A432C5}"/>
              </a:ext>
            </a:extLst>
          </p:cNvPr>
          <p:cNvSpPr/>
          <p:nvPr/>
        </p:nvSpPr>
        <p:spPr>
          <a:xfrm rot="17100000">
            <a:off x="4410842" y="5339915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14" name="Freeform 139">
            <a:extLst>
              <a:ext uri="{FF2B5EF4-FFF2-40B4-BE49-F238E27FC236}">
                <a16:creationId xmlns:a16="http://schemas.microsoft.com/office/drawing/2014/main" id="{66042B00-28A7-4E40-BEA0-953A4FCD3468}"/>
              </a:ext>
            </a:extLst>
          </p:cNvPr>
          <p:cNvSpPr/>
          <p:nvPr/>
        </p:nvSpPr>
        <p:spPr>
          <a:xfrm rot="17100000">
            <a:off x="5454841" y="5339915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9CC8811-59D1-4149-A09F-531389FC54D8}"/>
              </a:ext>
            </a:extLst>
          </p:cNvPr>
          <p:cNvSpPr/>
          <p:nvPr/>
        </p:nvSpPr>
        <p:spPr>
          <a:xfrm>
            <a:off x="1050966" y="5566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湖南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CF50F7-EA47-45DD-82E4-7C62B288D42A}"/>
              </a:ext>
            </a:extLst>
          </p:cNvPr>
          <p:cNvSpPr/>
          <p:nvPr/>
        </p:nvSpPr>
        <p:spPr>
          <a:xfrm>
            <a:off x="2094966" y="5566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四川</a:t>
            </a:r>
            <a:endParaRPr kumimoji="0" lang="zh-CN" altLang="en-US" sz="800" b="0" i="0" u="none" strike="noStrike" kern="1200" cap="none" spc="10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C18CDDD7-E860-44C1-A723-3DB684A4B588}"/>
              </a:ext>
            </a:extLst>
          </p:cNvPr>
          <p:cNvSpPr/>
          <p:nvPr/>
        </p:nvSpPr>
        <p:spPr>
          <a:xfrm>
            <a:off x="3138966" y="5566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山东</a:t>
            </a:r>
            <a:endParaRPr kumimoji="0" lang="zh-CN" altLang="en-US" sz="800" b="0" i="0" u="none" strike="noStrike" kern="1200" cap="none" spc="10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A074097-E7D0-4C4C-ADE0-CF2E7D1909DD}"/>
              </a:ext>
            </a:extLst>
          </p:cNvPr>
          <p:cNvSpPr/>
          <p:nvPr/>
        </p:nvSpPr>
        <p:spPr>
          <a:xfrm>
            <a:off x="4182966" y="5566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广东</a:t>
            </a:r>
            <a:endParaRPr kumimoji="0" lang="zh-CN" altLang="en-US" sz="800" b="0" i="0" u="none" strike="noStrike" kern="1200" cap="none" spc="10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5CA46C9-DFB7-49A9-A48E-7BEB2E107B40}"/>
              </a:ext>
            </a:extLst>
          </p:cNvPr>
          <p:cNvSpPr/>
          <p:nvPr/>
        </p:nvSpPr>
        <p:spPr>
          <a:xfrm>
            <a:off x="5226965" y="5566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福建</a:t>
            </a:r>
            <a:endParaRPr kumimoji="0" lang="zh-CN" altLang="en-US" sz="800" b="0" i="0" u="none" strike="noStrike" kern="1200" cap="none" spc="10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FE8523BB-487A-41C8-953B-DE4D625707F3}"/>
              </a:ext>
            </a:extLst>
          </p:cNvPr>
          <p:cNvSpPr/>
          <p:nvPr/>
        </p:nvSpPr>
        <p:spPr>
          <a:xfrm>
            <a:off x="2461576" y="3746901"/>
            <a:ext cx="187200" cy="180000"/>
          </a:xfrm>
          <a:prstGeom prst="star5">
            <a:avLst>
              <a:gd name="adj" fmla="val 26563"/>
              <a:gd name="hf" fmla="val 105146"/>
              <a:gd name="vf" fmla="val 110557"/>
            </a:avLst>
          </a:prstGeom>
          <a:solidFill>
            <a:srgbClr val="C00000"/>
          </a:solidFill>
          <a:ln cap="rnd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C5523A6-995D-4475-8C40-FB5B021373D3}"/>
              </a:ext>
            </a:extLst>
          </p:cNvPr>
          <p:cNvSpPr/>
          <p:nvPr/>
        </p:nvSpPr>
        <p:spPr>
          <a:xfrm>
            <a:off x="6800845" y="4139199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深圳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E41EDAB-9D43-4F2D-A865-DE98FBBBA5EB}"/>
              </a:ext>
            </a:extLst>
          </p:cNvPr>
          <p:cNvSpPr/>
          <p:nvPr/>
        </p:nvSpPr>
        <p:spPr>
          <a:xfrm>
            <a:off x="8108847" y="4139199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广东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EA84D0D5-184F-4593-A6FA-294D71155E09}"/>
              </a:ext>
            </a:extLst>
          </p:cNvPr>
          <p:cNvSpPr/>
          <p:nvPr/>
        </p:nvSpPr>
        <p:spPr>
          <a:xfrm>
            <a:off x="9416847" y="4139199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北京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3D9E1BD-38DA-419C-9414-4C8009E1F7ED}"/>
              </a:ext>
            </a:extLst>
          </p:cNvPr>
          <p:cNvSpPr/>
          <p:nvPr/>
        </p:nvSpPr>
        <p:spPr>
          <a:xfrm>
            <a:off x="10724846" y="4139199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山东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5F3C3189-AC1E-4865-B9E5-8DFA22D781BF}"/>
              </a:ext>
            </a:extLst>
          </p:cNvPr>
          <p:cNvSpPr/>
          <p:nvPr/>
        </p:nvSpPr>
        <p:spPr>
          <a:xfrm>
            <a:off x="6780784" y="4834884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8E6E1BB-AAE3-4712-84C4-0BF69509D8CA}"/>
              </a:ext>
            </a:extLst>
          </p:cNvPr>
          <p:cNvSpPr/>
          <p:nvPr/>
        </p:nvSpPr>
        <p:spPr>
          <a:xfrm>
            <a:off x="8088783" y="4834884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551A91FA-8740-4B45-B394-EFE5E27620B9}"/>
              </a:ext>
            </a:extLst>
          </p:cNvPr>
          <p:cNvSpPr/>
          <p:nvPr/>
        </p:nvSpPr>
        <p:spPr>
          <a:xfrm>
            <a:off x="9396783" y="4834884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8981D08-5C26-4DD9-A90A-7D776071D8F9}"/>
              </a:ext>
            </a:extLst>
          </p:cNvPr>
          <p:cNvSpPr/>
          <p:nvPr/>
        </p:nvSpPr>
        <p:spPr>
          <a:xfrm>
            <a:off x="10704784" y="4834884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6E680E8D-43D4-42D3-8716-67FDC3E88751}"/>
              </a:ext>
            </a:extLst>
          </p:cNvPr>
          <p:cNvSpPr/>
          <p:nvPr/>
        </p:nvSpPr>
        <p:spPr>
          <a:xfrm>
            <a:off x="6762371" y="5057801"/>
            <a:ext cx="436018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spc="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  <a:endParaRPr kumimoji="0" lang="zh-CN" altLang="en-US" sz="800" b="0" i="0" u="none" strike="noStrike" kern="1200" cap="none" spc="5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7FD8BBF1-A1B7-4CF1-80F1-57F656D4CFB4}"/>
              </a:ext>
            </a:extLst>
          </p:cNvPr>
          <p:cNvSpPr/>
          <p:nvPr/>
        </p:nvSpPr>
        <p:spPr>
          <a:xfrm>
            <a:off x="8070374" y="5057801"/>
            <a:ext cx="436017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zh-CN" altLang="en-US" sz="800" spc="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E4473E6-8BA4-4092-8079-96728C1BDC49}"/>
              </a:ext>
            </a:extLst>
          </p:cNvPr>
          <p:cNvSpPr/>
          <p:nvPr/>
        </p:nvSpPr>
        <p:spPr>
          <a:xfrm>
            <a:off x="9378374" y="5057801"/>
            <a:ext cx="436017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zh-CN" altLang="en-US" sz="800" spc="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731402E-65F1-4E22-BA66-691BBC26ACFF}"/>
              </a:ext>
            </a:extLst>
          </p:cNvPr>
          <p:cNvSpPr/>
          <p:nvPr/>
        </p:nvSpPr>
        <p:spPr>
          <a:xfrm>
            <a:off x="10686374" y="5057801"/>
            <a:ext cx="436017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zh-CN" altLang="en-US" sz="800" spc="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</a:p>
        </p:txBody>
      </p:sp>
      <p:sp>
        <p:nvSpPr>
          <p:cNvPr id="139" name="Freeform 139">
            <a:extLst>
              <a:ext uri="{FF2B5EF4-FFF2-40B4-BE49-F238E27FC236}">
                <a16:creationId xmlns:a16="http://schemas.microsoft.com/office/drawing/2014/main" id="{54A030E9-A4FC-4127-A3DC-A9D7F1D5AC61}"/>
              </a:ext>
            </a:extLst>
          </p:cNvPr>
          <p:cNvSpPr/>
          <p:nvPr/>
        </p:nvSpPr>
        <p:spPr>
          <a:xfrm rot="17100000">
            <a:off x="7048181" y="4884492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6855335D-21A6-42C3-9ACC-B0AD0261BA19}"/>
              </a:ext>
            </a:extLst>
          </p:cNvPr>
          <p:cNvSpPr/>
          <p:nvPr/>
        </p:nvSpPr>
        <p:spPr>
          <a:xfrm rot="17100000">
            <a:off x="8352174" y="4884492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44" name="Freeform 139">
            <a:extLst>
              <a:ext uri="{FF2B5EF4-FFF2-40B4-BE49-F238E27FC236}">
                <a16:creationId xmlns:a16="http://schemas.microsoft.com/office/drawing/2014/main" id="{DA6B5724-2386-404C-806A-C5EC7961FC17}"/>
              </a:ext>
            </a:extLst>
          </p:cNvPr>
          <p:cNvSpPr/>
          <p:nvPr/>
        </p:nvSpPr>
        <p:spPr>
          <a:xfrm rot="17100000">
            <a:off x="9656167" y="4884491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45" name="Freeform 139">
            <a:extLst>
              <a:ext uri="{FF2B5EF4-FFF2-40B4-BE49-F238E27FC236}">
                <a16:creationId xmlns:a16="http://schemas.microsoft.com/office/drawing/2014/main" id="{3DBA901C-E54A-49CF-A044-4DB0016BDBD0}"/>
              </a:ext>
            </a:extLst>
          </p:cNvPr>
          <p:cNvSpPr/>
          <p:nvPr/>
        </p:nvSpPr>
        <p:spPr>
          <a:xfrm rot="17100000">
            <a:off x="10960159" y="4884490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224D02E5-AF77-40CF-8BFC-5BBA77EDD4EF}"/>
              </a:ext>
            </a:extLst>
          </p:cNvPr>
          <p:cNvSpPr/>
          <p:nvPr/>
        </p:nvSpPr>
        <p:spPr>
          <a:xfrm>
            <a:off x="6780784" y="5353558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spc="50">
                <a:solidFill>
                  <a:srgbClr val="C0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00</a:t>
            </a: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2BBD9E72-A303-4987-B529-6F43D5EF9DB0}"/>
              </a:ext>
            </a:extLst>
          </p:cNvPr>
          <p:cNvSpPr/>
          <p:nvPr/>
        </p:nvSpPr>
        <p:spPr>
          <a:xfrm>
            <a:off x="8088783" y="5353558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7F2BD678-027B-435A-B97B-7DA42865A5EA}"/>
              </a:ext>
            </a:extLst>
          </p:cNvPr>
          <p:cNvSpPr/>
          <p:nvPr/>
        </p:nvSpPr>
        <p:spPr>
          <a:xfrm>
            <a:off x="9396783" y="5353558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07CE395-B37B-4478-829A-18D07D6BEA0D}"/>
              </a:ext>
            </a:extLst>
          </p:cNvPr>
          <p:cNvSpPr/>
          <p:nvPr/>
        </p:nvSpPr>
        <p:spPr>
          <a:xfrm>
            <a:off x="10704785" y="5353558"/>
            <a:ext cx="399199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108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070E6C80-7B23-428A-BCFA-CC3AF2260F97}"/>
              </a:ext>
            </a:extLst>
          </p:cNvPr>
          <p:cNvSpPr/>
          <p:nvPr/>
        </p:nvSpPr>
        <p:spPr>
          <a:xfrm>
            <a:off x="6762373" y="5576475"/>
            <a:ext cx="436017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zh-CN" altLang="en-US" sz="800" spc="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F874A170-F617-4227-9485-E342BFB5701C}"/>
              </a:ext>
            </a:extLst>
          </p:cNvPr>
          <p:cNvSpPr/>
          <p:nvPr/>
        </p:nvSpPr>
        <p:spPr>
          <a:xfrm>
            <a:off x="8070374" y="5576475"/>
            <a:ext cx="436017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zh-CN" altLang="en-US" sz="800" spc="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70B99B71-C498-4106-AB3C-9DC5634556E7}"/>
              </a:ext>
            </a:extLst>
          </p:cNvPr>
          <p:cNvSpPr/>
          <p:nvPr/>
        </p:nvSpPr>
        <p:spPr>
          <a:xfrm>
            <a:off x="9378374" y="5576475"/>
            <a:ext cx="436017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zh-CN" altLang="en-US" sz="800" spc="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4EF5D112-6BA2-4E66-AA84-03CAD3873D46}"/>
              </a:ext>
            </a:extLst>
          </p:cNvPr>
          <p:cNvSpPr/>
          <p:nvPr/>
        </p:nvSpPr>
        <p:spPr>
          <a:xfrm>
            <a:off x="10686374" y="5576475"/>
            <a:ext cx="436017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zh-CN" altLang="en-US" sz="800" spc="5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内容文字</a:t>
            </a:r>
            <a:endParaRPr lang="zh-CN" altLang="en-US" sz="800" spc="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Freeform 139">
            <a:extLst>
              <a:ext uri="{FF2B5EF4-FFF2-40B4-BE49-F238E27FC236}">
                <a16:creationId xmlns:a16="http://schemas.microsoft.com/office/drawing/2014/main" id="{6D1084F8-41C0-4ACF-A1B3-A14AD5D65F3D}"/>
              </a:ext>
            </a:extLst>
          </p:cNvPr>
          <p:cNvSpPr/>
          <p:nvPr/>
        </p:nvSpPr>
        <p:spPr>
          <a:xfrm rot="17100000">
            <a:off x="6996314" y="5403166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73" name="Freeform 139">
            <a:extLst>
              <a:ext uri="{FF2B5EF4-FFF2-40B4-BE49-F238E27FC236}">
                <a16:creationId xmlns:a16="http://schemas.microsoft.com/office/drawing/2014/main" id="{4C087436-6ACD-4800-96E8-3993D7C2E580}"/>
              </a:ext>
            </a:extLst>
          </p:cNvPr>
          <p:cNvSpPr/>
          <p:nvPr/>
        </p:nvSpPr>
        <p:spPr>
          <a:xfrm rot="17100000">
            <a:off x="8300307" y="5403166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74" name="Freeform 139">
            <a:extLst>
              <a:ext uri="{FF2B5EF4-FFF2-40B4-BE49-F238E27FC236}">
                <a16:creationId xmlns:a16="http://schemas.microsoft.com/office/drawing/2014/main" id="{AE5D6A5F-E7AF-422B-B8A9-83B1EE18BB4D}"/>
              </a:ext>
            </a:extLst>
          </p:cNvPr>
          <p:cNvSpPr/>
          <p:nvPr/>
        </p:nvSpPr>
        <p:spPr>
          <a:xfrm rot="17100000">
            <a:off x="9604300" y="5403165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75" name="Freeform 139">
            <a:extLst>
              <a:ext uri="{FF2B5EF4-FFF2-40B4-BE49-F238E27FC236}">
                <a16:creationId xmlns:a16="http://schemas.microsoft.com/office/drawing/2014/main" id="{D106FC8C-729B-464E-ADCE-27649E33DD17}"/>
              </a:ext>
            </a:extLst>
          </p:cNvPr>
          <p:cNvSpPr/>
          <p:nvPr/>
        </p:nvSpPr>
        <p:spPr>
          <a:xfrm rot="17100000">
            <a:off x="10908292" y="5403164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81C83001-AF61-421C-9A65-6126A854467B}"/>
              </a:ext>
            </a:extLst>
          </p:cNvPr>
          <p:cNvSpPr/>
          <p:nvPr/>
        </p:nvSpPr>
        <p:spPr>
          <a:xfrm>
            <a:off x="6896106" y="2661714"/>
            <a:ext cx="362847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243B5DDF-53A4-42C5-87F1-779069ADB229}"/>
              </a:ext>
            </a:extLst>
          </p:cNvPr>
          <p:cNvSpPr/>
          <p:nvPr/>
        </p:nvSpPr>
        <p:spPr>
          <a:xfrm>
            <a:off x="8204103" y="2661714"/>
            <a:ext cx="362847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F3D93FCF-618D-4F55-99E6-E49ADDB9005A}"/>
              </a:ext>
            </a:extLst>
          </p:cNvPr>
          <p:cNvSpPr/>
          <p:nvPr/>
        </p:nvSpPr>
        <p:spPr>
          <a:xfrm>
            <a:off x="9512100" y="2661714"/>
            <a:ext cx="362847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2FFF8AC1-5694-48F4-882B-BFEF3B13FD32}"/>
              </a:ext>
            </a:extLst>
          </p:cNvPr>
          <p:cNvSpPr/>
          <p:nvPr/>
        </p:nvSpPr>
        <p:spPr>
          <a:xfrm>
            <a:off x="10820103" y="2661714"/>
            <a:ext cx="362847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00%</a:t>
            </a:r>
            <a:endParaRPr kumimoji="0" lang="zh-CN" altLang="en-US" sz="1200" b="0" i="0" u="none" strike="noStrike" kern="1200" cap="none" spc="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5AD38E81-6C58-41EE-A8AA-910C9956B9EF}"/>
              </a:ext>
            </a:extLst>
          </p:cNvPr>
          <p:cNvSpPr/>
          <p:nvPr/>
        </p:nvSpPr>
        <p:spPr>
          <a:xfrm>
            <a:off x="6864966" y="2938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深圳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2A39C187-B034-468C-B74C-5DDB474976D4}"/>
              </a:ext>
            </a:extLst>
          </p:cNvPr>
          <p:cNvSpPr/>
          <p:nvPr/>
        </p:nvSpPr>
        <p:spPr>
          <a:xfrm>
            <a:off x="8172970" y="2938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山东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8ED476D2-4ED3-4205-A413-C66BC30193A4}"/>
              </a:ext>
            </a:extLst>
          </p:cNvPr>
          <p:cNvSpPr/>
          <p:nvPr/>
        </p:nvSpPr>
        <p:spPr>
          <a:xfrm>
            <a:off x="9480966" y="2938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北京</a:t>
            </a: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007EE23-EC15-40B2-B56E-28B9C92A1579}"/>
              </a:ext>
            </a:extLst>
          </p:cNvPr>
          <p:cNvSpPr/>
          <p:nvPr/>
        </p:nvSpPr>
        <p:spPr>
          <a:xfrm>
            <a:off x="10788967" y="2938950"/>
            <a:ext cx="230833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浙江</a:t>
            </a:r>
          </a:p>
        </p:txBody>
      </p:sp>
      <p:sp>
        <p:nvSpPr>
          <p:cNvPr id="222" name="Freeform 139">
            <a:extLst>
              <a:ext uri="{FF2B5EF4-FFF2-40B4-BE49-F238E27FC236}">
                <a16:creationId xmlns:a16="http://schemas.microsoft.com/office/drawing/2014/main" id="{5D091C12-85BC-4F22-8011-80A1E8D50A45}"/>
              </a:ext>
            </a:extLst>
          </p:cNvPr>
          <p:cNvSpPr/>
          <p:nvPr/>
        </p:nvSpPr>
        <p:spPr>
          <a:xfrm rot="17100000">
            <a:off x="7196044" y="2711322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223" name="Freeform 139">
            <a:extLst>
              <a:ext uri="{FF2B5EF4-FFF2-40B4-BE49-F238E27FC236}">
                <a16:creationId xmlns:a16="http://schemas.microsoft.com/office/drawing/2014/main" id="{3F4AE63C-FE11-44CB-85FF-39000395D809}"/>
              </a:ext>
            </a:extLst>
          </p:cNvPr>
          <p:cNvSpPr/>
          <p:nvPr/>
        </p:nvSpPr>
        <p:spPr>
          <a:xfrm rot="17100000">
            <a:off x="8500037" y="2711322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224" name="Freeform 139">
            <a:extLst>
              <a:ext uri="{FF2B5EF4-FFF2-40B4-BE49-F238E27FC236}">
                <a16:creationId xmlns:a16="http://schemas.microsoft.com/office/drawing/2014/main" id="{BA819163-17E2-40D5-8E6B-C7FDC74C7625}"/>
              </a:ext>
            </a:extLst>
          </p:cNvPr>
          <p:cNvSpPr/>
          <p:nvPr/>
        </p:nvSpPr>
        <p:spPr>
          <a:xfrm rot="17100000">
            <a:off x="9804030" y="2711321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225" name="Freeform 139">
            <a:extLst>
              <a:ext uri="{FF2B5EF4-FFF2-40B4-BE49-F238E27FC236}">
                <a16:creationId xmlns:a16="http://schemas.microsoft.com/office/drawing/2014/main" id="{952E7FAE-E9F8-49D2-93BC-7EB9B2DAA2DA}"/>
              </a:ext>
            </a:extLst>
          </p:cNvPr>
          <p:cNvSpPr/>
          <p:nvPr/>
        </p:nvSpPr>
        <p:spPr>
          <a:xfrm rot="17100000">
            <a:off x="11108022" y="2711320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63AD812-4E12-469E-9252-F17A067D81FC}"/>
              </a:ext>
            </a:extLst>
          </p:cNvPr>
          <p:cNvSpPr/>
          <p:nvPr/>
        </p:nvSpPr>
        <p:spPr>
          <a:xfrm>
            <a:off x="6663148" y="2673255"/>
            <a:ext cx="282129" cy="16158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同比</a:t>
            </a: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DC2BD522-DB11-4C3F-8F14-F1A673513363}"/>
              </a:ext>
            </a:extLst>
          </p:cNvPr>
          <p:cNvSpPr/>
          <p:nvPr/>
        </p:nvSpPr>
        <p:spPr>
          <a:xfrm>
            <a:off x="7971148" y="2673255"/>
            <a:ext cx="282129" cy="16158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同比</a:t>
            </a: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356FEC93-0BD7-4280-BF3D-C4E65B8A91E9}"/>
              </a:ext>
            </a:extLst>
          </p:cNvPr>
          <p:cNvSpPr/>
          <p:nvPr/>
        </p:nvSpPr>
        <p:spPr>
          <a:xfrm>
            <a:off x="9279148" y="2673255"/>
            <a:ext cx="282129" cy="16158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同比</a:t>
            </a:r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FB2FF206-661C-4BC2-BBC0-D52C5964482F}"/>
              </a:ext>
            </a:extLst>
          </p:cNvPr>
          <p:cNvSpPr/>
          <p:nvPr/>
        </p:nvSpPr>
        <p:spPr>
          <a:xfrm>
            <a:off x="10587148" y="2673255"/>
            <a:ext cx="282129" cy="16158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同比</a:t>
            </a:r>
          </a:p>
        </p:txBody>
      </p:sp>
      <p:sp>
        <p:nvSpPr>
          <p:cNvPr id="232" name="星形: 五角 231">
            <a:extLst>
              <a:ext uri="{FF2B5EF4-FFF2-40B4-BE49-F238E27FC236}">
                <a16:creationId xmlns:a16="http://schemas.microsoft.com/office/drawing/2014/main" id="{CBCE93FC-760E-4D42-A07D-DBF55919BB90}"/>
              </a:ext>
            </a:extLst>
          </p:cNvPr>
          <p:cNvSpPr/>
          <p:nvPr/>
        </p:nvSpPr>
        <p:spPr>
          <a:xfrm>
            <a:off x="2461576" y="1138779"/>
            <a:ext cx="187200" cy="180000"/>
          </a:xfrm>
          <a:prstGeom prst="star5">
            <a:avLst>
              <a:gd name="adj" fmla="val 26563"/>
              <a:gd name="hf" fmla="val 105146"/>
              <a:gd name="vf" fmla="val 110557"/>
            </a:avLst>
          </a:prstGeom>
          <a:solidFill>
            <a:srgbClr val="C00000"/>
          </a:solidFill>
          <a:ln cap="rnd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42F9DEF1-456B-46F9-B0D3-DD200DC17ADC}"/>
              </a:ext>
            </a:extLst>
          </p:cNvPr>
          <p:cNvSpPr/>
          <p:nvPr/>
        </p:nvSpPr>
        <p:spPr>
          <a:xfrm>
            <a:off x="986845" y="1625933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深圳</a:t>
            </a: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D0082A1D-F19F-4C53-BC99-1542A6DD4921}"/>
              </a:ext>
            </a:extLst>
          </p:cNvPr>
          <p:cNvSpPr/>
          <p:nvPr/>
        </p:nvSpPr>
        <p:spPr>
          <a:xfrm>
            <a:off x="2030848" y="1625933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上海</a:t>
            </a: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807994A3-929E-473E-AF21-B712F01541D8}"/>
              </a:ext>
            </a:extLst>
          </p:cNvPr>
          <p:cNvSpPr/>
          <p:nvPr/>
        </p:nvSpPr>
        <p:spPr>
          <a:xfrm>
            <a:off x="3074846" y="1625933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浙江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ADD7FD8B-BB88-4594-B765-EDCB7759EDAD}"/>
              </a:ext>
            </a:extLst>
          </p:cNvPr>
          <p:cNvSpPr/>
          <p:nvPr/>
        </p:nvSpPr>
        <p:spPr>
          <a:xfrm>
            <a:off x="4118846" y="1625933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江苏</a:t>
            </a: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B003D0D4-C69A-44B6-BFD4-048333AE6014}"/>
              </a:ext>
            </a:extLst>
          </p:cNvPr>
          <p:cNvSpPr/>
          <p:nvPr/>
        </p:nvSpPr>
        <p:spPr>
          <a:xfrm>
            <a:off x="5162846" y="1625933"/>
            <a:ext cx="359074" cy="184666"/>
          </a:xfrm>
          <a:prstGeom prst="rect">
            <a:avLst/>
          </a:prstGeom>
          <a:noFill/>
          <a:ln w="6350">
            <a:noFill/>
          </a:ln>
          <a:effectLst>
            <a:reflection blurRad="12700" stA="40000" endPos="6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广东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14D744A5-82D5-4C0C-817A-FA0C86662EDC}"/>
              </a:ext>
            </a:extLst>
          </p:cNvPr>
          <p:cNvSpPr txBox="1"/>
          <p:nvPr/>
        </p:nvSpPr>
        <p:spPr>
          <a:xfrm>
            <a:off x="1400986" y="2544481"/>
            <a:ext cx="3706791" cy="5693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kumimoji="1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深圳：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这里为内容区域样式这里为内容区域样式，这里为内容区域样式。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spcAft>
                <a:spcPts val="600"/>
              </a:spcAft>
              <a:defRPr/>
            </a:pPr>
            <a:r>
              <a:rPr kumimoji="1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上海：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这里为内容区域样式这里为内容区域样式，这里为内容区域样式。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/>
            </a:pPr>
            <a:r>
              <a:rPr kumimoji="1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广东：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这里为内容区域样式这里为内容区域样式，这里为内容区域样式。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B505FB-636A-4082-985A-4D9E3D07860F}"/>
              </a:ext>
            </a:extLst>
          </p:cNvPr>
          <p:cNvSpPr txBox="1"/>
          <p:nvPr/>
        </p:nvSpPr>
        <p:spPr>
          <a:xfrm>
            <a:off x="9707568" y="6014053"/>
            <a:ext cx="19942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800" i="1">
                <a:solidFill>
                  <a:schemeClr val="bg1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备注：以上数据均为虚假标注，与事实无关</a:t>
            </a:r>
            <a:endParaRPr kumimoji="1" lang="zh-CN" altLang="en-US" sz="800" i="1" dirty="0">
              <a:solidFill>
                <a:schemeClr val="bg1">
                  <a:lumMod val="60000"/>
                  <a:lumOff val="4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80FC7F68-48B3-49C6-95E3-DD02FD5E2F23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23" name="矩形 122">
              <a:hlinkClick r:id="rId3" action="ppaction://hlinksldjump"/>
              <a:extLst>
                <a:ext uri="{FF2B5EF4-FFF2-40B4-BE49-F238E27FC236}">
                  <a16:creationId xmlns:a16="http://schemas.microsoft.com/office/drawing/2014/main" id="{4079117E-B9DB-4865-912E-D348ECF18FCA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4" name="直接连接符 123">
              <a:hlinkClick r:id="rId3" action="ppaction://hlinksldjump"/>
              <a:extLst>
                <a:ext uri="{FF2B5EF4-FFF2-40B4-BE49-F238E27FC236}">
                  <a16:creationId xmlns:a16="http://schemas.microsoft.com/office/drawing/2014/main" id="{4171C467-8E57-4514-A009-AC9A5E9D2331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169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9807FC6-EC2D-4EF5-A1E4-7768429A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表格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CD9793D-1E1A-41C2-B779-3A1361BF1ABF}"/>
              </a:ext>
            </a:extLst>
          </p:cNvPr>
          <p:cNvSpPr/>
          <p:nvPr/>
        </p:nvSpPr>
        <p:spPr>
          <a:xfrm>
            <a:off x="5407127" y="5254067"/>
            <a:ext cx="6271254" cy="905959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这里为内容区域样式这里为内容区域样式，这里为内容区域样式。这里为内容区域样式这里为内容区域样式，</a:t>
            </a:r>
            <a:endParaRPr lang="en-US" altLang="zh-CN" sz="800" dirty="0">
              <a:latin typeface="+mn-ea"/>
            </a:endParaRPr>
          </a:p>
          <a:p>
            <a:pPr marL="228600" lvl="0" indent="-228600"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这里为内容区域样式这里为内容区域样式，这里为内容区域样式。这里为内容区域样式这里为内容区域样式，</a:t>
            </a:r>
            <a:endParaRPr lang="en-US" altLang="zh-CN" sz="800" dirty="0">
              <a:latin typeface="+mn-ea"/>
            </a:endParaRPr>
          </a:p>
          <a:p>
            <a:pPr marL="228600" lvl="0" indent="-228600"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这里为内容区域样式这里为内容区域样式，这里为内容区域样式。这里为内容区域样式这里为内容区域样式，</a:t>
            </a:r>
            <a:endParaRPr lang="en-US" altLang="zh-CN" sz="800" dirty="0">
              <a:latin typeface="+mn-ea"/>
            </a:endParaRPr>
          </a:p>
          <a:p>
            <a:pPr marL="228600" lvl="0" indent="-228600">
              <a:spcAft>
                <a:spcPts val="600"/>
              </a:spcAft>
              <a:buFont typeface="+mj-ea"/>
              <a:buAutoNum type="circleNumDbPlain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这里为内容区域样式这里为内容区域样式，这里为内容区域样式。这里为内容区域样式这里为内容区域样式，</a:t>
            </a:r>
            <a:endParaRPr lang="en-US" altLang="zh-CN" sz="800" dirty="0">
              <a:latin typeface="+mn-ea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2E4CD62-C850-43E8-A75C-72CF7EBFC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542296"/>
              </p:ext>
            </p:extLst>
          </p:nvPr>
        </p:nvGraphicFramePr>
        <p:xfrm>
          <a:off x="5407127" y="909000"/>
          <a:ext cx="6271252" cy="4257152"/>
        </p:xfrm>
        <a:graphic>
          <a:graphicData uri="http://schemas.openxmlformats.org/drawingml/2006/table">
            <a:tbl>
              <a:tblPr/>
              <a:tblGrid>
                <a:gridCol w="1361522">
                  <a:extLst>
                    <a:ext uri="{9D8B030D-6E8A-4147-A177-3AD203B41FA5}">
                      <a16:colId xmlns:a16="http://schemas.microsoft.com/office/drawing/2014/main" val="4115675796"/>
                    </a:ext>
                  </a:extLst>
                </a:gridCol>
                <a:gridCol w="701390">
                  <a:extLst>
                    <a:ext uri="{9D8B030D-6E8A-4147-A177-3AD203B41FA5}">
                      <a16:colId xmlns:a16="http://schemas.microsoft.com/office/drawing/2014/main" val="3707265447"/>
                    </a:ext>
                  </a:extLst>
                </a:gridCol>
                <a:gridCol w="701390">
                  <a:extLst>
                    <a:ext uri="{9D8B030D-6E8A-4147-A177-3AD203B41FA5}">
                      <a16:colId xmlns:a16="http://schemas.microsoft.com/office/drawing/2014/main" val="2389316798"/>
                    </a:ext>
                  </a:extLst>
                </a:gridCol>
                <a:gridCol w="701390">
                  <a:extLst>
                    <a:ext uri="{9D8B030D-6E8A-4147-A177-3AD203B41FA5}">
                      <a16:colId xmlns:a16="http://schemas.microsoft.com/office/drawing/2014/main" val="1822164248"/>
                    </a:ext>
                  </a:extLst>
                </a:gridCol>
                <a:gridCol w="701390">
                  <a:extLst>
                    <a:ext uri="{9D8B030D-6E8A-4147-A177-3AD203B41FA5}">
                      <a16:colId xmlns:a16="http://schemas.microsoft.com/office/drawing/2014/main" val="94829926"/>
                    </a:ext>
                  </a:extLst>
                </a:gridCol>
                <a:gridCol w="701390">
                  <a:extLst>
                    <a:ext uri="{9D8B030D-6E8A-4147-A177-3AD203B41FA5}">
                      <a16:colId xmlns:a16="http://schemas.microsoft.com/office/drawing/2014/main" val="2239500164"/>
                    </a:ext>
                  </a:extLst>
                </a:gridCol>
                <a:gridCol w="701390">
                  <a:extLst>
                    <a:ext uri="{9D8B030D-6E8A-4147-A177-3AD203B41FA5}">
                      <a16:colId xmlns:a16="http://schemas.microsoft.com/office/drawing/2014/main" val="1589980445"/>
                    </a:ext>
                  </a:extLst>
                </a:gridCol>
                <a:gridCol w="701390">
                  <a:extLst>
                    <a:ext uri="{9D8B030D-6E8A-4147-A177-3AD203B41FA5}">
                      <a16:colId xmlns:a16="http://schemas.microsoft.com/office/drawing/2014/main" val="294458798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收入分类型</a:t>
                      </a:r>
                      <a:endParaRPr lang="en-US" altLang="zh-CN" sz="800" b="1" i="0" u="none" strike="noStrike" dirty="0"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管理目标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1-4</a:t>
                      </a:r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月累计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累计完成率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预测完成率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H1</a:t>
                      </a:r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挑战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挑战完成率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62873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796610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822515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88117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marL="0" marR="0" lvl="0" indent="0" algn="l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 </a:t>
                      </a: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25152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项目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925550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项目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53737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项目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430050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项目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59786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marL="0" marR="0" lvl="0" indent="0" algn="l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 </a:t>
                      </a: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095506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9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879348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9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618666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9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219550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02266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marL="0" marR="0" lvl="0" indent="0" algn="l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 </a:t>
                      </a: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85126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marL="0" marR="0" lvl="0" indent="0" algn="l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 </a:t>
                      </a: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73860"/>
                  </a:ext>
                </a:extLst>
              </a:tr>
              <a:tr h="2525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3854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77B462A-CB12-4444-8941-93626C5F9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24740"/>
              </p:ext>
            </p:extLst>
          </p:nvPr>
        </p:nvGraphicFramePr>
        <p:xfrm>
          <a:off x="518381" y="909000"/>
          <a:ext cx="4672746" cy="2709726"/>
        </p:xfrm>
        <a:graphic>
          <a:graphicData uri="http://schemas.openxmlformats.org/drawingml/2006/table">
            <a:tbl>
              <a:tblPr/>
              <a:tblGrid>
                <a:gridCol w="1708316">
                  <a:extLst>
                    <a:ext uri="{9D8B030D-6E8A-4147-A177-3AD203B41FA5}">
                      <a16:colId xmlns:a16="http://schemas.microsoft.com/office/drawing/2014/main" val="967223916"/>
                    </a:ext>
                  </a:extLst>
                </a:gridCol>
                <a:gridCol w="703424">
                  <a:extLst>
                    <a:ext uri="{9D8B030D-6E8A-4147-A177-3AD203B41FA5}">
                      <a16:colId xmlns:a16="http://schemas.microsoft.com/office/drawing/2014/main" val="101415966"/>
                    </a:ext>
                  </a:extLst>
                </a:gridCol>
                <a:gridCol w="703424">
                  <a:extLst>
                    <a:ext uri="{9D8B030D-6E8A-4147-A177-3AD203B41FA5}">
                      <a16:colId xmlns:a16="http://schemas.microsoft.com/office/drawing/2014/main" val="3095479728"/>
                    </a:ext>
                  </a:extLst>
                </a:gridCol>
                <a:gridCol w="854158">
                  <a:extLst>
                    <a:ext uri="{9D8B030D-6E8A-4147-A177-3AD203B41FA5}">
                      <a16:colId xmlns:a16="http://schemas.microsoft.com/office/drawing/2014/main" val="1878022892"/>
                    </a:ext>
                  </a:extLst>
                </a:gridCol>
                <a:gridCol w="703424">
                  <a:extLst>
                    <a:ext uri="{9D8B030D-6E8A-4147-A177-3AD203B41FA5}">
                      <a16:colId xmlns:a16="http://schemas.microsoft.com/office/drawing/2014/main" val="3102874401"/>
                    </a:ext>
                  </a:extLst>
                </a:gridCol>
              </a:tblGrid>
              <a:tr h="23226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收入</a:t>
                      </a:r>
                      <a:r>
                        <a:rPr lang="en-US" alt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</a:t>
                      </a:r>
                      <a:r>
                        <a:rPr lang="en-US" alt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销毛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管理目标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1-4</a:t>
                      </a:r>
                      <a:r>
                        <a:rPr lang="zh-CN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月累计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1-4</a:t>
                      </a:r>
                      <a:r>
                        <a:rPr lang="zh-CN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月累计完成率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累计同比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903599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 dirty="0">
                          <a:solidFill>
                            <a:srgbClr val="1D1D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1" i="0" u="none" strike="noStrike" dirty="0">
                          <a:solidFill>
                            <a:srgbClr val="1D1D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14524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其中：项目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103204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其中：项目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24459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其中：项目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5188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32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28438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其中：项目</a:t>
                      </a: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32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94845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这是标题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32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13796"/>
                  </a:ext>
                </a:extLst>
              </a:tr>
              <a:tr h="309683">
                <a:tc>
                  <a:txBody>
                    <a:bodyPr/>
                    <a:lstStyle/>
                    <a:p>
                      <a:pPr algn="just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sz="800" b="0" i="0" u="none" strike="noStrike" dirty="0">
                        <a:solidFill>
                          <a:srgbClr val="1D1D1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600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32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06042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3A8FCA7-F243-458E-9252-0D6F980A8EAE}"/>
              </a:ext>
            </a:extLst>
          </p:cNvPr>
          <p:cNvSpPr txBox="1"/>
          <p:nvPr/>
        </p:nvSpPr>
        <p:spPr>
          <a:xfrm>
            <a:off x="3555456" y="1187287"/>
            <a:ext cx="108000" cy="108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1" lang="zh-CN" altLang="en-US" sz="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5591774-678B-4438-BEB7-F873DC7727DA}"/>
              </a:ext>
            </a:extLst>
          </p:cNvPr>
          <p:cNvSpPr txBox="1"/>
          <p:nvPr/>
        </p:nvSpPr>
        <p:spPr>
          <a:xfrm>
            <a:off x="11053210" y="697974"/>
            <a:ext cx="6251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单位：亿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CNY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36B0AD-44AC-4235-810A-15AEF879F8E2}"/>
              </a:ext>
            </a:extLst>
          </p:cNvPr>
          <p:cNvSpPr txBox="1"/>
          <p:nvPr/>
        </p:nvSpPr>
        <p:spPr>
          <a:xfrm>
            <a:off x="8098881" y="1447687"/>
            <a:ext cx="108000" cy="108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endParaRPr kumimoji="1" lang="zh-CN" altLang="en-US" sz="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522165-CA4C-41DB-B3C9-7C8A72E1E8C7}"/>
              </a:ext>
            </a:extLst>
          </p:cNvPr>
          <p:cNvSpPr txBox="1"/>
          <p:nvPr/>
        </p:nvSpPr>
        <p:spPr>
          <a:xfrm>
            <a:off x="10222956" y="1304699"/>
            <a:ext cx="108000" cy="108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1" lang="zh-CN" altLang="en-US" sz="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91F1787A-91BF-43CD-8D73-B769F75D07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892937"/>
              </p:ext>
            </p:extLst>
          </p:nvPr>
        </p:nvGraphicFramePr>
        <p:xfrm>
          <a:off x="576634" y="3933826"/>
          <a:ext cx="2598209" cy="2232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BA59A29D-7831-44BC-AF93-B73164B798F1}"/>
              </a:ext>
            </a:extLst>
          </p:cNvPr>
          <p:cNvSpPr/>
          <p:nvPr/>
        </p:nvSpPr>
        <p:spPr>
          <a:xfrm>
            <a:off x="3482300" y="4027940"/>
            <a:ext cx="1538433" cy="1917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lvl="0" indent="-171450" algn="just" defTabSz="9144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标题</a:t>
            </a:r>
            <a:r>
              <a:rPr kumimoji="1" lang="en-US" altLang="zh-CN" sz="8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71450" lvl="0" indent="-171450" algn="just" defTabSz="9144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标题</a:t>
            </a:r>
            <a:r>
              <a:rPr kumimoji="1" lang="en-US" altLang="zh-CN" sz="8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71450" indent="-171450" algn="just" defTabSz="9144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标题</a:t>
            </a:r>
            <a:r>
              <a:rPr kumimoji="1" lang="en-US" altLang="zh-CN" sz="8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71450" indent="-171450" algn="just" defTabSz="9144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标题</a:t>
            </a:r>
            <a:r>
              <a:rPr kumimoji="1" lang="en-US" altLang="zh-CN" sz="8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8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kumimoji="1" lang="en-US" altLang="zh-CN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1EF164-D4A2-44AF-A3DA-EDC5511C2E72}"/>
              </a:ext>
            </a:extLst>
          </p:cNvPr>
          <p:cNvSpPr/>
          <p:nvPr/>
        </p:nvSpPr>
        <p:spPr>
          <a:xfrm>
            <a:off x="517524" y="3767666"/>
            <a:ext cx="4673603" cy="2392359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214CDC9-2482-4A66-9101-09F24169E813}"/>
              </a:ext>
            </a:extLst>
          </p:cNvPr>
          <p:cNvCxnSpPr>
            <a:cxnSpLocks/>
          </p:cNvCxnSpPr>
          <p:nvPr/>
        </p:nvCxnSpPr>
        <p:spPr>
          <a:xfrm>
            <a:off x="3313203" y="4145504"/>
            <a:ext cx="0" cy="179969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  <a:alpha val="0"/>
                  </a:srgbClr>
                </a:gs>
                <a:gs pos="5000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B55FE1-7C61-46A9-8B46-3FC2CB51DE11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6" name="矩形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B1D7AF9B-552E-4627-A6D1-92C16F6C463F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21" name="直接连接符 20">
              <a:hlinkClick r:id="rId4" action="ppaction://hlinksldjump"/>
              <a:extLst>
                <a:ext uri="{FF2B5EF4-FFF2-40B4-BE49-F238E27FC236}">
                  <a16:creationId xmlns:a16="http://schemas.microsoft.com/office/drawing/2014/main" id="{586BF89F-B728-4308-8432-0A7A89788127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6756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8F6DC311-2C5B-47EC-9651-270A6D8AC514}"/>
              </a:ext>
            </a:extLst>
          </p:cNvPr>
          <p:cNvSpPr/>
          <p:nvPr/>
        </p:nvSpPr>
        <p:spPr>
          <a:xfrm>
            <a:off x="517524" y="909000"/>
            <a:ext cx="2844801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FA3E952-6E2C-4BAA-A3D6-2859D4BA22AF}"/>
              </a:ext>
            </a:extLst>
          </p:cNvPr>
          <p:cNvSpPr/>
          <p:nvPr/>
        </p:nvSpPr>
        <p:spPr>
          <a:xfrm>
            <a:off x="3578225" y="909000"/>
            <a:ext cx="8101013" cy="525685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83" name="内容占位符 5">
            <a:extLst>
              <a:ext uri="{FF2B5EF4-FFF2-40B4-BE49-F238E27FC236}">
                <a16:creationId xmlns:a16="http://schemas.microsoft.com/office/drawing/2014/main" id="{F5563C08-A378-4EE7-AFDE-354200A1E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9878682"/>
              </p:ext>
            </p:extLst>
          </p:nvPr>
        </p:nvGraphicFramePr>
        <p:xfrm>
          <a:off x="661989" y="1334016"/>
          <a:ext cx="2487612" cy="4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D1FCBF1-F3F5-4020-B578-9D8FEFAF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>
                <a:latin typeface="+mn-ea"/>
                <a:ea typeface="+mn-ea"/>
                <a:cs typeface="+mn-cs"/>
              </a:rPr>
              <a:t>页面参考 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– 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柱状图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1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08EE94C-0BC4-4031-AB06-E794111BFF63}"/>
              </a:ext>
            </a:extLst>
          </p:cNvPr>
          <p:cNvSpPr/>
          <p:nvPr/>
        </p:nvSpPr>
        <p:spPr>
          <a:xfrm>
            <a:off x="517524" y="908050"/>
            <a:ext cx="2844801" cy="216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>
                <a:solidFill>
                  <a:prstClr val="white"/>
                </a:solidFill>
                <a:latin typeface="+mn-ea"/>
                <a:sym typeface="+mn-lt"/>
              </a:rPr>
              <a:t>号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字）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7EE05ED-77A0-4656-A883-5C418DE7FBD5}"/>
              </a:ext>
            </a:extLst>
          </p:cNvPr>
          <p:cNvGrpSpPr/>
          <p:nvPr/>
        </p:nvGrpSpPr>
        <p:grpSpPr>
          <a:xfrm>
            <a:off x="1379917" y="2067820"/>
            <a:ext cx="512961" cy="345636"/>
            <a:chOff x="6651747" y="2210053"/>
            <a:chExt cx="493066" cy="320190"/>
          </a:xfrm>
        </p:grpSpPr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8043A45D-9BDA-477F-89EE-198065A7E00E}"/>
                </a:ext>
              </a:extLst>
            </p:cNvPr>
            <p:cNvSpPr txBox="1"/>
            <p:nvPr/>
          </p:nvSpPr>
          <p:spPr>
            <a:xfrm>
              <a:off x="6651747" y="2210053"/>
              <a:ext cx="493066" cy="14255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1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同比增长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2501CF8D-1A5C-43D0-B322-96E54B844DCB}"/>
                </a:ext>
              </a:extLst>
            </p:cNvPr>
            <p:cNvSpPr txBox="1"/>
            <p:nvPr/>
          </p:nvSpPr>
          <p:spPr>
            <a:xfrm>
              <a:off x="6765767" y="2387684"/>
              <a:ext cx="265024" cy="14255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1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00%</a:t>
              </a:r>
              <a:endPara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82" name="箭头: 上 18">
            <a:extLst>
              <a:ext uri="{FF2B5EF4-FFF2-40B4-BE49-F238E27FC236}">
                <a16:creationId xmlns:a16="http://schemas.microsoft.com/office/drawing/2014/main" id="{67B69396-21AE-42D4-B288-53A584199927}"/>
              </a:ext>
            </a:extLst>
          </p:cNvPr>
          <p:cNvSpPr/>
          <p:nvPr/>
        </p:nvSpPr>
        <p:spPr>
          <a:xfrm rot="1478015">
            <a:off x="1634740" y="1859516"/>
            <a:ext cx="405117" cy="1640731"/>
          </a:xfrm>
          <a:custGeom>
            <a:avLst/>
            <a:gdLst>
              <a:gd name="connsiteX0" fmla="*/ 0 w 176913"/>
              <a:gd name="connsiteY0" fmla="*/ 180457 h 627888"/>
              <a:gd name="connsiteX1" fmla="*/ 88457 w 176913"/>
              <a:gd name="connsiteY1" fmla="*/ 0 h 627888"/>
              <a:gd name="connsiteX2" fmla="*/ 176913 w 176913"/>
              <a:gd name="connsiteY2" fmla="*/ 180457 h 627888"/>
              <a:gd name="connsiteX3" fmla="*/ 132685 w 176913"/>
              <a:gd name="connsiteY3" fmla="*/ 180457 h 627888"/>
              <a:gd name="connsiteX4" fmla="*/ 132685 w 176913"/>
              <a:gd name="connsiteY4" fmla="*/ 627888 h 627888"/>
              <a:gd name="connsiteX5" fmla="*/ 44228 w 176913"/>
              <a:gd name="connsiteY5" fmla="*/ 627888 h 627888"/>
              <a:gd name="connsiteX6" fmla="*/ 44228 w 176913"/>
              <a:gd name="connsiteY6" fmla="*/ 180457 h 627888"/>
              <a:gd name="connsiteX7" fmla="*/ 0 w 176913"/>
              <a:gd name="connsiteY7" fmla="*/ 180457 h 627888"/>
              <a:gd name="connsiteX0" fmla="*/ 71150 w 248063"/>
              <a:gd name="connsiteY0" fmla="*/ 180457 h 1433703"/>
              <a:gd name="connsiteX1" fmla="*/ 159607 w 248063"/>
              <a:gd name="connsiteY1" fmla="*/ 0 h 1433703"/>
              <a:gd name="connsiteX2" fmla="*/ 248063 w 248063"/>
              <a:gd name="connsiteY2" fmla="*/ 180457 h 1433703"/>
              <a:gd name="connsiteX3" fmla="*/ 203835 w 248063"/>
              <a:gd name="connsiteY3" fmla="*/ 180457 h 1433703"/>
              <a:gd name="connsiteX4" fmla="*/ 0 w 248063"/>
              <a:gd name="connsiteY4" fmla="*/ 1433703 h 1433703"/>
              <a:gd name="connsiteX5" fmla="*/ 115378 w 248063"/>
              <a:gd name="connsiteY5" fmla="*/ 627888 h 1433703"/>
              <a:gd name="connsiteX6" fmla="*/ 115378 w 248063"/>
              <a:gd name="connsiteY6" fmla="*/ 180457 h 1433703"/>
              <a:gd name="connsiteX7" fmla="*/ 71150 w 248063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934718"/>
              <a:gd name="connsiteX1" fmla="*/ 242349 w 330805"/>
              <a:gd name="connsiteY1" fmla="*/ 0 h 1934718"/>
              <a:gd name="connsiteX2" fmla="*/ 330805 w 330805"/>
              <a:gd name="connsiteY2" fmla="*/ 180457 h 1934718"/>
              <a:gd name="connsiteX3" fmla="*/ 286577 w 330805"/>
              <a:gd name="connsiteY3" fmla="*/ 180457 h 1934718"/>
              <a:gd name="connsiteX4" fmla="*/ 52262 w 330805"/>
              <a:gd name="connsiteY4" fmla="*/ 1934718 h 1934718"/>
              <a:gd name="connsiteX5" fmla="*/ 0 w 330805"/>
              <a:gd name="connsiteY5" fmla="*/ 1433703 h 1934718"/>
              <a:gd name="connsiteX6" fmla="*/ 198120 w 330805"/>
              <a:gd name="connsiteY6" fmla="*/ 180457 h 1934718"/>
              <a:gd name="connsiteX7" fmla="*/ 153892 w 330805"/>
              <a:gd name="connsiteY7" fmla="*/ 180457 h 193471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1079722 w 1256635"/>
              <a:gd name="connsiteY0" fmla="*/ 180457 h 2892933"/>
              <a:gd name="connsiteX1" fmla="*/ 1168179 w 1256635"/>
              <a:gd name="connsiteY1" fmla="*/ 0 h 2892933"/>
              <a:gd name="connsiteX2" fmla="*/ 1256635 w 1256635"/>
              <a:gd name="connsiteY2" fmla="*/ 180457 h 2892933"/>
              <a:gd name="connsiteX3" fmla="*/ 1212407 w 1256635"/>
              <a:gd name="connsiteY3" fmla="*/ 180457 h 2892933"/>
              <a:gd name="connsiteX4" fmla="*/ 856172 w 1256635"/>
              <a:gd name="connsiteY4" fmla="*/ 2132838 h 2892933"/>
              <a:gd name="connsiteX5" fmla="*/ 0 w 1256635"/>
              <a:gd name="connsiteY5" fmla="*/ 2892933 h 2892933"/>
              <a:gd name="connsiteX6" fmla="*/ 1123950 w 1256635"/>
              <a:gd name="connsiteY6" fmla="*/ 180457 h 2892933"/>
              <a:gd name="connsiteX7" fmla="*/ 1079722 w 1256635"/>
              <a:gd name="connsiteY7" fmla="*/ 180457 h 289293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424303"/>
              <a:gd name="connsiteX1" fmla="*/ 779559 w 868015"/>
              <a:gd name="connsiteY1" fmla="*/ 0 h 2424303"/>
              <a:gd name="connsiteX2" fmla="*/ 868015 w 868015"/>
              <a:gd name="connsiteY2" fmla="*/ 180457 h 2424303"/>
              <a:gd name="connsiteX3" fmla="*/ 823787 w 868015"/>
              <a:gd name="connsiteY3" fmla="*/ 180457 h 2424303"/>
              <a:gd name="connsiteX4" fmla="*/ 216092 w 868015"/>
              <a:gd name="connsiteY4" fmla="*/ 2418588 h 2424303"/>
              <a:gd name="connsiteX5" fmla="*/ 0 w 868015"/>
              <a:gd name="connsiteY5" fmla="*/ 2424303 h 2424303"/>
              <a:gd name="connsiteX6" fmla="*/ 735330 w 868015"/>
              <a:gd name="connsiteY6" fmla="*/ 180457 h 2424303"/>
              <a:gd name="connsiteX7" fmla="*/ 691102 w 868015"/>
              <a:gd name="connsiteY7" fmla="*/ 180457 h 2424303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8015" h="2529078">
                <a:moveTo>
                  <a:pt x="691102" y="180457"/>
                </a:moveTo>
                <a:lnTo>
                  <a:pt x="779559" y="0"/>
                </a:lnTo>
                <a:lnTo>
                  <a:pt x="868015" y="180457"/>
                </a:lnTo>
                <a:lnTo>
                  <a:pt x="823787" y="180457"/>
                </a:lnTo>
                <a:cubicBezTo>
                  <a:pt x="805372" y="1297341"/>
                  <a:pt x="432627" y="2115139"/>
                  <a:pt x="197042" y="2529078"/>
                </a:cubicBezTo>
                <a:lnTo>
                  <a:pt x="0" y="2424303"/>
                </a:lnTo>
                <a:cubicBezTo>
                  <a:pt x="462280" y="1732234"/>
                  <a:pt x="709295" y="988731"/>
                  <a:pt x="735330" y="180457"/>
                </a:cubicBezTo>
                <a:lnTo>
                  <a:pt x="691102" y="180457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94000">
                <a:srgbClr val="C00000">
                  <a:alpha val="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7E738EE-BB70-4A0B-8566-FF28464783A8}"/>
              </a:ext>
            </a:extLst>
          </p:cNvPr>
          <p:cNvSpPr/>
          <p:nvPr/>
        </p:nvSpPr>
        <p:spPr>
          <a:xfrm>
            <a:off x="3578225" y="908050"/>
            <a:ext cx="8101013" cy="216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8A5588F-B37B-4526-8C7D-1B19BCF38B29}"/>
              </a:ext>
            </a:extLst>
          </p:cNvPr>
          <p:cNvSpPr/>
          <p:nvPr/>
        </p:nvSpPr>
        <p:spPr>
          <a:xfrm>
            <a:off x="3794124" y="1719420"/>
            <a:ext cx="7669213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这里为内容区域样式这里为内容区域样式，这里为内容区域样式这里为内容，这里为内容区域样式，这里为内容区域样式。这里为内容区域样式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EC449B8-3210-4AC6-B132-43D9AEAF0BED}"/>
              </a:ext>
            </a:extLst>
          </p:cNvPr>
          <p:cNvSpPr txBox="1"/>
          <p:nvPr/>
        </p:nvSpPr>
        <p:spPr>
          <a:xfrm>
            <a:off x="6992144" y="1426135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33700E8F-A374-4414-AC70-076AE6FEE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858375"/>
              </p:ext>
            </p:extLst>
          </p:nvPr>
        </p:nvGraphicFramePr>
        <p:xfrm>
          <a:off x="3794128" y="2541068"/>
          <a:ext cx="7669210" cy="340793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33842">
                  <a:extLst>
                    <a:ext uri="{9D8B030D-6E8A-4147-A177-3AD203B41FA5}">
                      <a16:colId xmlns:a16="http://schemas.microsoft.com/office/drawing/2014/main" val="3582020210"/>
                    </a:ext>
                  </a:extLst>
                </a:gridCol>
                <a:gridCol w="1533842">
                  <a:extLst>
                    <a:ext uri="{9D8B030D-6E8A-4147-A177-3AD203B41FA5}">
                      <a16:colId xmlns:a16="http://schemas.microsoft.com/office/drawing/2014/main" val="2518209234"/>
                    </a:ext>
                  </a:extLst>
                </a:gridCol>
                <a:gridCol w="1533842">
                  <a:extLst>
                    <a:ext uri="{9D8B030D-6E8A-4147-A177-3AD203B41FA5}">
                      <a16:colId xmlns:a16="http://schemas.microsoft.com/office/drawing/2014/main" val="292197329"/>
                    </a:ext>
                  </a:extLst>
                </a:gridCol>
                <a:gridCol w="1533842">
                  <a:extLst>
                    <a:ext uri="{9D8B030D-6E8A-4147-A177-3AD203B41FA5}">
                      <a16:colId xmlns:a16="http://schemas.microsoft.com/office/drawing/2014/main" val="946026809"/>
                    </a:ext>
                  </a:extLst>
                </a:gridCol>
                <a:gridCol w="1533842">
                  <a:extLst>
                    <a:ext uri="{9D8B030D-6E8A-4147-A177-3AD203B41FA5}">
                      <a16:colId xmlns:a16="http://schemas.microsoft.com/office/drawing/2014/main" val="4193859720"/>
                    </a:ext>
                  </a:extLst>
                </a:gridCol>
              </a:tblGrid>
              <a:tr h="3839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三级标题（</a:t>
                      </a:r>
                      <a:r>
                        <a:rPr lang="en-US" altLang="zh-CN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号字）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三级标题（</a:t>
                      </a:r>
                      <a:r>
                        <a:rPr lang="en-US" altLang="zh-CN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号字）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三级标题（</a:t>
                      </a:r>
                      <a:r>
                        <a:rPr lang="en-US" altLang="zh-CN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号字）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三级标题（</a:t>
                      </a:r>
                      <a:r>
                        <a:rPr lang="en-US" altLang="zh-CN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号字）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三级标题（</a:t>
                      </a:r>
                      <a:r>
                        <a:rPr lang="en-US" altLang="zh-CN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altLang="en-US" sz="9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号字）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981567"/>
                  </a:ext>
                </a:extLst>
              </a:tr>
              <a:tr h="33596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885541"/>
                  </a:ext>
                </a:extLst>
              </a:tr>
              <a:tr h="38399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89649"/>
                  </a:ext>
                </a:extLst>
              </a:tr>
              <a:tr h="38399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07152"/>
                  </a:ext>
                </a:extLst>
              </a:tr>
              <a:tr h="38399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465190"/>
                  </a:ext>
                </a:extLst>
              </a:tr>
              <a:tr h="38399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316309"/>
                  </a:ext>
                </a:extLst>
              </a:tr>
              <a:tr h="38399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900316"/>
                  </a:ext>
                </a:extLst>
              </a:tr>
              <a:tr h="38399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041865"/>
                  </a:ext>
                </a:extLst>
              </a:tr>
              <a:tr h="383996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正文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号字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099131"/>
                  </a:ext>
                </a:extLst>
              </a:tr>
            </a:tbl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BE69F186-C423-464D-807A-08548E9F9150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6" name="矩形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359F9412-89F9-444C-B2AD-D7DA16155026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2263D900-1444-4DF9-8926-DD38A280767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1062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D3D96A7-89ED-48DC-9348-6A2255230023}"/>
              </a:ext>
            </a:extLst>
          </p:cNvPr>
          <p:cNvSpPr/>
          <p:nvPr/>
        </p:nvSpPr>
        <p:spPr>
          <a:xfrm>
            <a:off x="518381" y="1130400"/>
            <a:ext cx="5654935" cy="503545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19" rIns="91439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6">
              <a:defRPr/>
            </a:pPr>
            <a:endParaRPr lang="zh-CN" altLang="en-US" sz="1000" dirty="0">
              <a:solidFill>
                <a:srgbClr val="666666"/>
              </a:solidFill>
              <a:latin typeface="+mn-ea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53652DE-C1CA-46B4-BEEE-D217EAE5F843}"/>
              </a:ext>
            </a:extLst>
          </p:cNvPr>
          <p:cNvCxnSpPr>
            <a:cxnSpLocks/>
          </p:cNvCxnSpPr>
          <p:nvPr/>
        </p:nvCxnSpPr>
        <p:spPr>
          <a:xfrm>
            <a:off x="3323337" y="2024537"/>
            <a:ext cx="0" cy="2684761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0000"/>
                <a:lumOff val="40000"/>
              </a:schemeClr>
            </a:solidFill>
            <a:prstDash val="dash"/>
          </a:ln>
          <a:effectLst/>
        </p:spPr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EF059F39-0029-4A0B-9DE0-2EF6510D863E}"/>
              </a:ext>
            </a:extLst>
          </p:cNvPr>
          <p:cNvSpPr/>
          <p:nvPr/>
        </p:nvSpPr>
        <p:spPr>
          <a:xfrm>
            <a:off x="6383442" y="1130400"/>
            <a:ext cx="5295003" cy="5035450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19" rIns="91439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6">
              <a:defRPr/>
            </a:pPr>
            <a:endParaRPr lang="zh-CN" altLang="en-US" sz="1000" b="1">
              <a:solidFill>
                <a:srgbClr val="666666"/>
              </a:solidFill>
              <a:latin typeface="+mn-ea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CDD0FE10-40FF-49C5-B880-5C08C2B564D3}"/>
              </a:ext>
            </a:extLst>
          </p:cNvPr>
          <p:cNvSpPr/>
          <p:nvPr/>
        </p:nvSpPr>
        <p:spPr>
          <a:xfrm>
            <a:off x="518381" y="914400"/>
            <a:ext cx="5654935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txBody>
          <a:bodyPr vert="horz" wrap="none" lIns="0" tIns="0" rIns="0" bIns="0" anchor="ctr" anchorCtr="0">
            <a:noAutofit/>
          </a:bodyPr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EFF55F8-D1EA-4344-8FC8-FE2B7086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柱状图</a:t>
            </a:r>
            <a:r>
              <a:rPr lang="en-US" altLang="zh-CN" sz="2000" dirty="0">
                <a:latin typeface="+mn-ea"/>
                <a:ea typeface="+mn-ea"/>
              </a:rPr>
              <a:t>2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1285647-A3ED-4E83-AD7E-F8FC00F475BA}"/>
              </a:ext>
            </a:extLst>
          </p:cNvPr>
          <p:cNvSpPr/>
          <p:nvPr/>
        </p:nvSpPr>
        <p:spPr>
          <a:xfrm>
            <a:off x="6383442" y="914400"/>
            <a:ext cx="5295002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txBody>
          <a:bodyPr vert="horz" wrap="none" lIns="0" tIns="0" rIns="0" bIns="0" anchor="ctr" anchorCtr="0">
            <a:noAutofit/>
          </a:bodyPr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229F133-7ABB-4412-845B-73AB06978703}"/>
              </a:ext>
            </a:extLst>
          </p:cNvPr>
          <p:cNvSpPr txBox="1"/>
          <p:nvPr/>
        </p:nvSpPr>
        <p:spPr>
          <a:xfrm>
            <a:off x="663847" y="4877213"/>
            <a:ext cx="5364000" cy="1134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/>
            </a:pPr>
            <a:r>
              <a:rPr lang="en-US" altLang="zh-CN" sz="1000" b="1" dirty="0">
                <a:solidFill>
                  <a:srgbClr val="1D1D1A"/>
                </a:solidFill>
                <a:latin typeface="+mn-ea"/>
              </a:rPr>
              <a:t>H1</a:t>
            </a:r>
            <a:r>
              <a:rPr lang="zh-CN" altLang="en-US" sz="1000" b="1" dirty="0">
                <a:solidFill>
                  <a:srgbClr val="1D1D1A"/>
                </a:solidFill>
                <a:latin typeface="+mn-ea"/>
              </a:rPr>
              <a:t>关键进展</a:t>
            </a:r>
            <a:r>
              <a:rPr lang="en-US" altLang="zh-CN" sz="1000" b="1" dirty="0">
                <a:solidFill>
                  <a:srgbClr val="1D1D1A"/>
                </a:solidFill>
                <a:latin typeface="+mn-ea"/>
              </a:rPr>
              <a:t>&amp;</a:t>
            </a:r>
            <a:r>
              <a:rPr lang="zh-CN" altLang="en-US" sz="1000" b="1" dirty="0">
                <a:solidFill>
                  <a:srgbClr val="1D1D1A"/>
                </a:solidFill>
                <a:latin typeface="+mn-ea"/>
              </a:rPr>
              <a:t>主要问题</a:t>
            </a:r>
            <a:endParaRPr lang="en-US" altLang="zh-CN" sz="1000" dirty="0">
              <a:solidFill>
                <a:srgbClr val="1D1D1A"/>
              </a:solidFill>
              <a:latin typeface="+mn-ea"/>
            </a:endParaRPr>
          </a:p>
          <a:p>
            <a:pPr marL="228607" indent="-228607">
              <a:lnSpc>
                <a:spcPct val="13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endParaRPr lang="en-US" altLang="zh-CN" sz="1000" dirty="0">
              <a:solidFill>
                <a:srgbClr val="1D1D1A"/>
              </a:solidFill>
              <a:latin typeface="+mn-ea"/>
            </a:endParaRPr>
          </a:p>
          <a:p>
            <a:pPr marL="228607" indent="-228607">
              <a:lnSpc>
                <a:spcPct val="13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这里为内容区域样式这里为内容区域样式，这里为内容区域，这里为内容区域样式。（正文</a:t>
            </a:r>
            <a:r>
              <a:rPr lang="en-US" altLang="zh-CN" sz="1000" dirty="0">
                <a:solidFill>
                  <a:srgbClr val="1D1D1A"/>
                </a:solidFill>
                <a:latin typeface="+mn-ea"/>
              </a:rPr>
              <a:t>9</a:t>
            </a:r>
            <a:r>
              <a:rPr lang="zh-CN" altLang="en-US" sz="1000" dirty="0">
                <a:solidFill>
                  <a:srgbClr val="1D1D1A"/>
                </a:solidFill>
                <a:latin typeface="+mn-ea"/>
              </a:rPr>
              <a:t>号字）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D7B55D4-EFE0-41EB-A217-8DE669826D0A}"/>
              </a:ext>
            </a:extLst>
          </p:cNvPr>
          <p:cNvSpPr txBox="1"/>
          <p:nvPr/>
        </p:nvSpPr>
        <p:spPr>
          <a:xfrm>
            <a:off x="681494" y="1323151"/>
            <a:ext cx="57708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26">
              <a:defRPr/>
            </a:pPr>
            <a:r>
              <a:rPr lang="zh-CN" altLang="en-US" sz="900" dirty="0">
                <a:solidFill>
                  <a:srgbClr val="1D1D1A"/>
                </a:solidFill>
                <a:latin typeface="+mn-ea"/>
              </a:rPr>
              <a:t>单位：亿元</a:t>
            </a:r>
          </a:p>
        </p:txBody>
      </p:sp>
      <p:graphicFrame>
        <p:nvGraphicFramePr>
          <p:cNvPr id="50" name="图表 49">
            <a:extLst>
              <a:ext uri="{FF2B5EF4-FFF2-40B4-BE49-F238E27FC236}">
                <a16:creationId xmlns:a16="http://schemas.microsoft.com/office/drawing/2014/main" id="{35D6AA82-C03D-4055-80AD-9E95BC0213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2608454"/>
              </p:ext>
            </p:extLst>
          </p:nvPr>
        </p:nvGraphicFramePr>
        <p:xfrm>
          <a:off x="660496" y="2130919"/>
          <a:ext cx="5437885" cy="2303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右大括号 7">
            <a:extLst>
              <a:ext uri="{FF2B5EF4-FFF2-40B4-BE49-F238E27FC236}">
                <a16:creationId xmlns:a16="http://schemas.microsoft.com/office/drawing/2014/main" id="{27742314-3A0A-4300-98A4-9C62C305D2DB}"/>
              </a:ext>
            </a:extLst>
          </p:cNvPr>
          <p:cNvSpPr/>
          <p:nvPr/>
        </p:nvSpPr>
        <p:spPr>
          <a:xfrm rot="16200000">
            <a:off x="1792957" y="1363032"/>
            <a:ext cx="180000" cy="2444921"/>
          </a:xfrm>
          <a:prstGeom prst="rightBrace">
            <a:avLst>
              <a:gd name="adj1" fmla="val 53263"/>
              <a:gd name="adj2" fmla="val 50000"/>
            </a:avLst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26">
              <a:defRPr/>
            </a:pPr>
            <a:endParaRPr lang="zh-CN" altLang="en-US" sz="1015">
              <a:solidFill>
                <a:srgbClr val="1D1D1A"/>
              </a:solidFill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AE5C7FA-CC76-4D18-BF6A-0B16A11B8454}"/>
              </a:ext>
            </a:extLst>
          </p:cNvPr>
          <p:cNvSpPr txBox="1"/>
          <p:nvPr/>
        </p:nvSpPr>
        <p:spPr>
          <a:xfrm>
            <a:off x="1305876" y="2024537"/>
            <a:ext cx="1154162" cy="33445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26">
              <a:defRPr/>
            </a:pPr>
            <a:r>
              <a:rPr lang="en-US" altLang="zh-CN" sz="1000" b="1" dirty="0">
                <a:solidFill>
                  <a:srgbClr val="1D1D1A"/>
                </a:solidFill>
                <a:latin typeface="+mn-ea"/>
              </a:rPr>
              <a:t>H1</a:t>
            </a:r>
          </a:p>
          <a:p>
            <a:pPr lvl="0" algn="ctr">
              <a:lnSpc>
                <a:spcPct val="130000"/>
              </a:lnSpc>
              <a:defRPr/>
            </a:pPr>
            <a:r>
              <a:rPr lang="zh-CN" altLang="en-US" sz="1000" dirty="0">
                <a:latin typeface="+mn-ea"/>
              </a:rPr>
              <a:t>这里为内容区域样式</a:t>
            </a:r>
            <a:endParaRPr lang="zh-CN" altLang="en-US" sz="1000" b="1" dirty="0">
              <a:solidFill>
                <a:srgbClr val="1D1D1A"/>
              </a:solidFill>
              <a:latin typeface="+mn-ea"/>
            </a:endParaRPr>
          </a:p>
        </p:txBody>
      </p:sp>
      <p:sp>
        <p:nvSpPr>
          <p:cNvPr id="55" name="右大括号 54">
            <a:extLst>
              <a:ext uri="{FF2B5EF4-FFF2-40B4-BE49-F238E27FC236}">
                <a16:creationId xmlns:a16="http://schemas.microsoft.com/office/drawing/2014/main" id="{31242180-2F53-47E6-9264-7326DBF04E85}"/>
              </a:ext>
            </a:extLst>
          </p:cNvPr>
          <p:cNvSpPr/>
          <p:nvPr/>
        </p:nvSpPr>
        <p:spPr>
          <a:xfrm rot="16200000">
            <a:off x="4615556" y="810958"/>
            <a:ext cx="144000" cy="2383664"/>
          </a:xfrm>
          <a:prstGeom prst="rightBrace">
            <a:avLst>
              <a:gd name="adj1" fmla="val 53263"/>
              <a:gd name="adj2" fmla="val 50000"/>
            </a:avLst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26">
              <a:defRPr/>
            </a:pPr>
            <a:endParaRPr lang="zh-CN" altLang="en-US" sz="1015">
              <a:solidFill>
                <a:srgbClr val="1D1D1A"/>
              </a:solidFill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6181A94-E79E-42DD-AEB6-64756A16F392}"/>
              </a:ext>
            </a:extLst>
          </p:cNvPr>
          <p:cNvSpPr txBox="1"/>
          <p:nvPr/>
        </p:nvSpPr>
        <p:spPr>
          <a:xfrm>
            <a:off x="3967556" y="1415341"/>
            <a:ext cx="1440000" cy="380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zh-CN" sz="1000" b="1" dirty="0">
                <a:solidFill>
                  <a:srgbClr val="1D1D1A"/>
                </a:solidFill>
                <a:latin typeface="+mn-ea"/>
              </a:rPr>
              <a:t>H2</a:t>
            </a:r>
          </a:p>
          <a:p>
            <a:pPr lvl="0" algn="ctr">
              <a:lnSpc>
                <a:spcPct val="130000"/>
              </a:lnSpc>
              <a:defRPr/>
            </a:pPr>
            <a:r>
              <a:rPr lang="zh-CN" altLang="en-US" sz="1000" dirty="0">
                <a:latin typeface="+mn-ea"/>
              </a:rPr>
              <a:t>这里为内容区域样式</a:t>
            </a:r>
            <a:endParaRPr lang="zh-CN" altLang="en-US" sz="1000" b="1" dirty="0">
              <a:solidFill>
                <a:srgbClr val="1D1D1A"/>
              </a:solidFill>
              <a:latin typeface="+mn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0EC1C0E-2104-4449-B7E7-F6E1551E0FF7}"/>
              </a:ext>
            </a:extLst>
          </p:cNvPr>
          <p:cNvCxnSpPr/>
          <p:nvPr/>
        </p:nvCxnSpPr>
        <p:spPr>
          <a:xfrm>
            <a:off x="518319" y="4713198"/>
            <a:ext cx="5654996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0F187E2-4429-4A46-838E-FB5F0E28AE55}"/>
              </a:ext>
            </a:extLst>
          </p:cNvPr>
          <p:cNvCxnSpPr>
            <a:stCxn id="41" idx="2"/>
          </p:cNvCxnSpPr>
          <p:nvPr/>
        </p:nvCxnSpPr>
        <p:spPr>
          <a:xfrm>
            <a:off x="6639882" y="1605650"/>
            <a:ext cx="0" cy="44640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27DA806E-4A39-43AB-90F8-E95EF16321BA}"/>
              </a:ext>
            </a:extLst>
          </p:cNvPr>
          <p:cNvSpPr/>
          <p:nvPr/>
        </p:nvSpPr>
        <p:spPr>
          <a:xfrm>
            <a:off x="6567882" y="1461650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82A26D-EA31-47AF-9783-41936E6F8D4D}"/>
              </a:ext>
            </a:extLst>
          </p:cNvPr>
          <p:cNvSpPr/>
          <p:nvPr/>
        </p:nvSpPr>
        <p:spPr>
          <a:xfrm>
            <a:off x="6567882" y="2654067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776C676-9942-4504-A992-FB88D93990E5}"/>
              </a:ext>
            </a:extLst>
          </p:cNvPr>
          <p:cNvSpPr/>
          <p:nvPr/>
        </p:nvSpPr>
        <p:spPr>
          <a:xfrm>
            <a:off x="6567882" y="3744845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CB0BBFB-662A-4330-A22C-25605CF5E814}"/>
              </a:ext>
            </a:extLst>
          </p:cNvPr>
          <p:cNvSpPr txBox="1"/>
          <p:nvPr/>
        </p:nvSpPr>
        <p:spPr>
          <a:xfrm>
            <a:off x="6824104" y="1451762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06CFA4-3A20-4B2E-A1E9-B92C75EBAF06}"/>
              </a:ext>
            </a:extLst>
          </p:cNvPr>
          <p:cNvSpPr/>
          <p:nvPr/>
        </p:nvSpPr>
        <p:spPr>
          <a:xfrm>
            <a:off x="6824104" y="1770090"/>
            <a:ext cx="4710671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B6D66D4-2F8A-48F9-BA9B-0ED62C17DF6E}"/>
              </a:ext>
            </a:extLst>
          </p:cNvPr>
          <p:cNvSpPr txBox="1"/>
          <p:nvPr/>
        </p:nvSpPr>
        <p:spPr>
          <a:xfrm>
            <a:off x="6824104" y="2644179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0607253-554F-46C7-AC7A-A21BC0872038}"/>
              </a:ext>
            </a:extLst>
          </p:cNvPr>
          <p:cNvSpPr/>
          <p:nvPr/>
        </p:nvSpPr>
        <p:spPr>
          <a:xfrm>
            <a:off x="6824104" y="2870756"/>
            <a:ext cx="4710671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9466957-3590-495D-A337-2AD3CD76AD6A}"/>
              </a:ext>
            </a:extLst>
          </p:cNvPr>
          <p:cNvSpPr txBox="1"/>
          <p:nvPr/>
        </p:nvSpPr>
        <p:spPr>
          <a:xfrm>
            <a:off x="6824104" y="3744845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5590FDD-CE88-49C3-8837-C04D39857BD9}"/>
              </a:ext>
            </a:extLst>
          </p:cNvPr>
          <p:cNvSpPr/>
          <p:nvPr/>
        </p:nvSpPr>
        <p:spPr>
          <a:xfrm>
            <a:off x="6824104" y="4012954"/>
            <a:ext cx="4710671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71C6390-8ECE-4A10-A9A8-063BDFBAD1B0}"/>
              </a:ext>
            </a:extLst>
          </p:cNvPr>
          <p:cNvSpPr/>
          <p:nvPr/>
        </p:nvSpPr>
        <p:spPr>
          <a:xfrm>
            <a:off x="6850009" y="4769102"/>
            <a:ext cx="4684766" cy="1174499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71B517E-E28B-49B5-B951-2A45599FF554}"/>
              </a:ext>
            </a:extLst>
          </p:cNvPr>
          <p:cNvSpPr txBox="1"/>
          <p:nvPr/>
        </p:nvSpPr>
        <p:spPr>
          <a:xfrm>
            <a:off x="4030494" y="4540748"/>
            <a:ext cx="19942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zh-CN" altLang="en-US" sz="700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备注：以上数据均为虚假标注，与事实无关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283DA2E-3394-4FDC-A807-8422CD5A0F81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9" name="矩形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B5BEF336-F2E3-4560-8335-C6CCD7B3F2E3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30" name="直接连接符 29">
              <a:hlinkClick r:id="rId4" action="ppaction://hlinksldjump"/>
              <a:extLst>
                <a:ext uri="{FF2B5EF4-FFF2-40B4-BE49-F238E27FC236}">
                  <a16:creationId xmlns:a16="http://schemas.microsoft.com/office/drawing/2014/main" id="{84C20197-F4ED-4984-A45C-D1100F832928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7310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FC800FFE-59A5-41C3-AB46-8E008EEC0971}"/>
              </a:ext>
            </a:extLst>
          </p:cNvPr>
          <p:cNvSpPr/>
          <p:nvPr/>
        </p:nvSpPr>
        <p:spPr>
          <a:xfrm>
            <a:off x="518381" y="970330"/>
            <a:ext cx="5472000" cy="519552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6FCA618-92B3-4171-AD74-F5A52C5A05D1}"/>
              </a:ext>
            </a:extLst>
          </p:cNvPr>
          <p:cNvSpPr/>
          <p:nvPr/>
        </p:nvSpPr>
        <p:spPr>
          <a:xfrm>
            <a:off x="6206381" y="970330"/>
            <a:ext cx="5472000" cy="2484000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87FB213-97EE-4F17-896D-151A4B1481FF}"/>
              </a:ext>
            </a:extLst>
          </p:cNvPr>
          <p:cNvSpPr/>
          <p:nvPr/>
        </p:nvSpPr>
        <p:spPr>
          <a:xfrm>
            <a:off x="6206381" y="3670330"/>
            <a:ext cx="5472000" cy="249552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7BF44DC-51CA-4527-B295-31DC7B7A366F}"/>
              </a:ext>
            </a:extLst>
          </p:cNvPr>
          <p:cNvSpPr/>
          <p:nvPr/>
        </p:nvSpPr>
        <p:spPr>
          <a:xfrm>
            <a:off x="518381" y="91440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这里是大标题</a:t>
            </a:r>
            <a:endParaRPr kumimoji="0" lang="zh-CN" altLang="en-US" sz="11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2AFEE87-7B0B-4B7C-8E1C-CB7A7B6220AD}"/>
              </a:ext>
            </a:extLst>
          </p:cNvPr>
          <p:cNvSpPr/>
          <p:nvPr/>
        </p:nvSpPr>
        <p:spPr>
          <a:xfrm>
            <a:off x="6206381" y="91440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>
              <a:defRPr/>
            </a:pPr>
            <a:r>
              <a:rPr kumimoji="1" lang="zh-CN" altLang="en-US" sz="1100" b="1" spc="100" dirty="0">
                <a:solidFill>
                  <a:srgbClr val="FFFFFF"/>
                </a:solidFill>
                <a:latin typeface="+mn-ea"/>
              </a:rPr>
              <a:t>这里是大标题</a:t>
            </a:r>
            <a:endParaRPr lang="zh-CN" altLang="en-US" sz="1100" spc="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F704F42-1A32-4F24-AED2-667EE16546B3}"/>
              </a:ext>
            </a:extLst>
          </p:cNvPr>
          <p:cNvSpPr/>
          <p:nvPr/>
        </p:nvSpPr>
        <p:spPr>
          <a:xfrm>
            <a:off x="6206381" y="367033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XX</a:t>
            </a:r>
            <a:r>
              <a:rPr kumimoji="1" lang="zh-CN" altLang="en-US" sz="11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云专项</a:t>
            </a:r>
            <a:endParaRPr kumimoji="0" lang="zh-CN" altLang="en-US" sz="105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aphicFrame>
        <p:nvGraphicFramePr>
          <p:cNvPr id="75" name="图表 74">
            <a:extLst>
              <a:ext uri="{FF2B5EF4-FFF2-40B4-BE49-F238E27FC236}">
                <a16:creationId xmlns:a16="http://schemas.microsoft.com/office/drawing/2014/main" id="{EE499611-15E2-4A39-89F9-17D7EF329B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8211767"/>
              </p:ext>
            </p:extLst>
          </p:nvPr>
        </p:nvGraphicFramePr>
        <p:xfrm>
          <a:off x="662381" y="1330330"/>
          <a:ext cx="2160000" cy="4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9" name="文本框 78">
            <a:extLst>
              <a:ext uri="{FF2B5EF4-FFF2-40B4-BE49-F238E27FC236}">
                <a16:creationId xmlns:a16="http://schemas.microsoft.com/office/drawing/2014/main" id="{B1648477-7677-4131-B197-02E388B1356F}"/>
              </a:ext>
            </a:extLst>
          </p:cNvPr>
          <p:cNvSpPr txBox="1"/>
          <p:nvPr/>
        </p:nvSpPr>
        <p:spPr>
          <a:xfrm>
            <a:off x="1119874" y="2193048"/>
            <a:ext cx="15709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00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B7B5CA5-DB72-459B-B4D6-5F1199D9AE04}"/>
              </a:ext>
            </a:extLst>
          </p:cNvPr>
          <p:cNvSpPr txBox="1"/>
          <p:nvPr/>
        </p:nvSpPr>
        <p:spPr>
          <a:xfrm>
            <a:off x="2202205" y="1548106"/>
            <a:ext cx="15709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00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724DFAF-17E2-450E-BF38-67CF8C1FF6D8}"/>
              </a:ext>
            </a:extLst>
          </p:cNvPr>
          <p:cNvSpPr txBox="1"/>
          <p:nvPr/>
        </p:nvSpPr>
        <p:spPr>
          <a:xfrm>
            <a:off x="680485" y="1350246"/>
            <a:ext cx="6251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单位：亿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CNY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9530468-5B5B-478A-B293-7BFCB6903C58}"/>
              </a:ext>
            </a:extLst>
          </p:cNvPr>
          <p:cNvSpPr txBox="1"/>
          <p:nvPr/>
        </p:nvSpPr>
        <p:spPr>
          <a:xfrm>
            <a:off x="2952000" y="2223967"/>
            <a:ext cx="1051095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kumimoji="1" lang="zh-CN" altLang="en-US" sz="1200" b="1" dirty="0">
                <a:solidFill>
                  <a:srgbClr val="C00000"/>
                </a:solidFill>
                <a:latin typeface="+mn-ea"/>
              </a:rPr>
              <a:t>项目</a:t>
            </a:r>
            <a:endParaRPr kumimoji="1" lang="en-US" altLang="zh-CN" sz="1200" b="1" dirty="0">
              <a:solidFill>
                <a:srgbClr val="C00000"/>
              </a:solidFill>
              <a:latin typeface="+mn-ea"/>
            </a:endParaRPr>
          </a:p>
          <a:p>
            <a:pPr lvl="0">
              <a:spcAft>
                <a:spcPts val="600"/>
              </a:spcAft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Core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：</a:t>
            </a:r>
            <a:r>
              <a:rPr kumimoji="1" lang="en-US" altLang="zh-CN" sz="1000" dirty="0">
                <a:solidFill>
                  <a:srgbClr val="C00000"/>
                </a:solidFill>
                <a:latin typeface="+mn-ea"/>
              </a:rPr>
              <a:t> 00.0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BADC8BC-F0A9-4DFF-9BA8-0C7A04F428A2}"/>
              </a:ext>
            </a:extLst>
          </p:cNvPr>
          <p:cNvSpPr txBox="1"/>
          <p:nvPr/>
        </p:nvSpPr>
        <p:spPr>
          <a:xfrm>
            <a:off x="2952000" y="3580784"/>
            <a:ext cx="1051095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kumimoji="1" lang="zh-CN" altLang="en-US" sz="1200" b="1" dirty="0">
                <a:solidFill>
                  <a:srgbClr val="C00000"/>
                </a:solidFill>
                <a:latin typeface="+mn-ea"/>
              </a:rPr>
              <a:t>项目</a:t>
            </a:r>
            <a:endParaRPr kumimoji="1" lang="en-US" altLang="zh-CN" sz="1200" b="1" dirty="0">
              <a:solidFill>
                <a:srgbClr val="C00000"/>
              </a:solidFill>
              <a:latin typeface="+mn-ea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Core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：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00.0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亿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D5A20827-D8E9-445A-88D0-324A9EAEAAE9}"/>
              </a:ext>
            </a:extLst>
          </p:cNvPr>
          <p:cNvSpPr txBox="1"/>
          <p:nvPr/>
        </p:nvSpPr>
        <p:spPr>
          <a:xfrm>
            <a:off x="2952000" y="4937601"/>
            <a:ext cx="1051095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项目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Core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：</a:t>
            </a:r>
            <a:r>
              <a:rPr kumimoji="1" lang="en-US" altLang="zh-CN" sz="1000" dirty="0">
                <a:solidFill>
                  <a:srgbClr val="C00000"/>
                </a:solidFill>
                <a:latin typeface="+mn-ea"/>
              </a:rPr>
              <a:t> 00.0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AD74E91-4C2A-4F17-85C8-4BED1BF71F10}"/>
              </a:ext>
            </a:extLst>
          </p:cNvPr>
          <p:cNvSpPr/>
          <p:nvPr/>
        </p:nvSpPr>
        <p:spPr>
          <a:xfrm>
            <a:off x="4186000" y="1855716"/>
            <a:ext cx="1656000" cy="1152000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44000" lvl="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关键举措：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Freeform 139">
            <a:extLst>
              <a:ext uri="{FF2B5EF4-FFF2-40B4-BE49-F238E27FC236}">
                <a16:creationId xmlns:a16="http://schemas.microsoft.com/office/drawing/2014/main" id="{4361FF83-C7D8-464F-94B7-7CFE3C6B5171}"/>
              </a:ext>
            </a:extLst>
          </p:cNvPr>
          <p:cNvSpPr/>
          <p:nvPr/>
        </p:nvSpPr>
        <p:spPr>
          <a:xfrm rot="17262642">
            <a:off x="1695607" y="2764348"/>
            <a:ext cx="453434" cy="155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6A5D1F6-8572-4F0C-AD21-F55683749F4C}"/>
              </a:ext>
            </a:extLst>
          </p:cNvPr>
          <p:cNvSpPr txBox="1"/>
          <p:nvPr/>
        </p:nvSpPr>
        <p:spPr>
          <a:xfrm>
            <a:off x="1498121" y="2720609"/>
            <a:ext cx="34464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+</a:t>
            </a:r>
            <a:r>
              <a:rPr kumimoji="1" lang="en-US" altLang="zh-CN" sz="900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ACDC3956-1F91-4CC3-A351-42B05EAE0F6C}"/>
              </a:ext>
            </a:extLst>
          </p:cNvPr>
          <p:cNvGrpSpPr/>
          <p:nvPr/>
        </p:nvGrpSpPr>
        <p:grpSpPr>
          <a:xfrm>
            <a:off x="3853920" y="2356177"/>
            <a:ext cx="171450" cy="151078"/>
            <a:chOff x="4305300" y="2153972"/>
            <a:chExt cx="171450" cy="151078"/>
          </a:xfrm>
          <a:solidFill>
            <a:srgbClr val="C00000"/>
          </a:solidFill>
        </p:grpSpPr>
        <p:sp>
          <p:nvSpPr>
            <p:cNvPr id="102" name="箭头: V 形 101">
              <a:extLst>
                <a:ext uri="{FF2B5EF4-FFF2-40B4-BE49-F238E27FC236}">
                  <a16:creationId xmlns:a16="http://schemas.microsoft.com/office/drawing/2014/main" id="{D089A998-A284-440F-8EA5-6FA249C6B2D7}"/>
                </a:ext>
              </a:extLst>
            </p:cNvPr>
            <p:cNvSpPr/>
            <p:nvPr/>
          </p:nvSpPr>
          <p:spPr>
            <a:xfrm>
              <a:off x="4305300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03" name="箭头: V 形 102">
              <a:extLst>
                <a:ext uri="{FF2B5EF4-FFF2-40B4-BE49-F238E27FC236}">
                  <a16:creationId xmlns:a16="http://schemas.microsoft.com/office/drawing/2014/main" id="{15AE420E-A4BF-458C-8938-8F04310C1788}"/>
                </a:ext>
              </a:extLst>
            </p:cNvPr>
            <p:cNvSpPr/>
            <p:nvPr/>
          </p:nvSpPr>
          <p:spPr>
            <a:xfrm>
              <a:off x="4391025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0D040777-B305-4BCB-984E-95403751C5B4}"/>
              </a:ext>
            </a:extLst>
          </p:cNvPr>
          <p:cNvGrpSpPr/>
          <p:nvPr/>
        </p:nvGrpSpPr>
        <p:grpSpPr>
          <a:xfrm>
            <a:off x="3853920" y="3712994"/>
            <a:ext cx="171450" cy="151078"/>
            <a:chOff x="4305300" y="2153972"/>
            <a:chExt cx="171450" cy="151078"/>
          </a:xfrm>
          <a:solidFill>
            <a:srgbClr val="C00000"/>
          </a:solidFill>
        </p:grpSpPr>
        <p:sp>
          <p:nvSpPr>
            <p:cNvPr id="105" name="箭头: V 形 104">
              <a:extLst>
                <a:ext uri="{FF2B5EF4-FFF2-40B4-BE49-F238E27FC236}">
                  <a16:creationId xmlns:a16="http://schemas.microsoft.com/office/drawing/2014/main" id="{AAB72AC8-74FB-451A-8310-8F88FF0E709C}"/>
                </a:ext>
              </a:extLst>
            </p:cNvPr>
            <p:cNvSpPr/>
            <p:nvPr/>
          </p:nvSpPr>
          <p:spPr>
            <a:xfrm>
              <a:off x="4305300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06" name="箭头: V 形 105">
              <a:extLst>
                <a:ext uri="{FF2B5EF4-FFF2-40B4-BE49-F238E27FC236}">
                  <a16:creationId xmlns:a16="http://schemas.microsoft.com/office/drawing/2014/main" id="{7AEB3F68-F37D-42EC-A61E-239B80FC68D3}"/>
                </a:ext>
              </a:extLst>
            </p:cNvPr>
            <p:cNvSpPr/>
            <p:nvPr/>
          </p:nvSpPr>
          <p:spPr>
            <a:xfrm>
              <a:off x="4391025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D0A5E0FE-A7F0-4525-A62F-5447EA4C6405}"/>
              </a:ext>
            </a:extLst>
          </p:cNvPr>
          <p:cNvGrpSpPr/>
          <p:nvPr/>
        </p:nvGrpSpPr>
        <p:grpSpPr>
          <a:xfrm>
            <a:off x="3853920" y="5069811"/>
            <a:ext cx="171450" cy="151078"/>
            <a:chOff x="4305300" y="2153972"/>
            <a:chExt cx="171450" cy="151078"/>
          </a:xfrm>
          <a:solidFill>
            <a:srgbClr val="C00000"/>
          </a:solidFill>
        </p:grpSpPr>
        <p:sp>
          <p:nvSpPr>
            <p:cNvPr id="108" name="箭头: V 形 107">
              <a:extLst>
                <a:ext uri="{FF2B5EF4-FFF2-40B4-BE49-F238E27FC236}">
                  <a16:creationId xmlns:a16="http://schemas.microsoft.com/office/drawing/2014/main" id="{CFD73784-3D22-4D03-A750-36D4C810A20C}"/>
                </a:ext>
              </a:extLst>
            </p:cNvPr>
            <p:cNvSpPr/>
            <p:nvPr/>
          </p:nvSpPr>
          <p:spPr>
            <a:xfrm>
              <a:off x="4305300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09" name="箭头: V 形 108">
              <a:extLst>
                <a:ext uri="{FF2B5EF4-FFF2-40B4-BE49-F238E27FC236}">
                  <a16:creationId xmlns:a16="http://schemas.microsoft.com/office/drawing/2014/main" id="{88DCFE65-64A1-4587-A451-4320AF1E4610}"/>
                </a:ext>
              </a:extLst>
            </p:cNvPr>
            <p:cNvSpPr/>
            <p:nvPr/>
          </p:nvSpPr>
          <p:spPr>
            <a:xfrm>
              <a:off x="4391025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aphicFrame>
        <p:nvGraphicFramePr>
          <p:cNvPr id="111" name="图表 110">
            <a:extLst>
              <a:ext uri="{FF2B5EF4-FFF2-40B4-BE49-F238E27FC236}">
                <a16:creationId xmlns:a16="http://schemas.microsoft.com/office/drawing/2014/main" id="{6931D287-251C-4882-98E4-366494B2DC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2861202"/>
              </p:ext>
            </p:extLst>
          </p:nvPr>
        </p:nvGraphicFramePr>
        <p:xfrm>
          <a:off x="6350381" y="1462435"/>
          <a:ext cx="2160000" cy="1881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文本框 112">
            <a:extLst>
              <a:ext uri="{FF2B5EF4-FFF2-40B4-BE49-F238E27FC236}">
                <a16:creationId xmlns:a16="http://schemas.microsoft.com/office/drawing/2014/main" id="{EDE793D6-C9EA-4002-86D8-72469784FB1C}"/>
              </a:ext>
            </a:extLst>
          </p:cNvPr>
          <p:cNvSpPr txBox="1"/>
          <p:nvPr/>
        </p:nvSpPr>
        <p:spPr>
          <a:xfrm>
            <a:off x="6350381" y="1350246"/>
            <a:ext cx="6251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单位：亿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CNY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8FCE83A-650F-4013-BA8E-1FA389C35305}"/>
              </a:ext>
            </a:extLst>
          </p:cNvPr>
          <p:cNvSpPr txBox="1"/>
          <p:nvPr/>
        </p:nvSpPr>
        <p:spPr>
          <a:xfrm>
            <a:off x="6805227" y="1599384"/>
            <a:ext cx="15709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00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650E917-4E45-496E-AEDB-F59A86DFC415}"/>
              </a:ext>
            </a:extLst>
          </p:cNvPr>
          <p:cNvSpPr txBox="1"/>
          <p:nvPr/>
        </p:nvSpPr>
        <p:spPr>
          <a:xfrm>
            <a:off x="7887558" y="1298337"/>
            <a:ext cx="15709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00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6" name="Freeform 139">
            <a:extLst>
              <a:ext uri="{FF2B5EF4-FFF2-40B4-BE49-F238E27FC236}">
                <a16:creationId xmlns:a16="http://schemas.microsoft.com/office/drawing/2014/main" id="{8077A103-A039-4AC6-8203-BD3FF99AD08C}"/>
              </a:ext>
            </a:extLst>
          </p:cNvPr>
          <p:cNvSpPr/>
          <p:nvPr/>
        </p:nvSpPr>
        <p:spPr>
          <a:xfrm rot="17100000">
            <a:off x="7489981" y="1916138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18" name="Freeform 139">
            <a:extLst>
              <a:ext uri="{FF2B5EF4-FFF2-40B4-BE49-F238E27FC236}">
                <a16:creationId xmlns:a16="http://schemas.microsoft.com/office/drawing/2014/main" id="{BDCF6D33-930E-40B1-9560-A9A2F999356C}"/>
              </a:ext>
            </a:extLst>
          </p:cNvPr>
          <p:cNvSpPr/>
          <p:nvPr/>
        </p:nvSpPr>
        <p:spPr>
          <a:xfrm rot="17100000">
            <a:off x="7493513" y="2553110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5477619-27A4-4009-BE0D-41C808FE158D}"/>
              </a:ext>
            </a:extLst>
          </p:cNvPr>
          <p:cNvSpPr txBox="1"/>
          <p:nvPr/>
        </p:nvSpPr>
        <p:spPr>
          <a:xfrm>
            <a:off x="8649799" y="1518581"/>
            <a:ext cx="1051095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kumimoji="1" lang="zh-CN" altLang="en-US" sz="1200" b="1" dirty="0">
                <a:solidFill>
                  <a:srgbClr val="C00000"/>
                </a:solidFill>
                <a:latin typeface="+mn-ea"/>
              </a:rPr>
              <a:t>项目</a:t>
            </a:r>
            <a:endParaRPr kumimoji="1" lang="en-US" altLang="zh-CN" sz="1200" b="1" dirty="0">
              <a:solidFill>
                <a:srgbClr val="C00000"/>
              </a:solidFill>
              <a:latin typeface="+mn-ea"/>
            </a:endParaRPr>
          </a:p>
          <a:p>
            <a:pPr lvl="0">
              <a:spcAft>
                <a:spcPts val="600"/>
              </a:spcAft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Core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：</a:t>
            </a:r>
            <a:r>
              <a:rPr kumimoji="1" lang="en-US" altLang="zh-CN" sz="1000" dirty="0">
                <a:solidFill>
                  <a:srgbClr val="C00000"/>
                </a:solidFill>
                <a:latin typeface="+mn-ea"/>
              </a:rPr>
              <a:t> 00.0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9C50D438-5AD4-4D6A-AE53-D0D033752C3E}"/>
              </a:ext>
            </a:extLst>
          </p:cNvPr>
          <p:cNvSpPr txBox="1"/>
          <p:nvPr/>
        </p:nvSpPr>
        <p:spPr>
          <a:xfrm>
            <a:off x="8649799" y="2429807"/>
            <a:ext cx="1051095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kumimoji="1" lang="zh-CN" altLang="en-US" sz="1200" b="1" dirty="0">
                <a:solidFill>
                  <a:srgbClr val="C00000"/>
                </a:solidFill>
                <a:latin typeface="+mn-ea"/>
              </a:rPr>
              <a:t>项目</a:t>
            </a:r>
            <a:endParaRPr kumimoji="1" lang="en-US" altLang="zh-CN" sz="1200" b="1" dirty="0">
              <a:solidFill>
                <a:srgbClr val="C00000"/>
              </a:solidFill>
              <a:latin typeface="+mn-ea"/>
            </a:endParaRPr>
          </a:p>
          <a:p>
            <a:pPr lvl="0">
              <a:spcAft>
                <a:spcPts val="600"/>
              </a:spcAft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Core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：</a:t>
            </a:r>
            <a:r>
              <a:rPr kumimoji="1" lang="en-US" altLang="zh-CN" sz="1000" dirty="0">
                <a:solidFill>
                  <a:srgbClr val="C00000"/>
                </a:solidFill>
                <a:latin typeface="+mn-ea"/>
              </a:rPr>
              <a:t> 00.0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56A5DA3F-F783-4995-A955-B95BCB26B002}"/>
              </a:ext>
            </a:extLst>
          </p:cNvPr>
          <p:cNvGrpSpPr/>
          <p:nvPr/>
        </p:nvGrpSpPr>
        <p:grpSpPr>
          <a:xfrm>
            <a:off x="9607391" y="1650791"/>
            <a:ext cx="171450" cy="151078"/>
            <a:chOff x="4305300" y="2153972"/>
            <a:chExt cx="171450" cy="151078"/>
          </a:xfrm>
          <a:solidFill>
            <a:srgbClr val="C00000"/>
          </a:solidFill>
        </p:grpSpPr>
        <p:sp>
          <p:nvSpPr>
            <p:cNvPr id="124" name="箭头: V 形 123">
              <a:extLst>
                <a:ext uri="{FF2B5EF4-FFF2-40B4-BE49-F238E27FC236}">
                  <a16:creationId xmlns:a16="http://schemas.microsoft.com/office/drawing/2014/main" id="{B68B84A9-73BC-4DA5-9858-04899FACE759}"/>
                </a:ext>
              </a:extLst>
            </p:cNvPr>
            <p:cNvSpPr/>
            <p:nvPr/>
          </p:nvSpPr>
          <p:spPr>
            <a:xfrm>
              <a:off x="4305300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25" name="箭头: V 形 124">
              <a:extLst>
                <a:ext uri="{FF2B5EF4-FFF2-40B4-BE49-F238E27FC236}">
                  <a16:creationId xmlns:a16="http://schemas.microsoft.com/office/drawing/2014/main" id="{08555909-42FF-4B3B-9C60-E1B05B90FB40}"/>
                </a:ext>
              </a:extLst>
            </p:cNvPr>
            <p:cNvSpPr/>
            <p:nvPr/>
          </p:nvSpPr>
          <p:spPr>
            <a:xfrm>
              <a:off x="4391025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aphicFrame>
        <p:nvGraphicFramePr>
          <p:cNvPr id="126" name="图表 125">
            <a:extLst>
              <a:ext uri="{FF2B5EF4-FFF2-40B4-BE49-F238E27FC236}">
                <a16:creationId xmlns:a16="http://schemas.microsoft.com/office/drawing/2014/main" id="{C0380CB5-E6AE-4DA9-B113-C9B722D3E4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9703291"/>
              </p:ext>
            </p:extLst>
          </p:nvPr>
        </p:nvGraphicFramePr>
        <p:xfrm>
          <a:off x="6350381" y="4102330"/>
          <a:ext cx="2160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7" name="文本框 126">
            <a:extLst>
              <a:ext uri="{FF2B5EF4-FFF2-40B4-BE49-F238E27FC236}">
                <a16:creationId xmlns:a16="http://schemas.microsoft.com/office/drawing/2014/main" id="{AE817E97-0418-44CC-AB07-50A1F02E67C3}"/>
              </a:ext>
            </a:extLst>
          </p:cNvPr>
          <p:cNvSpPr txBox="1"/>
          <p:nvPr/>
        </p:nvSpPr>
        <p:spPr>
          <a:xfrm>
            <a:off x="6350381" y="4038553"/>
            <a:ext cx="6251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单位：亿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CNY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ECD7FD0-5A7C-475B-93F2-CD2932E9CB17}"/>
              </a:ext>
            </a:extLst>
          </p:cNvPr>
          <p:cNvSpPr txBox="1"/>
          <p:nvPr/>
        </p:nvSpPr>
        <p:spPr>
          <a:xfrm>
            <a:off x="6805227" y="4712236"/>
            <a:ext cx="15709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dirty="0">
                <a:solidFill>
                  <a:srgbClr val="000000"/>
                </a:solidFill>
                <a:latin typeface="+mn-ea"/>
              </a:rPr>
              <a:t>00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4BDB37C0-DFAE-46AF-9C78-7B1D3C61B83D}"/>
              </a:ext>
            </a:extLst>
          </p:cNvPr>
          <p:cNvSpPr txBox="1"/>
          <p:nvPr/>
        </p:nvSpPr>
        <p:spPr>
          <a:xfrm>
            <a:off x="7887558" y="4170098"/>
            <a:ext cx="15709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00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2F147A-0F15-43EF-B020-0C78BFBF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7000A"/>
                </a:solidFill>
                <a:latin typeface="+mn-ea"/>
                <a:ea typeface="+mn-ea"/>
              </a:rPr>
              <a:t>页面参考 </a:t>
            </a:r>
            <a:r>
              <a:rPr lang="en-US" altLang="zh-CN" sz="2000" dirty="0">
                <a:solidFill>
                  <a:srgbClr val="C7000A"/>
                </a:solidFill>
                <a:latin typeface="+mn-ea"/>
                <a:ea typeface="+mn-ea"/>
              </a:rPr>
              <a:t>– </a:t>
            </a:r>
            <a:r>
              <a:rPr lang="zh-CN" altLang="en-US" sz="2000" dirty="0">
                <a:solidFill>
                  <a:srgbClr val="C7000A"/>
                </a:solidFill>
                <a:latin typeface="+mn-ea"/>
                <a:ea typeface="+mn-ea"/>
              </a:rPr>
              <a:t>柱状图</a:t>
            </a:r>
            <a:r>
              <a:rPr lang="en-US" altLang="zh-CN" sz="2000" dirty="0">
                <a:solidFill>
                  <a:srgbClr val="C7000A"/>
                </a:solidFill>
                <a:latin typeface="+mn-ea"/>
                <a:ea typeface="+mn-ea"/>
              </a:rPr>
              <a:t>3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7F433F6-2842-4761-8428-6A5AF064FEC6}"/>
              </a:ext>
            </a:extLst>
          </p:cNvPr>
          <p:cNvSpPr/>
          <p:nvPr/>
        </p:nvSpPr>
        <p:spPr>
          <a:xfrm>
            <a:off x="4186000" y="3212533"/>
            <a:ext cx="1656000" cy="1152000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44000" lvl="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关键举措：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500C239-1612-4DD1-8CA1-3671D40EE354}"/>
              </a:ext>
            </a:extLst>
          </p:cNvPr>
          <p:cNvSpPr/>
          <p:nvPr/>
        </p:nvSpPr>
        <p:spPr>
          <a:xfrm>
            <a:off x="4186000" y="4569350"/>
            <a:ext cx="1656000" cy="1152000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44000" lvl="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关键举措：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Freeform 139">
            <a:extLst>
              <a:ext uri="{FF2B5EF4-FFF2-40B4-BE49-F238E27FC236}">
                <a16:creationId xmlns:a16="http://schemas.microsoft.com/office/drawing/2014/main" id="{C2F56CF5-2586-42F1-8DCE-4AB274DE4A30}"/>
              </a:ext>
            </a:extLst>
          </p:cNvPr>
          <p:cNvSpPr/>
          <p:nvPr/>
        </p:nvSpPr>
        <p:spPr>
          <a:xfrm rot="17262642">
            <a:off x="1695607" y="3988804"/>
            <a:ext cx="453434" cy="155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532AFB6-6D8A-438C-BDC6-1B4B29428607}"/>
              </a:ext>
            </a:extLst>
          </p:cNvPr>
          <p:cNvSpPr txBox="1"/>
          <p:nvPr/>
        </p:nvSpPr>
        <p:spPr>
          <a:xfrm>
            <a:off x="1498121" y="3945065"/>
            <a:ext cx="34464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+</a:t>
            </a:r>
            <a:r>
              <a:rPr kumimoji="1" lang="en-US" altLang="zh-CN" sz="900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sp>
        <p:nvSpPr>
          <p:cNvPr id="63" name="Freeform 139">
            <a:extLst>
              <a:ext uri="{FF2B5EF4-FFF2-40B4-BE49-F238E27FC236}">
                <a16:creationId xmlns:a16="http://schemas.microsoft.com/office/drawing/2014/main" id="{BCED0B1D-7481-475C-B0A7-57CED1818A01}"/>
              </a:ext>
            </a:extLst>
          </p:cNvPr>
          <p:cNvSpPr/>
          <p:nvPr/>
        </p:nvSpPr>
        <p:spPr>
          <a:xfrm rot="17262642">
            <a:off x="1695607" y="5158225"/>
            <a:ext cx="453434" cy="155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71CE871-916F-44A7-91E5-09CBF52319F1}"/>
              </a:ext>
            </a:extLst>
          </p:cNvPr>
          <p:cNvSpPr txBox="1"/>
          <p:nvPr/>
        </p:nvSpPr>
        <p:spPr>
          <a:xfrm>
            <a:off x="1498121" y="5114486"/>
            <a:ext cx="34464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+</a:t>
            </a:r>
            <a:r>
              <a:rPr kumimoji="1" lang="en-US" altLang="zh-CN" sz="900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8A4696A-C2CB-49A2-8C07-644BBB13B55B}"/>
              </a:ext>
            </a:extLst>
          </p:cNvPr>
          <p:cNvSpPr txBox="1"/>
          <p:nvPr/>
        </p:nvSpPr>
        <p:spPr>
          <a:xfrm>
            <a:off x="3982507" y="6207016"/>
            <a:ext cx="19942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zh-CN" altLang="en-US" sz="700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备注：以上数据均为虚假标注，与事实无关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6F7026F-2800-4168-83F9-F89D61A1B035}"/>
              </a:ext>
            </a:extLst>
          </p:cNvPr>
          <p:cNvSpPr txBox="1"/>
          <p:nvPr/>
        </p:nvSpPr>
        <p:spPr>
          <a:xfrm>
            <a:off x="7198046" y="1872859"/>
            <a:ext cx="34464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+</a:t>
            </a:r>
            <a:r>
              <a:rPr kumimoji="1" lang="en-US" altLang="zh-CN" sz="900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4919036-4CCB-4BAD-9B6D-7F6EB6A9F4A6}"/>
              </a:ext>
            </a:extLst>
          </p:cNvPr>
          <p:cNvSpPr txBox="1"/>
          <p:nvPr/>
        </p:nvSpPr>
        <p:spPr>
          <a:xfrm>
            <a:off x="7198046" y="2483077"/>
            <a:ext cx="34464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+</a:t>
            </a:r>
            <a:r>
              <a:rPr kumimoji="1" lang="en-US" altLang="zh-CN" sz="900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sp>
        <p:nvSpPr>
          <p:cNvPr id="71" name="Freeform 139">
            <a:extLst>
              <a:ext uri="{FF2B5EF4-FFF2-40B4-BE49-F238E27FC236}">
                <a16:creationId xmlns:a16="http://schemas.microsoft.com/office/drawing/2014/main" id="{B14A6C80-C473-4E7A-AF73-8F1EB37CE2FD}"/>
              </a:ext>
            </a:extLst>
          </p:cNvPr>
          <p:cNvSpPr/>
          <p:nvPr/>
        </p:nvSpPr>
        <p:spPr>
          <a:xfrm rot="17100000">
            <a:off x="7493513" y="5245723"/>
            <a:ext cx="252000" cy="1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14" y="18418"/>
                </a:moveTo>
                <a:lnTo>
                  <a:pt x="15191" y="18192"/>
                </a:lnTo>
                <a:lnTo>
                  <a:pt x="13891" y="17770"/>
                </a:lnTo>
                <a:lnTo>
                  <a:pt x="12636" y="17179"/>
                </a:lnTo>
                <a:lnTo>
                  <a:pt x="11427" y="16390"/>
                </a:lnTo>
                <a:lnTo>
                  <a:pt x="10241" y="15489"/>
                </a:lnTo>
                <a:lnTo>
                  <a:pt x="9124" y="14503"/>
                </a:lnTo>
                <a:lnTo>
                  <a:pt x="8029" y="13377"/>
                </a:lnTo>
                <a:lnTo>
                  <a:pt x="7002" y="12166"/>
                </a:lnTo>
                <a:lnTo>
                  <a:pt x="6022" y="10899"/>
                </a:lnTo>
                <a:lnTo>
                  <a:pt x="5086" y="9603"/>
                </a:lnTo>
                <a:lnTo>
                  <a:pt x="4197" y="8251"/>
                </a:lnTo>
                <a:lnTo>
                  <a:pt x="3353" y="6928"/>
                </a:lnTo>
                <a:lnTo>
                  <a:pt x="2577" y="5632"/>
                </a:lnTo>
                <a:lnTo>
                  <a:pt x="2281" y="5069"/>
                </a:lnTo>
                <a:lnTo>
                  <a:pt x="1962" y="4450"/>
                </a:lnTo>
                <a:lnTo>
                  <a:pt x="1665" y="3802"/>
                </a:lnTo>
                <a:lnTo>
                  <a:pt x="1026" y="2450"/>
                </a:lnTo>
                <a:lnTo>
                  <a:pt x="753" y="1831"/>
                </a:lnTo>
                <a:lnTo>
                  <a:pt x="525" y="1211"/>
                </a:lnTo>
                <a:lnTo>
                  <a:pt x="319" y="732"/>
                </a:lnTo>
                <a:lnTo>
                  <a:pt x="160" y="338"/>
                </a:lnTo>
                <a:lnTo>
                  <a:pt x="68" y="56"/>
                </a:lnTo>
                <a:lnTo>
                  <a:pt x="0" y="0"/>
                </a:lnTo>
                <a:lnTo>
                  <a:pt x="68" y="56"/>
                </a:lnTo>
                <a:lnTo>
                  <a:pt x="182" y="225"/>
                </a:lnTo>
                <a:lnTo>
                  <a:pt x="365" y="479"/>
                </a:lnTo>
                <a:lnTo>
                  <a:pt x="570" y="817"/>
                </a:lnTo>
                <a:lnTo>
                  <a:pt x="821" y="1183"/>
                </a:lnTo>
                <a:lnTo>
                  <a:pt x="1095" y="1605"/>
                </a:lnTo>
                <a:lnTo>
                  <a:pt x="1642" y="2337"/>
                </a:lnTo>
                <a:lnTo>
                  <a:pt x="1848" y="2675"/>
                </a:lnTo>
                <a:lnTo>
                  <a:pt x="2805" y="4027"/>
                </a:lnTo>
                <a:lnTo>
                  <a:pt x="3878" y="5323"/>
                </a:lnTo>
                <a:lnTo>
                  <a:pt x="5018" y="6590"/>
                </a:lnTo>
                <a:lnTo>
                  <a:pt x="6227" y="7744"/>
                </a:lnTo>
                <a:lnTo>
                  <a:pt x="7550" y="8871"/>
                </a:lnTo>
                <a:lnTo>
                  <a:pt x="8941" y="9828"/>
                </a:lnTo>
                <a:lnTo>
                  <a:pt x="10355" y="10701"/>
                </a:lnTo>
                <a:lnTo>
                  <a:pt x="11838" y="11349"/>
                </a:lnTo>
                <a:lnTo>
                  <a:pt x="13389" y="11884"/>
                </a:lnTo>
                <a:lnTo>
                  <a:pt x="14963" y="12222"/>
                </a:lnTo>
                <a:lnTo>
                  <a:pt x="16514" y="12335"/>
                </a:lnTo>
                <a:lnTo>
                  <a:pt x="16514" y="9124"/>
                </a:lnTo>
                <a:lnTo>
                  <a:pt x="21600" y="15320"/>
                </a:lnTo>
                <a:lnTo>
                  <a:pt x="16514" y="21600"/>
                </a:lnTo>
                <a:lnTo>
                  <a:pt x="16514" y="18418"/>
                </a:lnTo>
                <a:close/>
              </a:path>
            </a:pathLst>
          </a:custGeom>
          <a:gradFill>
            <a:gsLst>
              <a:gs pos="0">
                <a:srgbClr val="C00000">
                  <a:alpha val="0"/>
                </a:srgbClr>
              </a:gs>
              <a:gs pos="7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01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DE420B7-7B8B-4A3F-8DBD-D777BE57D5C3}"/>
              </a:ext>
            </a:extLst>
          </p:cNvPr>
          <p:cNvSpPr txBox="1"/>
          <p:nvPr/>
        </p:nvSpPr>
        <p:spPr>
          <a:xfrm>
            <a:off x="7198046" y="5175690"/>
            <a:ext cx="34464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+</a:t>
            </a:r>
            <a:r>
              <a:rPr kumimoji="1" lang="en-US" altLang="zh-CN" sz="900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亿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55F7A0B2-57A9-486F-B087-79507EF83E5C}"/>
              </a:ext>
            </a:extLst>
          </p:cNvPr>
          <p:cNvGrpSpPr/>
          <p:nvPr/>
        </p:nvGrpSpPr>
        <p:grpSpPr>
          <a:xfrm>
            <a:off x="9607391" y="2562017"/>
            <a:ext cx="171450" cy="151078"/>
            <a:chOff x="4305300" y="2153972"/>
            <a:chExt cx="171450" cy="151078"/>
          </a:xfrm>
          <a:solidFill>
            <a:srgbClr val="C00000"/>
          </a:solidFill>
        </p:grpSpPr>
        <p:sp>
          <p:nvSpPr>
            <p:cNvPr id="78" name="箭头: V 形 77">
              <a:extLst>
                <a:ext uri="{FF2B5EF4-FFF2-40B4-BE49-F238E27FC236}">
                  <a16:creationId xmlns:a16="http://schemas.microsoft.com/office/drawing/2014/main" id="{BE2E674C-262C-428D-975D-BC9B7DE07B11}"/>
                </a:ext>
              </a:extLst>
            </p:cNvPr>
            <p:cNvSpPr/>
            <p:nvPr/>
          </p:nvSpPr>
          <p:spPr>
            <a:xfrm>
              <a:off x="4305300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87" name="箭头: V 形 86">
              <a:extLst>
                <a:ext uri="{FF2B5EF4-FFF2-40B4-BE49-F238E27FC236}">
                  <a16:creationId xmlns:a16="http://schemas.microsoft.com/office/drawing/2014/main" id="{77D8B3D4-8F2D-4E56-9FB5-7E9E5204B1BC}"/>
                </a:ext>
              </a:extLst>
            </p:cNvPr>
            <p:cNvSpPr/>
            <p:nvPr/>
          </p:nvSpPr>
          <p:spPr>
            <a:xfrm>
              <a:off x="4391025" y="2153972"/>
              <a:ext cx="85725" cy="15107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88" name="矩形 87">
            <a:extLst>
              <a:ext uri="{FF2B5EF4-FFF2-40B4-BE49-F238E27FC236}">
                <a16:creationId xmlns:a16="http://schemas.microsoft.com/office/drawing/2014/main" id="{BCF8A0C7-8E4B-475A-8BFC-633675732AA6}"/>
              </a:ext>
            </a:extLst>
          </p:cNvPr>
          <p:cNvSpPr/>
          <p:nvPr/>
        </p:nvSpPr>
        <p:spPr>
          <a:xfrm>
            <a:off x="9875600" y="1330330"/>
            <a:ext cx="1656000" cy="792000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0" indent="-1440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44000" lvl="0" indent="-1440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关键举措：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FB0376D-D4FC-4930-814E-650C7AC722AC}"/>
              </a:ext>
            </a:extLst>
          </p:cNvPr>
          <p:cNvSpPr/>
          <p:nvPr/>
        </p:nvSpPr>
        <p:spPr>
          <a:xfrm>
            <a:off x="9875600" y="2241556"/>
            <a:ext cx="1656000" cy="792000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0" indent="-1440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44000" lvl="0" indent="-144000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关键举措：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4FE47D1-DA30-4CDC-918C-DC85F2193475}"/>
              </a:ext>
            </a:extLst>
          </p:cNvPr>
          <p:cNvSpPr/>
          <p:nvPr/>
        </p:nvSpPr>
        <p:spPr>
          <a:xfrm>
            <a:off x="8649799" y="4170098"/>
            <a:ext cx="2881801" cy="1551252"/>
          </a:xfrm>
          <a:prstGeom prst="rect">
            <a:avLst/>
          </a:prstGeom>
          <a:solidFill>
            <a:srgbClr val="FAFAFA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dirty="0">
                <a:latin typeface="+mn-ea"/>
              </a:rPr>
              <a:t>这里为内容区域样式这里为内容区域样式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  <a:p>
            <a:pPr marL="144000" lvl="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altLang="zh-CN" sz="800" dirty="0">
              <a:latin typeface="+mn-ea"/>
            </a:endParaRPr>
          </a:p>
          <a:p>
            <a:pPr marL="144000" indent="-1440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</a:rPr>
              <a:t>关键举措：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这里为内容区域样式这里为内容区域样式</a:t>
            </a:r>
            <a:endParaRPr lang="en-US" altLang="zh-CN" sz="800" dirty="0">
              <a:latin typeface="+mn-ea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463417E-07ED-47F2-9A9B-FD1D261DB3E0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89" name="矩形 88">
              <a:hlinkClick r:id="rId5" action="ppaction://hlinksldjump"/>
              <a:extLst>
                <a:ext uri="{FF2B5EF4-FFF2-40B4-BE49-F238E27FC236}">
                  <a16:creationId xmlns:a16="http://schemas.microsoft.com/office/drawing/2014/main" id="{6B0E2001-D889-4137-B043-7226F182D20D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90" name="直接连接符 89">
              <a:hlinkClick r:id="rId5" action="ppaction://hlinksldjump"/>
              <a:extLst>
                <a:ext uri="{FF2B5EF4-FFF2-40B4-BE49-F238E27FC236}">
                  <a16:creationId xmlns:a16="http://schemas.microsoft.com/office/drawing/2014/main" id="{F1F3924E-3670-4B8F-8729-21CEACCDB57B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9287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865BE460-7F51-4736-AFFD-A3A4316B90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1383794"/>
              </p:ext>
            </p:extLst>
          </p:nvPr>
        </p:nvGraphicFramePr>
        <p:xfrm>
          <a:off x="664700" y="1130401"/>
          <a:ext cx="3240000" cy="3915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F99AE58-63C5-4273-80FB-D12A5A78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7000A"/>
                </a:solidFill>
                <a:latin typeface="+mn-ea"/>
                <a:ea typeface="+mn-ea"/>
              </a:rPr>
              <a:t>页面参考 </a:t>
            </a:r>
            <a:r>
              <a:rPr lang="en-US" altLang="zh-CN" sz="2000" dirty="0">
                <a:solidFill>
                  <a:srgbClr val="C7000A"/>
                </a:solidFill>
                <a:latin typeface="+mn-ea"/>
                <a:ea typeface="+mn-ea"/>
              </a:rPr>
              <a:t>– </a:t>
            </a:r>
            <a:r>
              <a:rPr lang="zh-CN" altLang="en-US" sz="2000" dirty="0">
                <a:solidFill>
                  <a:srgbClr val="C7000A"/>
                </a:solidFill>
                <a:latin typeface="+mn-ea"/>
                <a:ea typeface="+mn-ea"/>
              </a:rPr>
              <a:t>柱状图</a:t>
            </a:r>
            <a:r>
              <a:rPr lang="en-US" altLang="zh-CN" sz="2000" dirty="0">
                <a:solidFill>
                  <a:srgbClr val="C7000A"/>
                </a:solidFill>
                <a:latin typeface="+mn-ea"/>
                <a:ea typeface="+mn-ea"/>
              </a:rPr>
              <a:t>4</a:t>
            </a:r>
            <a:endParaRPr lang="zh-CN" altLang="en-US" dirty="0">
              <a:solidFill>
                <a:srgbClr val="C7000A"/>
              </a:solidFill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967396-095F-4882-A5CE-8E10D1F9772D}"/>
              </a:ext>
            </a:extLst>
          </p:cNvPr>
          <p:cNvSpPr/>
          <p:nvPr/>
        </p:nvSpPr>
        <p:spPr>
          <a:xfrm>
            <a:off x="4268000" y="1058779"/>
            <a:ext cx="7416000" cy="5107071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矩形: 圆角 333">
            <a:extLst>
              <a:ext uri="{FF2B5EF4-FFF2-40B4-BE49-F238E27FC236}">
                <a16:creationId xmlns:a16="http://schemas.microsoft.com/office/drawing/2014/main" id="{79847F47-D2BA-46DA-AE6E-4B1E2F0FD227}"/>
              </a:ext>
            </a:extLst>
          </p:cNvPr>
          <p:cNvSpPr/>
          <p:nvPr/>
        </p:nvSpPr>
        <p:spPr>
          <a:xfrm>
            <a:off x="4268000" y="914400"/>
            <a:ext cx="7416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关键策略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B4E6424-5AF2-4C45-AC4F-9E188A418A74}"/>
              </a:ext>
            </a:extLst>
          </p:cNvPr>
          <p:cNvSpPr/>
          <p:nvPr/>
        </p:nvSpPr>
        <p:spPr>
          <a:xfrm>
            <a:off x="520700" y="1058779"/>
            <a:ext cx="3528000" cy="5107071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8" name="矩形: 圆角 333">
            <a:extLst>
              <a:ext uri="{FF2B5EF4-FFF2-40B4-BE49-F238E27FC236}">
                <a16:creationId xmlns:a16="http://schemas.microsoft.com/office/drawing/2014/main" id="{B26E072E-8348-4D84-80BA-3CADD4D92975}"/>
              </a:ext>
            </a:extLst>
          </p:cNvPr>
          <p:cNvSpPr/>
          <p:nvPr/>
        </p:nvSpPr>
        <p:spPr>
          <a:xfrm>
            <a:off x="520700" y="914400"/>
            <a:ext cx="3528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/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一级标题（</a:t>
            </a:r>
            <a:r>
              <a:rPr lang="en-US" altLang="zh-CN" sz="1100" b="1" kern="0" dirty="0">
                <a:solidFill>
                  <a:prstClr val="white"/>
                </a:solidFill>
                <a:latin typeface="+mn-ea"/>
                <a:sym typeface="+mn-lt"/>
              </a:rPr>
              <a:t>11</a:t>
            </a:r>
            <a:r>
              <a:rPr lang="zh-CN" altLang="en-US" sz="1100" b="1" kern="0" dirty="0">
                <a:solidFill>
                  <a:prstClr val="white"/>
                </a:solidFill>
                <a:latin typeface="+mn-ea"/>
                <a:sym typeface="+mn-lt"/>
              </a:rPr>
              <a:t>号字）</a:t>
            </a: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D9111BA5-FA5F-4689-A5EF-2A874C4D1831}"/>
              </a:ext>
            </a:extLst>
          </p:cNvPr>
          <p:cNvCxnSpPr>
            <a:cxnSpLocks/>
          </p:cNvCxnSpPr>
          <p:nvPr/>
        </p:nvCxnSpPr>
        <p:spPr>
          <a:xfrm flipV="1">
            <a:off x="1634541" y="3959755"/>
            <a:ext cx="1250087" cy="621204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C00000">
                    <a:alpha val="0"/>
                  </a:srgbClr>
                </a:gs>
                <a:gs pos="42000">
                  <a:srgbClr val="C00000"/>
                </a:gs>
              </a:gsLst>
              <a:lin ang="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C02BAAD3-763C-490D-8A15-0E435BF2AB10}"/>
              </a:ext>
            </a:extLst>
          </p:cNvPr>
          <p:cNvCxnSpPr>
            <a:cxnSpLocks/>
          </p:cNvCxnSpPr>
          <p:nvPr/>
        </p:nvCxnSpPr>
        <p:spPr>
          <a:xfrm flipV="1">
            <a:off x="1693333" y="3174581"/>
            <a:ext cx="1183454" cy="847328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C00000">
                    <a:alpha val="0"/>
                  </a:srgbClr>
                </a:gs>
                <a:gs pos="42000">
                  <a:srgbClr val="C00000"/>
                </a:gs>
              </a:gsLst>
              <a:lin ang="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002B3E8D-833E-4ECB-84B4-3CCFDC2F0CA9}"/>
              </a:ext>
            </a:extLst>
          </p:cNvPr>
          <p:cNvCxnSpPr>
            <a:cxnSpLocks/>
          </p:cNvCxnSpPr>
          <p:nvPr/>
        </p:nvCxnSpPr>
        <p:spPr>
          <a:xfrm flipV="1">
            <a:off x="1693333" y="2705983"/>
            <a:ext cx="1183454" cy="1085695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C00000">
                    <a:alpha val="0"/>
                  </a:srgbClr>
                </a:gs>
                <a:gs pos="42000">
                  <a:srgbClr val="C00000"/>
                </a:gs>
              </a:gsLst>
              <a:lin ang="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FAEB4D44-7F73-4652-928E-301D878AE8E7}"/>
              </a:ext>
            </a:extLst>
          </p:cNvPr>
          <p:cNvCxnSpPr>
            <a:cxnSpLocks/>
          </p:cNvCxnSpPr>
          <p:nvPr/>
        </p:nvCxnSpPr>
        <p:spPr>
          <a:xfrm flipV="1">
            <a:off x="1693333" y="2263645"/>
            <a:ext cx="1183454" cy="1315926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C00000">
                    <a:alpha val="0"/>
                  </a:srgbClr>
                </a:gs>
                <a:gs pos="42000">
                  <a:srgbClr val="C00000"/>
                </a:gs>
              </a:gsLst>
              <a:lin ang="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D1BE1850-F3CC-4B36-B4D7-048B76A34B67}"/>
              </a:ext>
            </a:extLst>
          </p:cNvPr>
          <p:cNvCxnSpPr>
            <a:cxnSpLocks/>
          </p:cNvCxnSpPr>
          <p:nvPr/>
        </p:nvCxnSpPr>
        <p:spPr>
          <a:xfrm flipV="1">
            <a:off x="1662321" y="1866900"/>
            <a:ext cx="1222307" cy="143179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C00000">
                    <a:alpha val="0"/>
                  </a:srgbClr>
                </a:gs>
                <a:gs pos="42000">
                  <a:srgbClr val="C00000"/>
                </a:gs>
              </a:gsLst>
              <a:lin ang="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3EC6067-6238-4141-9DEB-4A71B6D85E07}"/>
              </a:ext>
            </a:extLst>
          </p:cNvPr>
          <p:cNvSpPr/>
          <p:nvPr/>
        </p:nvSpPr>
        <p:spPr>
          <a:xfrm>
            <a:off x="736700" y="5351396"/>
            <a:ext cx="3096000" cy="5401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8E22E30-7B20-4265-B847-D7AED4077765}"/>
              </a:ext>
            </a:extLst>
          </p:cNvPr>
          <p:cNvCxnSpPr>
            <a:cxnSpLocks/>
          </p:cNvCxnSpPr>
          <p:nvPr/>
        </p:nvCxnSpPr>
        <p:spPr>
          <a:xfrm flipV="1">
            <a:off x="1662321" y="1597221"/>
            <a:ext cx="1214466" cy="1398749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C00000">
                    <a:alpha val="0"/>
                  </a:srgbClr>
                </a:gs>
                <a:gs pos="42000">
                  <a:srgbClr val="C00000"/>
                </a:gs>
              </a:gsLst>
              <a:lin ang="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4E5BA5F-68F1-4300-AFD3-560FE6B08FC5}"/>
              </a:ext>
            </a:extLst>
          </p:cNvPr>
          <p:cNvGrpSpPr/>
          <p:nvPr/>
        </p:nvGrpSpPr>
        <p:grpSpPr>
          <a:xfrm rot="21217861">
            <a:off x="1818272" y="2396907"/>
            <a:ext cx="396000" cy="242395"/>
            <a:chOff x="1999436" y="2314401"/>
            <a:chExt cx="396000" cy="242395"/>
          </a:xfrm>
        </p:grpSpPr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E35C9926-2670-49E3-9973-A871D7236454}"/>
                </a:ext>
              </a:extLst>
            </p:cNvPr>
            <p:cNvGrpSpPr/>
            <p:nvPr/>
          </p:nvGrpSpPr>
          <p:grpSpPr>
            <a:xfrm rot="19904663">
              <a:off x="1999436" y="2374264"/>
              <a:ext cx="396000" cy="182532"/>
              <a:chOff x="2091035" y="2504886"/>
              <a:chExt cx="396000" cy="180000"/>
            </a:xfrm>
          </p:grpSpPr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DDF10FB4-16CE-4A1A-A25E-CB58923CAC38}"/>
                  </a:ext>
                </a:extLst>
              </p:cNvPr>
              <p:cNvGrpSpPr/>
              <p:nvPr/>
            </p:nvGrpSpPr>
            <p:grpSpPr>
              <a:xfrm rot="20640000">
                <a:off x="2091035" y="2504886"/>
                <a:ext cx="396000" cy="180000"/>
                <a:chOff x="1891633" y="6808844"/>
                <a:chExt cx="2131549" cy="1083906"/>
              </a:xfrm>
            </p:grpSpPr>
            <p:sp>
              <p:nvSpPr>
                <p:cNvPr id="138" name="椭圆 41">
                  <a:extLst>
                    <a:ext uri="{FF2B5EF4-FFF2-40B4-BE49-F238E27FC236}">
                      <a16:creationId xmlns:a16="http://schemas.microsoft.com/office/drawing/2014/main" id="{3E393244-908B-4432-98C3-672E46B4939F}"/>
                    </a:ext>
                  </a:extLst>
                </p:cNvPr>
                <p:cNvSpPr/>
                <p:nvPr/>
              </p:nvSpPr>
              <p:spPr>
                <a:xfrm>
                  <a:off x="1891633" y="6808844"/>
                  <a:ext cx="2131549" cy="1083906"/>
                </a:xfrm>
                <a:prstGeom prst="roundRect">
                  <a:avLst>
                    <a:gd name="adj" fmla="val 7586"/>
                  </a:avLst>
                </a:prstGeom>
                <a:solidFill>
                  <a:srgbClr val="FFFFFF"/>
                </a:solidFill>
                <a:ln w="6350">
                  <a:solidFill>
                    <a:srgbClr val="C00000">
                      <a:alpha val="34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 dirty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椭圆 42">
                  <a:extLst>
                    <a:ext uri="{FF2B5EF4-FFF2-40B4-BE49-F238E27FC236}">
                      <a16:creationId xmlns:a16="http://schemas.microsoft.com/office/drawing/2014/main" id="{0EFE2F5A-8A5E-458C-80C5-A88B2F272949}"/>
                    </a:ext>
                  </a:extLst>
                </p:cNvPr>
                <p:cNvSpPr/>
                <p:nvPr/>
              </p:nvSpPr>
              <p:spPr>
                <a:xfrm>
                  <a:off x="1949400" y="6869066"/>
                  <a:ext cx="2016004" cy="963470"/>
                </a:xfrm>
                <a:prstGeom prst="roundRect">
                  <a:avLst>
                    <a:gd name="adj" fmla="val 6781"/>
                  </a:avLst>
                </a:prstGeom>
                <a:solidFill>
                  <a:srgbClr val="FFFFFF"/>
                </a:solidFill>
                <a:ln w="3175">
                  <a:solidFill>
                    <a:srgbClr val="C00000">
                      <a:alpha val="12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947324F8-5D27-4A65-8E22-595B4D86E273}"/>
                  </a:ext>
                </a:extLst>
              </p:cNvPr>
              <p:cNvSpPr txBox="1"/>
              <p:nvPr/>
            </p:nvSpPr>
            <p:spPr>
              <a:xfrm rot="20640000">
                <a:off x="2115668" y="2542233"/>
                <a:ext cx="288000" cy="136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zh-CN" sz="900" dirty="0">
                    <a:solidFill>
                      <a:srgbClr val="C00000"/>
                    </a:solidFill>
                    <a:latin typeface="+mn-ea"/>
                  </a:rPr>
                  <a:t>00%</a:t>
                </a:r>
                <a:endParaRPr kumimoji="1" lang="zh-CN" altLang="en-US" sz="9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F8ED02C-6CB7-4847-B62D-0D568A496A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3412" y="2314401"/>
              <a:ext cx="104800" cy="108000"/>
            </a:xfrm>
            <a:prstGeom prst="straightConnector1">
              <a:avLst/>
            </a:prstGeom>
            <a:ln w="9525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97E1E560-E1A8-4EC6-9991-FF1DDA5DC7A9}"/>
              </a:ext>
            </a:extLst>
          </p:cNvPr>
          <p:cNvGrpSpPr/>
          <p:nvPr/>
        </p:nvGrpSpPr>
        <p:grpSpPr>
          <a:xfrm rot="21384275">
            <a:off x="2326081" y="2132109"/>
            <a:ext cx="396000" cy="242395"/>
            <a:chOff x="1999436" y="2314401"/>
            <a:chExt cx="396000" cy="242395"/>
          </a:xfrm>
        </p:grpSpPr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729BD330-8841-4EB8-BCA6-D50B892DA528}"/>
                </a:ext>
              </a:extLst>
            </p:cNvPr>
            <p:cNvGrpSpPr/>
            <p:nvPr/>
          </p:nvGrpSpPr>
          <p:grpSpPr>
            <a:xfrm rot="19904663">
              <a:off x="1999436" y="2374264"/>
              <a:ext cx="396000" cy="182532"/>
              <a:chOff x="2091035" y="2504886"/>
              <a:chExt cx="396000" cy="180000"/>
            </a:xfrm>
          </p:grpSpPr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084A39B5-5343-486B-9211-BD9C91D17113}"/>
                  </a:ext>
                </a:extLst>
              </p:cNvPr>
              <p:cNvGrpSpPr/>
              <p:nvPr/>
            </p:nvGrpSpPr>
            <p:grpSpPr>
              <a:xfrm rot="20640000">
                <a:off x="2091035" y="2504886"/>
                <a:ext cx="396000" cy="180000"/>
                <a:chOff x="1891633" y="6808844"/>
                <a:chExt cx="2131549" cy="1083906"/>
              </a:xfrm>
            </p:grpSpPr>
            <p:sp>
              <p:nvSpPr>
                <p:cNvPr id="98" name="椭圆 41">
                  <a:extLst>
                    <a:ext uri="{FF2B5EF4-FFF2-40B4-BE49-F238E27FC236}">
                      <a16:creationId xmlns:a16="http://schemas.microsoft.com/office/drawing/2014/main" id="{A29F0A79-04DE-4BF9-9F3F-1559038DA251}"/>
                    </a:ext>
                  </a:extLst>
                </p:cNvPr>
                <p:cNvSpPr/>
                <p:nvPr/>
              </p:nvSpPr>
              <p:spPr>
                <a:xfrm>
                  <a:off x="1891633" y="6808844"/>
                  <a:ext cx="2131549" cy="1083906"/>
                </a:xfrm>
                <a:prstGeom prst="roundRect">
                  <a:avLst>
                    <a:gd name="adj" fmla="val 7586"/>
                  </a:avLst>
                </a:prstGeom>
                <a:solidFill>
                  <a:srgbClr val="FFFFFF"/>
                </a:solidFill>
                <a:ln w="6350">
                  <a:solidFill>
                    <a:srgbClr val="C00000">
                      <a:alpha val="34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 dirty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椭圆 42">
                  <a:extLst>
                    <a:ext uri="{FF2B5EF4-FFF2-40B4-BE49-F238E27FC236}">
                      <a16:creationId xmlns:a16="http://schemas.microsoft.com/office/drawing/2014/main" id="{E5098A0A-D3DA-472B-A7FD-14D423978C58}"/>
                    </a:ext>
                  </a:extLst>
                </p:cNvPr>
                <p:cNvSpPr/>
                <p:nvPr/>
              </p:nvSpPr>
              <p:spPr>
                <a:xfrm>
                  <a:off x="1949400" y="6869066"/>
                  <a:ext cx="2016004" cy="963470"/>
                </a:xfrm>
                <a:prstGeom prst="roundRect">
                  <a:avLst>
                    <a:gd name="adj" fmla="val 6781"/>
                  </a:avLst>
                </a:prstGeom>
                <a:solidFill>
                  <a:srgbClr val="FFFFFF"/>
                </a:solidFill>
                <a:ln w="3175">
                  <a:solidFill>
                    <a:srgbClr val="C00000">
                      <a:alpha val="12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398FAEDF-5042-4D4D-A3BD-8B7B99D1512A}"/>
                  </a:ext>
                </a:extLst>
              </p:cNvPr>
              <p:cNvSpPr txBox="1"/>
              <p:nvPr/>
            </p:nvSpPr>
            <p:spPr>
              <a:xfrm rot="20640000">
                <a:off x="2115668" y="2542233"/>
                <a:ext cx="288000" cy="136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zh-CN" sz="900" dirty="0">
                    <a:solidFill>
                      <a:srgbClr val="C00000"/>
                    </a:solidFill>
                    <a:latin typeface="+mn-ea"/>
                  </a:rPr>
                  <a:t>00%</a:t>
                </a:r>
                <a:endParaRPr kumimoji="1" lang="zh-CN" altLang="en-US" sz="9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5E495A25-FA77-47A7-A009-1734495DC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3412" y="2314401"/>
              <a:ext cx="104800" cy="108000"/>
            </a:xfrm>
            <a:prstGeom prst="straightConnector1">
              <a:avLst/>
            </a:prstGeom>
            <a:ln w="9525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1D59A2BA-1174-4DA1-AEDE-9ED5631B8080}"/>
              </a:ext>
            </a:extLst>
          </p:cNvPr>
          <p:cNvGrpSpPr/>
          <p:nvPr/>
        </p:nvGrpSpPr>
        <p:grpSpPr>
          <a:xfrm rot="21261987">
            <a:off x="2221563" y="2601439"/>
            <a:ext cx="396000" cy="242395"/>
            <a:chOff x="1999436" y="2314401"/>
            <a:chExt cx="396000" cy="242395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0386F3BD-0434-4D0D-9F20-5B3EE0B21FDC}"/>
                </a:ext>
              </a:extLst>
            </p:cNvPr>
            <p:cNvGrpSpPr/>
            <p:nvPr/>
          </p:nvGrpSpPr>
          <p:grpSpPr>
            <a:xfrm rot="19904663">
              <a:off x="1999436" y="2374264"/>
              <a:ext cx="396000" cy="182532"/>
              <a:chOff x="2091035" y="2504886"/>
              <a:chExt cx="396000" cy="180000"/>
            </a:xfrm>
          </p:grpSpPr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F83E459D-EE44-4F39-90B1-3A5B70C5659C}"/>
                  </a:ext>
                </a:extLst>
              </p:cNvPr>
              <p:cNvGrpSpPr/>
              <p:nvPr/>
            </p:nvGrpSpPr>
            <p:grpSpPr>
              <a:xfrm rot="20640000">
                <a:off x="2091035" y="2504886"/>
                <a:ext cx="396000" cy="180000"/>
                <a:chOff x="1891633" y="6808844"/>
                <a:chExt cx="2131549" cy="1083906"/>
              </a:xfrm>
            </p:grpSpPr>
            <p:sp>
              <p:nvSpPr>
                <p:cNvPr id="112" name="椭圆 41">
                  <a:extLst>
                    <a:ext uri="{FF2B5EF4-FFF2-40B4-BE49-F238E27FC236}">
                      <a16:creationId xmlns:a16="http://schemas.microsoft.com/office/drawing/2014/main" id="{A098300C-0DFD-4238-AB2A-F37418A6AE3C}"/>
                    </a:ext>
                  </a:extLst>
                </p:cNvPr>
                <p:cNvSpPr/>
                <p:nvPr/>
              </p:nvSpPr>
              <p:spPr>
                <a:xfrm>
                  <a:off x="1891633" y="6808844"/>
                  <a:ext cx="2131549" cy="1083906"/>
                </a:xfrm>
                <a:prstGeom prst="roundRect">
                  <a:avLst>
                    <a:gd name="adj" fmla="val 7586"/>
                  </a:avLst>
                </a:prstGeom>
                <a:solidFill>
                  <a:srgbClr val="FFFFFF"/>
                </a:solidFill>
                <a:ln w="6350">
                  <a:solidFill>
                    <a:srgbClr val="C00000">
                      <a:alpha val="34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 dirty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" name="椭圆 42">
                  <a:extLst>
                    <a:ext uri="{FF2B5EF4-FFF2-40B4-BE49-F238E27FC236}">
                      <a16:creationId xmlns:a16="http://schemas.microsoft.com/office/drawing/2014/main" id="{FE09840C-5E18-4BAB-B80B-592976B76168}"/>
                    </a:ext>
                  </a:extLst>
                </p:cNvPr>
                <p:cNvSpPr/>
                <p:nvPr/>
              </p:nvSpPr>
              <p:spPr>
                <a:xfrm>
                  <a:off x="1949400" y="6869066"/>
                  <a:ext cx="2016004" cy="963470"/>
                </a:xfrm>
                <a:prstGeom prst="roundRect">
                  <a:avLst>
                    <a:gd name="adj" fmla="val 6781"/>
                  </a:avLst>
                </a:prstGeom>
                <a:solidFill>
                  <a:srgbClr val="FFFFFF"/>
                </a:solidFill>
                <a:ln w="3175">
                  <a:solidFill>
                    <a:srgbClr val="C00000">
                      <a:alpha val="12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B38242F-C490-4CB8-9821-28CA1C158A73}"/>
                  </a:ext>
                </a:extLst>
              </p:cNvPr>
              <p:cNvSpPr txBox="1"/>
              <p:nvPr/>
            </p:nvSpPr>
            <p:spPr>
              <a:xfrm rot="20640000">
                <a:off x="2115668" y="2542233"/>
                <a:ext cx="288000" cy="136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zh-CN" sz="900" dirty="0">
                    <a:solidFill>
                      <a:srgbClr val="C00000"/>
                    </a:solidFill>
                    <a:latin typeface="+mn-ea"/>
                  </a:rPr>
                  <a:t>00%</a:t>
                </a:r>
                <a:endParaRPr kumimoji="1" lang="zh-CN" altLang="en-US" sz="9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D3F8B74F-D7A6-493D-AA33-BF6B0C6F84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3412" y="2314401"/>
              <a:ext cx="104800" cy="108000"/>
            </a:xfrm>
            <a:prstGeom prst="straightConnector1">
              <a:avLst/>
            </a:prstGeom>
            <a:ln w="9525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F04A87DB-C3ED-4F98-97E4-5F92659A30D2}"/>
              </a:ext>
            </a:extLst>
          </p:cNvPr>
          <p:cNvGrpSpPr/>
          <p:nvPr/>
        </p:nvGrpSpPr>
        <p:grpSpPr>
          <a:xfrm>
            <a:off x="2066470" y="3094796"/>
            <a:ext cx="396000" cy="242395"/>
            <a:chOff x="1999436" y="2314401"/>
            <a:chExt cx="396000" cy="242395"/>
          </a:xfrm>
        </p:grpSpPr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B6955C23-9599-499F-9938-BA0C09F50D29}"/>
                </a:ext>
              </a:extLst>
            </p:cNvPr>
            <p:cNvGrpSpPr/>
            <p:nvPr/>
          </p:nvGrpSpPr>
          <p:grpSpPr>
            <a:xfrm rot="19904663">
              <a:off x="1999436" y="2374264"/>
              <a:ext cx="396000" cy="182532"/>
              <a:chOff x="2091035" y="2504886"/>
              <a:chExt cx="396000" cy="180000"/>
            </a:xfrm>
          </p:grpSpPr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FAC592F2-8B8B-4C3D-854D-74F37625EAFF}"/>
                  </a:ext>
                </a:extLst>
              </p:cNvPr>
              <p:cNvGrpSpPr/>
              <p:nvPr/>
            </p:nvGrpSpPr>
            <p:grpSpPr>
              <a:xfrm rot="20640000">
                <a:off x="2091035" y="2504886"/>
                <a:ext cx="396000" cy="180000"/>
                <a:chOff x="1891633" y="6808844"/>
                <a:chExt cx="2131549" cy="1083906"/>
              </a:xfrm>
            </p:grpSpPr>
            <p:sp>
              <p:nvSpPr>
                <p:cNvPr id="144" name="椭圆 41">
                  <a:extLst>
                    <a:ext uri="{FF2B5EF4-FFF2-40B4-BE49-F238E27FC236}">
                      <a16:creationId xmlns:a16="http://schemas.microsoft.com/office/drawing/2014/main" id="{8C8116CA-2500-4178-A35B-E0AA31A4EA29}"/>
                    </a:ext>
                  </a:extLst>
                </p:cNvPr>
                <p:cNvSpPr/>
                <p:nvPr/>
              </p:nvSpPr>
              <p:spPr>
                <a:xfrm>
                  <a:off x="1891633" y="6808844"/>
                  <a:ext cx="2131549" cy="1083906"/>
                </a:xfrm>
                <a:prstGeom prst="roundRect">
                  <a:avLst>
                    <a:gd name="adj" fmla="val 7586"/>
                  </a:avLst>
                </a:prstGeom>
                <a:solidFill>
                  <a:srgbClr val="FFFFFF"/>
                </a:solidFill>
                <a:ln w="6350">
                  <a:solidFill>
                    <a:srgbClr val="C00000">
                      <a:alpha val="34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 dirty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" name="椭圆 42">
                  <a:extLst>
                    <a:ext uri="{FF2B5EF4-FFF2-40B4-BE49-F238E27FC236}">
                      <a16:creationId xmlns:a16="http://schemas.microsoft.com/office/drawing/2014/main" id="{F8A4046B-62B4-4DE7-8DA7-D3544C1B3BAD}"/>
                    </a:ext>
                  </a:extLst>
                </p:cNvPr>
                <p:cNvSpPr/>
                <p:nvPr/>
              </p:nvSpPr>
              <p:spPr>
                <a:xfrm>
                  <a:off x="1949400" y="6869066"/>
                  <a:ext cx="2016004" cy="963470"/>
                </a:xfrm>
                <a:prstGeom prst="roundRect">
                  <a:avLst>
                    <a:gd name="adj" fmla="val 6781"/>
                  </a:avLst>
                </a:prstGeom>
                <a:solidFill>
                  <a:srgbClr val="FFFFFF"/>
                </a:solidFill>
                <a:ln w="3175">
                  <a:solidFill>
                    <a:srgbClr val="C00000">
                      <a:alpha val="12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B226BEE9-6A4B-4AA3-9747-0B09FC4DFD6B}"/>
                  </a:ext>
                </a:extLst>
              </p:cNvPr>
              <p:cNvSpPr txBox="1"/>
              <p:nvPr/>
            </p:nvSpPr>
            <p:spPr>
              <a:xfrm rot="20640000">
                <a:off x="2115668" y="2542233"/>
                <a:ext cx="288000" cy="136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zh-CN" sz="900" dirty="0">
                    <a:solidFill>
                      <a:srgbClr val="C00000"/>
                    </a:solidFill>
                    <a:latin typeface="+mn-ea"/>
                  </a:rPr>
                  <a:t>00%</a:t>
                </a:r>
                <a:endParaRPr kumimoji="1" lang="zh-CN" altLang="en-US" sz="9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7606FCAE-657B-4FB4-90E4-76BFF8E0F4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3412" y="2314401"/>
              <a:ext cx="104800" cy="108000"/>
            </a:xfrm>
            <a:prstGeom prst="straightConnector1">
              <a:avLst/>
            </a:prstGeom>
            <a:ln w="9525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2FE8447F-10AF-4F63-BFD1-EA00CE18C15A}"/>
              </a:ext>
            </a:extLst>
          </p:cNvPr>
          <p:cNvGrpSpPr/>
          <p:nvPr/>
        </p:nvGrpSpPr>
        <p:grpSpPr>
          <a:xfrm rot="456948">
            <a:off x="1948028" y="3550145"/>
            <a:ext cx="396000" cy="242395"/>
            <a:chOff x="1999436" y="2314401"/>
            <a:chExt cx="396000" cy="242395"/>
          </a:xfrm>
        </p:grpSpPr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9E4713B4-86D8-462D-A4F0-6BA713F39A42}"/>
                </a:ext>
              </a:extLst>
            </p:cNvPr>
            <p:cNvGrpSpPr/>
            <p:nvPr/>
          </p:nvGrpSpPr>
          <p:grpSpPr>
            <a:xfrm rot="19904663">
              <a:off x="1999436" y="2374264"/>
              <a:ext cx="396000" cy="182532"/>
              <a:chOff x="2091035" y="2504886"/>
              <a:chExt cx="396000" cy="180000"/>
            </a:xfrm>
          </p:grpSpPr>
          <p:grpSp>
            <p:nvGrpSpPr>
              <p:cNvPr id="149" name="组合 148">
                <a:extLst>
                  <a:ext uri="{FF2B5EF4-FFF2-40B4-BE49-F238E27FC236}">
                    <a16:creationId xmlns:a16="http://schemas.microsoft.com/office/drawing/2014/main" id="{E9DC38AE-4088-42C5-83EA-F510BB6038D6}"/>
                  </a:ext>
                </a:extLst>
              </p:cNvPr>
              <p:cNvGrpSpPr/>
              <p:nvPr/>
            </p:nvGrpSpPr>
            <p:grpSpPr>
              <a:xfrm rot="20640000">
                <a:off x="2091035" y="2504886"/>
                <a:ext cx="396000" cy="180000"/>
                <a:chOff x="1891633" y="6808844"/>
                <a:chExt cx="2131549" cy="1083906"/>
              </a:xfrm>
            </p:grpSpPr>
            <p:sp>
              <p:nvSpPr>
                <p:cNvPr id="151" name="椭圆 41">
                  <a:extLst>
                    <a:ext uri="{FF2B5EF4-FFF2-40B4-BE49-F238E27FC236}">
                      <a16:creationId xmlns:a16="http://schemas.microsoft.com/office/drawing/2014/main" id="{95F6982D-F291-4FD0-839A-E5D9BCE7757F}"/>
                    </a:ext>
                  </a:extLst>
                </p:cNvPr>
                <p:cNvSpPr/>
                <p:nvPr/>
              </p:nvSpPr>
              <p:spPr>
                <a:xfrm>
                  <a:off x="1891633" y="6808844"/>
                  <a:ext cx="2131549" cy="1083906"/>
                </a:xfrm>
                <a:prstGeom prst="roundRect">
                  <a:avLst>
                    <a:gd name="adj" fmla="val 7586"/>
                  </a:avLst>
                </a:prstGeom>
                <a:solidFill>
                  <a:srgbClr val="FFFFFF"/>
                </a:solidFill>
                <a:ln w="6350">
                  <a:solidFill>
                    <a:srgbClr val="C00000">
                      <a:alpha val="34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 dirty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" name="椭圆 42">
                  <a:extLst>
                    <a:ext uri="{FF2B5EF4-FFF2-40B4-BE49-F238E27FC236}">
                      <a16:creationId xmlns:a16="http://schemas.microsoft.com/office/drawing/2014/main" id="{537BB2CE-17DA-4537-8995-74AB9525A19B}"/>
                    </a:ext>
                  </a:extLst>
                </p:cNvPr>
                <p:cNvSpPr/>
                <p:nvPr/>
              </p:nvSpPr>
              <p:spPr>
                <a:xfrm>
                  <a:off x="1949400" y="6869066"/>
                  <a:ext cx="2016004" cy="963470"/>
                </a:xfrm>
                <a:prstGeom prst="roundRect">
                  <a:avLst>
                    <a:gd name="adj" fmla="val 6781"/>
                  </a:avLst>
                </a:prstGeom>
                <a:solidFill>
                  <a:srgbClr val="FFFFFF"/>
                </a:solidFill>
                <a:ln w="3175">
                  <a:solidFill>
                    <a:srgbClr val="C00000">
                      <a:alpha val="12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3B5E6F9-EB73-44D5-BA74-89D82D950F09}"/>
                  </a:ext>
                </a:extLst>
              </p:cNvPr>
              <p:cNvSpPr txBox="1"/>
              <p:nvPr/>
            </p:nvSpPr>
            <p:spPr>
              <a:xfrm rot="20640000">
                <a:off x="2115668" y="2542233"/>
                <a:ext cx="288000" cy="136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zh-CN" sz="900" dirty="0">
                    <a:solidFill>
                      <a:srgbClr val="C00000"/>
                    </a:solidFill>
                    <a:latin typeface="+mn-ea"/>
                  </a:rPr>
                  <a:t>00%</a:t>
                </a:r>
                <a:endParaRPr kumimoji="1" lang="zh-CN" altLang="en-US" sz="9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B761F13E-BEDD-4BBE-AA91-ADC9CE323B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3412" y="2314401"/>
              <a:ext cx="104800" cy="108000"/>
            </a:xfrm>
            <a:prstGeom prst="straightConnector1">
              <a:avLst/>
            </a:prstGeom>
            <a:ln w="9525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06281A5B-0E36-4AE4-810A-E81913BDD3FA}"/>
              </a:ext>
            </a:extLst>
          </p:cNvPr>
          <p:cNvGrpSpPr/>
          <p:nvPr/>
        </p:nvGrpSpPr>
        <p:grpSpPr>
          <a:xfrm rot="1053418">
            <a:off x="2109584" y="4088626"/>
            <a:ext cx="396000" cy="242395"/>
            <a:chOff x="1999436" y="2314401"/>
            <a:chExt cx="396000" cy="242395"/>
          </a:xfrm>
        </p:grpSpPr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35DF2145-F3E5-4F42-A51A-779B6D451800}"/>
                </a:ext>
              </a:extLst>
            </p:cNvPr>
            <p:cNvGrpSpPr/>
            <p:nvPr/>
          </p:nvGrpSpPr>
          <p:grpSpPr>
            <a:xfrm rot="19904663">
              <a:off x="1999436" y="2374264"/>
              <a:ext cx="396000" cy="182532"/>
              <a:chOff x="2091035" y="2504886"/>
              <a:chExt cx="396000" cy="180000"/>
            </a:xfrm>
          </p:grpSpPr>
          <p:grpSp>
            <p:nvGrpSpPr>
              <p:cNvPr id="156" name="组合 155">
                <a:extLst>
                  <a:ext uri="{FF2B5EF4-FFF2-40B4-BE49-F238E27FC236}">
                    <a16:creationId xmlns:a16="http://schemas.microsoft.com/office/drawing/2014/main" id="{42D6C141-0F50-4C8D-8EE5-C7406D6C4AAF}"/>
                  </a:ext>
                </a:extLst>
              </p:cNvPr>
              <p:cNvGrpSpPr/>
              <p:nvPr/>
            </p:nvGrpSpPr>
            <p:grpSpPr>
              <a:xfrm rot="20640000">
                <a:off x="2091035" y="2504886"/>
                <a:ext cx="396000" cy="180000"/>
                <a:chOff x="1891633" y="6808844"/>
                <a:chExt cx="2131549" cy="1083906"/>
              </a:xfrm>
            </p:grpSpPr>
            <p:sp>
              <p:nvSpPr>
                <p:cNvPr id="158" name="椭圆 41">
                  <a:extLst>
                    <a:ext uri="{FF2B5EF4-FFF2-40B4-BE49-F238E27FC236}">
                      <a16:creationId xmlns:a16="http://schemas.microsoft.com/office/drawing/2014/main" id="{A5A6A7F4-DA82-4B5E-A0C1-326765943361}"/>
                    </a:ext>
                  </a:extLst>
                </p:cNvPr>
                <p:cNvSpPr/>
                <p:nvPr/>
              </p:nvSpPr>
              <p:spPr>
                <a:xfrm>
                  <a:off x="1891633" y="6808844"/>
                  <a:ext cx="2131549" cy="1083906"/>
                </a:xfrm>
                <a:prstGeom prst="roundRect">
                  <a:avLst>
                    <a:gd name="adj" fmla="val 7586"/>
                  </a:avLst>
                </a:prstGeom>
                <a:solidFill>
                  <a:srgbClr val="FFFFFF"/>
                </a:solidFill>
                <a:ln w="6350">
                  <a:solidFill>
                    <a:srgbClr val="C00000">
                      <a:alpha val="34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 dirty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椭圆 42">
                  <a:extLst>
                    <a:ext uri="{FF2B5EF4-FFF2-40B4-BE49-F238E27FC236}">
                      <a16:creationId xmlns:a16="http://schemas.microsoft.com/office/drawing/2014/main" id="{4666CBE9-EDBE-4A96-A5F5-B0E124823C91}"/>
                    </a:ext>
                  </a:extLst>
                </p:cNvPr>
                <p:cNvSpPr/>
                <p:nvPr/>
              </p:nvSpPr>
              <p:spPr>
                <a:xfrm>
                  <a:off x="1949400" y="6869066"/>
                  <a:ext cx="2016004" cy="963470"/>
                </a:xfrm>
                <a:prstGeom prst="roundRect">
                  <a:avLst>
                    <a:gd name="adj" fmla="val 6781"/>
                  </a:avLst>
                </a:prstGeom>
                <a:solidFill>
                  <a:srgbClr val="FFFFFF"/>
                </a:solidFill>
                <a:ln w="3175">
                  <a:solidFill>
                    <a:srgbClr val="C00000">
                      <a:alpha val="12000"/>
                    </a:srgbClr>
                  </a:solidFill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defTabSz="1218225">
                    <a:defRPr/>
                  </a:pPr>
                  <a:endParaRPr lang="zh-CN" altLang="en-US" sz="1000" kern="0">
                    <a:solidFill>
                      <a:sysClr val="windowText" lastClr="000000"/>
                    </a:solidFill>
                    <a:latin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C73ED2E6-BABA-49D0-85C1-D3E1BF848C1C}"/>
                  </a:ext>
                </a:extLst>
              </p:cNvPr>
              <p:cNvSpPr txBox="1"/>
              <p:nvPr/>
            </p:nvSpPr>
            <p:spPr>
              <a:xfrm rot="20640000">
                <a:off x="2115668" y="2542233"/>
                <a:ext cx="288000" cy="136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zh-CN" sz="900" dirty="0">
                    <a:solidFill>
                      <a:srgbClr val="C00000"/>
                    </a:solidFill>
                    <a:latin typeface="+mn-ea"/>
                  </a:rPr>
                  <a:t>00%</a:t>
                </a:r>
                <a:endParaRPr kumimoji="1" lang="zh-CN" altLang="en-US" sz="9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5E531B9B-4D44-4ABE-B131-77057C4CAB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3412" y="2314401"/>
              <a:ext cx="104800" cy="108000"/>
            </a:xfrm>
            <a:prstGeom prst="straightConnector1">
              <a:avLst/>
            </a:prstGeom>
            <a:ln w="9525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C18ED28-4C21-4243-A273-6FD89EB5EB0E}"/>
              </a:ext>
            </a:extLst>
          </p:cNvPr>
          <p:cNvCxnSpPr/>
          <p:nvPr/>
        </p:nvCxnSpPr>
        <p:spPr>
          <a:xfrm>
            <a:off x="520700" y="5170249"/>
            <a:ext cx="3528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E357D09-6979-49DC-8C12-20FA1C23BF66}"/>
              </a:ext>
            </a:extLst>
          </p:cNvPr>
          <p:cNvCxnSpPr>
            <a:stCxn id="63" idx="2"/>
          </p:cNvCxnSpPr>
          <p:nvPr/>
        </p:nvCxnSpPr>
        <p:spPr>
          <a:xfrm>
            <a:off x="4519890" y="1467214"/>
            <a:ext cx="0" cy="44640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B0E284A1-AD2D-4949-B0EF-49CA364390B5}"/>
              </a:ext>
            </a:extLst>
          </p:cNvPr>
          <p:cNvSpPr/>
          <p:nvPr/>
        </p:nvSpPr>
        <p:spPr>
          <a:xfrm>
            <a:off x="4447890" y="1323214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2B6CF4B-8454-489E-8E67-66030A09DADB}"/>
              </a:ext>
            </a:extLst>
          </p:cNvPr>
          <p:cNvSpPr/>
          <p:nvPr/>
        </p:nvSpPr>
        <p:spPr>
          <a:xfrm>
            <a:off x="4447890" y="2515631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33643E9-5572-4FE8-92E7-045CF355D22C}"/>
              </a:ext>
            </a:extLst>
          </p:cNvPr>
          <p:cNvSpPr/>
          <p:nvPr/>
        </p:nvSpPr>
        <p:spPr>
          <a:xfrm>
            <a:off x="4447890" y="3606409"/>
            <a:ext cx="144000" cy="14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17E63C8-1A5C-464C-A12F-495C7F50B91E}"/>
              </a:ext>
            </a:extLst>
          </p:cNvPr>
          <p:cNvSpPr txBox="1"/>
          <p:nvPr/>
        </p:nvSpPr>
        <p:spPr>
          <a:xfrm>
            <a:off x="4704112" y="1313326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A45565E-B0A9-4111-9102-4F9D689537BE}"/>
              </a:ext>
            </a:extLst>
          </p:cNvPr>
          <p:cNvSpPr/>
          <p:nvPr/>
        </p:nvSpPr>
        <p:spPr>
          <a:xfrm>
            <a:off x="4704112" y="1631654"/>
            <a:ext cx="6759226" cy="4154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272A40-EB5A-448D-AEB1-C72E1B3181DB}"/>
              </a:ext>
            </a:extLst>
          </p:cNvPr>
          <p:cNvSpPr txBox="1"/>
          <p:nvPr/>
        </p:nvSpPr>
        <p:spPr>
          <a:xfrm>
            <a:off x="4704112" y="2505743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40F8540-8D45-40CD-AAD6-5642DF3D7E6B}"/>
              </a:ext>
            </a:extLst>
          </p:cNvPr>
          <p:cNvSpPr/>
          <p:nvPr/>
        </p:nvSpPr>
        <p:spPr>
          <a:xfrm>
            <a:off x="4704112" y="2732320"/>
            <a:ext cx="6759226" cy="4154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3D56F2C-4466-4658-8E6C-D347334CC069}"/>
              </a:ext>
            </a:extLst>
          </p:cNvPr>
          <p:cNvSpPr txBox="1"/>
          <p:nvPr/>
        </p:nvSpPr>
        <p:spPr>
          <a:xfrm>
            <a:off x="4704112" y="3606409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二级标题（</a:t>
            </a:r>
            <a:r>
              <a:rPr kumimoji="1" lang="en-US" altLang="zh-CN" sz="1000" b="1" dirty="0">
                <a:solidFill>
                  <a:schemeClr val="accent1"/>
                </a:solidFill>
                <a:latin typeface="+mn-ea"/>
              </a:rPr>
              <a:t>10</a:t>
            </a:r>
            <a:r>
              <a:rPr kumimoji="1" lang="zh-CN" altLang="en-US" sz="1000" b="1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B9FCA03-2750-4162-AD7D-20FA0D2B46AD}"/>
              </a:ext>
            </a:extLst>
          </p:cNvPr>
          <p:cNvSpPr/>
          <p:nvPr/>
        </p:nvSpPr>
        <p:spPr>
          <a:xfrm>
            <a:off x="4704112" y="3874518"/>
            <a:ext cx="6759226" cy="4154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（正文</a:t>
            </a:r>
            <a:r>
              <a:rPr lang="en-US" altLang="zh-CN" sz="900" dirty="0">
                <a:solidFill>
                  <a:schemeClr val="accent1"/>
                </a:solidFill>
                <a:latin typeface="+mn-ea"/>
              </a:rPr>
              <a:t>9</a:t>
            </a:r>
            <a:r>
              <a:rPr lang="zh-CN" altLang="en-US" sz="900" dirty="0">
                <a:solidFill>
                  <a:schemeClr val="accent1"/>
                </a:solidFill>
                <a:latin typeface="+mn-ea"/>
              </a:rPr>
              <a:t>号字）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2066693-5861-4FE6-B43F-54FD3EC8AE36}"/>
              </a:ext>
            </a:extLst>
          </p:cNvPr>
          <p:cNvSpPr/>
          <p:nvPr/>
        </p:nvSpPr>
        <p:spPr>
          <a:xfrm>
            <a:off x="4704112" y="4630666"/>
            <a:ext cx="6755947" cy="1300548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04FCD45-850F-4CE3-80FC-D7679EB7E970}"/>
              </a:ext>
            </a:extLst>
          </p:cNvPr>
          <p:cNvSpPr txBox="1"/>
          <p:nvPr/>
        </p:nvSpPr>
        <p:spPr>
          <a:xfrm>
            <a:off x="2058964" y="6214941"/>
            <a:ext cx="19942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zh-CN" altLang="en-US" sz="700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备注：以上数据均为虚假标注，与事实无关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13152A3C-F3F8-44E6-95D1-2B28E3CA8ABA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77" name="矩形 76">
              <a:hlinkClick r:id="rId4" action="ppaction://hlinksldjump"/>
              <a:extLst>
                <a:ext uri="{FF2B5EF4-FFF2-40B4-BE49-F238E27FC236}">
                  <a16:creationId xmlns:a16="http://schemas.microsoft.com/office/drawing/2014/main" id="{54FD66A5-91CE-4AF4-9C0F-07641DBC739F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>
              <a:hlinkClick r:id="rId4" action="ppaction://hlinksldjump"/>
              <a:extLst>
                <a:ext uri="{FF2B5EF4-FFF2-40B4-BE49-F238E27FC236}">
                  <a16:creationId xmlns:a16="http://schemas.microsoft.com/office/drawing/2014/main" id="{5C8D24F4-0D54-435C-89E3-A4580F1501C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9066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33CE8BE4-A56A-4EB8-90E8-AF82DF5F8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8921495"/>
              </p:ext>
            </p:extLst>
          </p:nvPr>
        </p:nvGraphicFramePr>
        <p:xfrm>
          <a:off x="503605" y="1483638"/>
          <a:ext cx="8280000" cy="2934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2963CD2-AE2D-49A0-8538-BA9694E3C457}"/>
              </a:ext>
            </a:extLst>
          </p:cNvPr>
          <p:cNvSpPr/>
          <p:nvPr/>
        </p:nvSpPr>
        <p:spPr>
          <a:xfrm>
            <a:off x="523082" y="936321"/>
            <a:ext cx="8280000" cy="5235879"/>
          </a:xfrm>
          <a:prstGeom prst="rect">
            <a:avLst/>
          </a:prstGeom>
          <a:noFill/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008"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4ECB2DB-5E07-4F27-A511-CB187FDC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柱状图</a:t>
            </a:r>
            <a:r>
              <a:rPr lang="en-US" altLang="zh-CN" sz="2000" dirty="0">
                <a:latin typeface="+mn-ea"/>
                <a:ea typeface="+mn-ea"/>
              </a:rPr>
              <a:t>5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F63362-760D-4D5E-9184-0D05BE2F29EC}"/>
              </a:ext>
            </a:extLst>
          </p:cNvPr>
          <p:cNvSpPr/>
          <p:nvPr/>
        </p:nvSpPr>
        <p:spPr>
          <a:xfrm>
            <a:off x="523082" y="914400"/>
            <a:ext cx="8280000" cy="216000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20907"/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一级标题（</a:t>
            </a:r>
            <a:r>
              <a:rPr lang="en-US" altLang="zh-CN" sz="1100" b="1" dirty="0">
                <a:solidFill>
                  <a:schemeClr val="tx2"/>
                </a:solidFill>
                <a:latin typeface="+mn-ea"/>
              </a:rPr>
              <a:t>11</a:t>
            </a:r>
            <a:r>
              <a:rPr lang="zh-CN" altLang="en-US" sz="1100" b="1" dirty="0">
                <a:solidFill>
                  <a:schemeClr val="tx2"/>
                </a:solidFill>
                <a:latin typeface="+mn-ea"/>
              </a:rPr>
              <a:t>号字）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90EB257-38DE-4EE6-B55C-557E19E2B617}"/>
              </a:ext>
            </a:extLst>
          </p:cNvPr>
          <p:cNvCxnSpPr>
            <a:cxnSpLocks/>
          </p:cNvCxnSpPr>
          <p:nvPr/>
        </p:nvCxnSpPr>
        <p:spPr>
          <a:xfrm>
            <a:off x="523082" y="4539219"/>
            <a:ext cx="8280000" cy="0"/>
          </a:xfrm>
          <a:prstGeom prst="lin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57191A4-3951-4E4A-8C54-2FD77D2C12FA}"/>
              </a:ext>
            </a:extLst>
          </p:cNvPr>
          <p:cNvSpPr txBox="1"/>
          <p:nvPr/>
        </p:nvSpPr>
        <p:spPr>
          <a:xfrm>
            <a:off x="2956684" y="1306610"/>
            <a:ext cx="3412794" cy="155107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R="0" lvl="0" indent="0" algn="ctr" defTabSz="1300676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 defTabSz="1310383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标题：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这里为内容区域样式这里为内容区域样式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BDF3666-BC1B-4876-8DC1-F751DDAF28FF}"/>
              </a:ext>
            </a:extLst>
          </p:cNvPr>
          <p:cNvGrpSpPr/>
          <p:nvPr/>
        </p:nvGrpSpPr>
        <p:grpSpPr>
          <a:xfrm>
            <a:off x="9447238" y="5062274"/>
            <a:ext cx="2232000" cy="1111876"/>
            <a:chOff x="9447238" y="5062274"/>
            <a:chExt cx="2232000" cy="1111876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29A4CF8-2228-4BB7-9F91-578E1BE0FA8E}"/>
                </a:ext>
              </a:extLst>
            </p:cNvPr>
            <p:cNvSpPr/>
            <p:nvPr/>
          </p:nvSpPr>
          <p:spPr>
            <a:xfrm>
              <a:off x="9447238" y="5062274"/>
              <a:ext cx="2232000" cy="1111876"/>
            </a:xfrm>
            <a:prstGeom prst="rect">
              <a:avLst/>
            </a:prstGeom>
            <a:solidFill>
              <a:srgbClr val="F9F9F9">
                <a:alpha val="70000"/>
              </a:srgb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86">
                <a:latin typeface="+mn-ea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F3A54A8-821B-45C0-A657-E050D752585B}"/>
                </a:ext>
              </a:extLst>
            </p:cNvPr>
            <p:cNvSpPr/>
            <p:nvPr/>
          </p:nvSpPr>
          <p:spPr>
            <a:xfrm>
              <a:off x="9515740" y="5492475"/>
              <a:ext cx="2094996" cy="2514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none" lIns="90000" tIns="46800" rIns="90000" bIns="46800" rtlCol="0" anchor="ctr">
              <a:noAutofit/>
            </a:bodyPr>
            <a:lstStyle/>
            <a:p>
              <a:pPr algn="ctr" defTabSz="921275">
                <a:lnSpc>
                  <a:spcPct val="120000"/>
                </a:lnSpc>
              </a:pPr>
              <a:r>
                <a:rPr kumimoji="1" lang="zh-CN" altLang="en-US" sz="1208" b="1" kern="0" dirty="0">
                  <a:latin typeface="+mn-ea"/>
                </a:rPr>
                <a:t>这里为内容区域样式</a:t>
              </a:r>
            </a:p>
          </p:txBody>
        </p:sp>
      </p:grpSp>
      <p:sp>
        <p:nvSpPr>
          <p:cNvPr id="44" name="右箭头 113">
            <a:extLst>
              <a:ext uri="{FF2B5EF4-FFF2-40B4-BE49-F238E27FC236}">
                <a16:creationId xmlns:a16="http://schemas.microsoft.com/office/drawing/2014/main" id="{9C8518CB-4355-4874-84CE-62D508DA1101}"/>
              </a:ext>
            </a:extLst>
          </p:cNvPr>
          <p:cNvSpPr/>
          <p:nvPr/>
        </p:nvSpPr>
        <p:spPr>
          <a:xfrm>
            <a:off x="8902124" y="5528212"/>
            <a:ext cx="396000" cy="180000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160" tIns="46080" rIns="92160" bIns="46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13">
              <a:latin typeface="+mn-ea"/>
              <a:cs typeface="+mn-ea"/>
              <a:sym typeface="+mn-lt"/>
            </a:endParaRPr>
          </a:p>
        </p:txBody>
      </p:sp>
      <p:sp>
        <p:nvSpPr>
          <p:cNvPr id="45" name="右箭头 113">
            <a:extLst>
              <a:ext uri="{FF2B5EF4-FFF2-40B4-BE49-F238E27FC236}">
                <a16:creationId xmlns:a16="http://schemas.microsoft.com/office/drawing/2014/main" id="{73CA06EA-90DE-4C8C-999B-E5633F1AC06F}"/>
              </a:ext>
            </a:extLst>
          </p:cNvPr>
          <p:cNvSpPr/>
          <p:nvPr/>
        </p:nvSpPr>
        <p:spPr>
          <a:xfrm>
            <a:off x="8902124" y="4216637"/>
            <a:ext cx="396000" cy="180000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160" tIns="46080" rIns="92160" bIns="46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13">
              <a:latin typeface="+mn-ea"/>
              <a:cs typeface="+mn-ea"/>
              <a:sym typeface="+mn-lt"/>
            </a:endParaRPr>
          </a:p>
        </p:txBody>
      </p:sp>
      <p:sp>
        <p:nvSpPr>
          <p:cNvPr id="46" name="右箭头 113">
            <a:extLst>
              <a:ext uri="{FF2B5EF4-FFF2-40B4-BE49-F238E27FC236}">
                <a16:creationId xmlns:a16="http://schemas.microsoft.com/office/drawing/2014/main" id="{E615DFDC-1C39-4623-AE4C-155B9B600E86}"/>
              </a:ext>
            </a:extLst>
          </p:cNvPr>
          <p:cNvSpPr/>
          <p:nvPr/>
        </p:nvSpPr>
        <p:spPr>
          <a:xfrm>
            <a:off x="8902124" y="2905062"/>
            <a:ext cx="396000" cy="180000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160" tIns="46080" rIns="92160" bIns="46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13">
              <a:latin typeface="+mn-ea"/>
              <a:cs typeface="+mn-ea"/>
              <a:sym typeface="+mn-lt"/>
            </a:endParaRPr>
          </a:p>
        </p:txBody>
      </p:sp>
      <p:sp>
        <p:nvSpPr>
          <p:cNvPr id="47" name="右箭头 113">
            <a:extLst>
              <a:ext uri="{FF2B5EF4-FFF2-40B4-BE49-F238E27FC236}">
                <a16:creationId xmlns:a16="http://schemas.microsoft.com/office/drawing/2014/main" id="{1B3902A0-B068-4CC9-9EF0-A49F4A72879F}"/>
              </a:ext>
            </a:extLst>
          </p:cNvPr>
          <p:cNvSpPr/>
          <p:nvPr/>
        </p:nvSpPr>
        <p:spPr>
          <a:xfrm>
            <a:off x="8902124" y="1593487"/>
            <a:ext cx="396000" cy="180000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160" tIns="46080" rIns="92160" bIns="46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13">
              <a:latin typeface="+mn-ea"/>
              <a:cs typeface="+mn-ea"/>
              <a:sym typeface="+mn-lt"/>
            </a:endParaRPr>
          </a:p>
        </p:txBody>
      </p:sp>
      <p:graphicFrame>
        <p:nvGraphicFramePr>
          <p:cNvPr id="26" name="图表 25">
            <a:extLst>
              <a:ext uri="{FF2B5EF4-FFF2-40B4-BE49-F238E27FC236}">
                <a16:creationId xmlns:a16="http://schemas.microsoft.com/office/drawing/2014/main" id="{C1C5EC60-D9C6-4D2E-B5A3-8F762E7BD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9109083"/>
              </p:ext>
            </p:extLst>
          </p:nvPr>
        </p:nvGraphicFramePr>
        <p:xfrm>
          <a:off x="789782" y="4780947"/>
          <a:ext cx="3425086" cy="111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9" name="图表 48">
            <a:extLst>
              <a:ext uri="{FF2B5EF4-FFF2-40B4-BE49-F238E27FC236}">
                <a16:creationId xmlns:a16="http://schemas.microsoft.com/office/drawing/2014/main" id="{B7EA5F1F-FF07-4F88-B1E0-B88D9DD722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3526536"/>
              </p:ext>
            </p:extLst>
          </p:nvPr>
        </p:nvGraphicFramePr>
        <p:xfrm>
          <a:off x="4715732" y="4780947"/>
          <a:ext cx="3859150" cy="111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05548812-9C82-4A0E-8244-731383F8E415}"/>
              </a:ext>
            </a:extLst>
          </p:cNvPr>
          <p:cNvSpPr/>
          <p:nvPr/>
        </p:nvSpPr>
        <p:spPr>
          <a:xfrm>
            <a:off x="711200" y="1814955"/>
            <a:ext cx="2559497" cy="2492185"/>
          </a:xfrm>
          <a:prstGeom prst="roundRect">
            <a:avLst>
              <a:gd name="adj" fmla="val 0"/>
            </a:avLst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86">
              <a:latin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3551B93-A955-42C8-BF46-E64F18648F4A}"/>
              </a:ext>
            </a:extLst>
          </p:cNvPr>
          <p:cNvSpPr txBox="1"/>
          <p:nvPr/>
        </p:nvSpPr>
        <p:spPr>
          <a:xfrm>
            <a:off x="7172594" y="4171917"/>
            <a:ext cx="1429019" cy="1262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kumimoji="1" lang="zh-CN" altLang="en-US" sz="699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数据截止</a:t>
            </a:r>
            <a:r>
              <a:rPr kumimoji="1" lang="en-US" altLang="zh-CN" sz="699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24</a:t>
            </a:r>
            <a:r>
              <a:rPr kumimoji="1" lang="zh-CN" altLang="en-US" sz="699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年</a:t>
            </a:r>
            <a:r>
              <a:rPr kumimoji="1" lang="en-US" altLang="zh-CN" sz="699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9</a:t>
            </a:r>
            <a:r>
              <a:rPr kumimoji="1" lang="zh-CN" altLang="en-US" sz="699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月，</a:t>
            </a:r>
            <a:r>
              <a:rPr kumimoji="1" lang="en-US" altLang="zh-CN" sz="699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XXXXXXXXXXX</a:t>
            </a:r>
            <a:endParaRPr kumimoji="1" lang="zh-CN" altLang="en-US" sz="699" i="1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EA680BA-D34E-4D16-8B98-10E693A9BDD5}"/>
              </a:ext>
            </a:extLst>
          </p:cNvPr>
          <p:cNvSpPr txBox="1"/>
          <p:nvPr/>
        </p:nvSpPr>
        <p:spPr>
          <a:xfrm>
            <a:off x="661988" y="1509010"/>
            <a:ext cx="6229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800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单位：个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21255F5-3638-4D69-8300-4B1A21242585}"/>
              </a:ext>
            </a:extLst>
          </p:cNvPr>
          <p:cNvSpPr txBox="1"/>
          <p:nvPr/>
        </p:nvSpPr>
        <p:spPr>
          <a:xfrm>
            <a:off x="3998638" y="4740454"/>
            <a:ext cx="1328889" cy="155107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R="0" lvl="0" indent="0" algn="ctr" defTabSz="1310465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8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sz="1050" dirty="0">
                <a:latin typeface="+mn-ea"/>
                <a:ea typeface="+mn-ea"/>
              </a:rPr>
              <a:t>这里是标题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DBE2D77-1258-420B-9065-53A82216961C}"/>
              </a:ext>
            </a:extLst>
          </p:cNvPr>
          <p:cNvCxnSpPr>
            <a:cxnSpLocks/>
          </p:cNvCxnSpPr>
          <p:nvPr/>
        </p:nvCxnSpPr>
        <p:spPr>
          <a:xfrm>
            <a:off x="4663081" y="4929989"/>
            <a:ext cx="0" cy="104365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  <a:alpha val="0"/>
                  </a:srgbClr>
                </a:gs>
                <a:gs pos="5000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0DFD55D1-2B7B-43F5-A635-3EC342880EB7}"/>
              </a:ext>
            </a:extLst>
          </p:cNvPr>
          <p:cNvSpPr txBox="1"/>
          <p:nvPr/>
        </p:nvSpPr>
        <p:spPr>
          <a:xfrm>
            <a:off x="1580041" y="5896025"/>
            <a:ext cx="168119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chemeClr val="bg1"/>
                </a:solidFill>
                <a:latin typeface="+mn-ea"/>
              </a:rPr>
              <a:t>这里为内容区域样式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6DB2449-EDBD-421A-B7FE-74149453334C}"/>
              </a:ext>
            </a:extLst>
          </p:cNvPr>
          <p:cNvSpPr txBox="1"/>
          <p:nvPr/>
        </p:nvSpPr>
        <p:spPr>
          <a:xfrm>
            <a:off x="5720042" y="5896025"/>
            <a:ext cx="168119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chemeClr val="bg1"/>
                </a:solidFill>
                <a:latin typeface="+mn-ea"/>
              </a:rPr>
              <a:t>这里为内容区域样式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045C293-0E60-41C2-A3D2-95C22095A50F}"/>
              </a:ext>
            </a:extLst>
          </p:cNvPr>
          <p:cNvSpPr txBox="1"/>
          <p:nvPr/>
        </p:nvSpPr>
        <p:spPr>
          <a:xfrm>
            <a:off x="6824577" y="6272670"/>
            <a:ext cx="19942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zh-CN" altLang="en-US" sz="700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备注：以上数据均为虚假标注，与事实无关</a:t>
            </a:r>
            <a:r>
              <a:rPr kumimoji="1" lang="en-US" altLang="zh-CN" sz="700" i="1" dirty="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·</a:t>
            </a:r>
            <a:endParaRPr kumimoji="1" lang="zh-CN" altLang="en-US" sz="700" i="1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8E74C77-9F47-4E61-89A9-17782E2ABEF5}"/>
              </a:ext>
            </a:extLst>
          </p:cNvPr>
          <p:cNvGrpSpPr/>
          <p:nvPr/>
        </p:nvGrpSpPr>
        <p:grpSpPr>
          <a:xfrm>
            <a:off x="9447238" y="3750699"/>
            <a:ext cx="2232000" cy="1111876"/>
            <a:chOff x="9447238" y="5062274"/>
            <a:chExt cx="2232000" cy="111187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001FAD8E-D38F-45C1-81C3-B3FBED709FC7}"/>
                </a:ext>
              </a:extLst>
            </p:cNvPr>
            <p:cNvSpPr/>
            <p:nvPr/>
          </p:nvSpPr>
          <p:spPr>
            <a:xfrm>
              <a:off x="9447238" y="5062274"/>
              <a:ext cx="2232000" cy="1111876"/>
            </a:xfrm>
            <a:prstGeom prst="rect">
              <a:avLst/>
            </a:prstGeom>
            <a:solidFill>
              <a:srgbClr val="F9F9F9">
                <a:alpha val="70000"/>
              </a:srgb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86">
                <a:latin typeface="+mn-ea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06FF0130-4F1C-4049-9715-1605A824627F}"/>
                </a:ext>
              </a:extLst>
            </p:cNvPr>
            <p:cNvSpPr/>
            <p:nvPr/>
          </p:nvSpPr>
          <p:spPr>
            <a:xfrm>
              <a:off x="9515740" y="5492475"/>
              <a:ext cx="2094996" cy="2514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none" lIns="90000" tIns="46800" rIns="90000" bIns="46800" rtlCol="0" anchor="ctr">
              <a:noAutofit/>
            </a:bodyPr>
            <a:lstStyle/>
            <a:p>
              <a:pPr algn="ctr" defTabSz="921275">
                <a:lnSpc>
                  <a:spcPct val="120000"/>
                </a:lnSpc>
              </a:pPr>
              <a:r>
                <a:rPr kumimoji="1" lang="zh-CN" altLang="en-US" sz="1208" b="1" kern="0" dirty="0">
                  <a:latin typeface="+mn-ea"/>
                </a:rPr>
                <a:t>这里为内容区域样式</a:t>
              </a: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B6F53CCC-1D46-44B0-ABF6-3FAFD2EDC6D8}"/>
              </a:ext>
            </a:extLst>
          </p:cNvPr>
          <p:cNvGrpSpPr/>
          <p:nvPr/>
        </p:nvGrpSpPr>
        <p:grpSpPr>
          <a:xfrm>
            <a:off x="9447238" y="2439124"/>
            <a:ext cx="2232000" cy="1111876"/>
            <a:chOff x="9447238" y="5062274"/>
            <a:chExt cx="2232000" cy="1111876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FF946D1A-66F8-48B5-B24C-0C25E1204A42}"/>
                </a:ext>
              </a:extLst>
            </p:cNvPr>
            <p:cNvSpPr/>
            <p:nvPr/>
          </p:nvSpPr>
          <p:spPr>
            <a:xfrm>
              <a:off x="9447238" y="5062274"/>
              <a:ext cx="2232000" cy="1111876"/>
            </a:xfrm>
            <a:prstGeom prst="rect">
              <a:avLst/>
            </a:prstGeom>
            <a:solidFill>
              <a:srgbClr val="F9F9F9">
                <a:alpha val="70000"/>
              </a:srgb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86">
                <a:latin typeface="+mn-ea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341C2177-CA99-4DE2-99F6-566CB0694FB9}"/>
                </a:ext>
              </a:extLst>
            </p:cNvPr>
            <p:cNvSpPr/>
            <p:nvPr/>
          </p:nvSpPr>
          <p:spPr>
            <a:xfrm>
              <a:off x="9515740" y="5492475"/>
              <a:ext cx="2094996" cy="2514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none" lIns="90000" tIns="46800" rIns="90000" bIns="46800" rtlCol="0" anchor="ctr">
              <a:noAutofit/>
            </a:bodyPr>
            <a:lstStyle/>
            <a:p>
              <a:pPr algn="ctr" defTabSz="921275">
                <a:lnSpc>
                  <a:spcPct val="120000"/>
                </a:lnSpc>
              </a:pPr>
              <a:r>
                <a:rPr kumimoji="1" lang="zh-CN" altLang="en-US" sz="1208" b="1" kern="0" dirty="0">
                  <a:latin typeface="+mn-ea"/>
                </a:rPr>
                <a:t>这里为内容区域样式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AC3DA8D-3961-491F-A96F-090DE20B4352}"/>
              </a:ext>
            </a:extLst>
          </p:cNvPr>
          <p:cNvGrpSpPr/>
          <p:nvPr/>
        </p:nvGrpSpPr>
        <p:grpSpPr>
          <a:xfrm>
            <a:off x="9447238" y="1127549"/>
            <a:ext cx="2232000" cy="1111876"/>
            <a:chOff x="9447238" y="5062274"/>
            <a:chExt cx="2232000" cy="111187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CFF6DC19-4D95-4AB9-B807-86882A76D022}"/>
                </a:ext>
              </a:extLst>
            </p:cNvPr>
            <p:cNvSpPr/>
            <p:nvPr/>
          </p:nvSpPr>
          <p:spPr>
            <a:xfrm>
              <a:off x="9447238" y="5062274"/>
              <a:ext cx="2232000" cy="1111876"/>
            </a:xfrm>
            <a:prstGeom prst="rect">
              <a:avLst/>
            </a:prstGeom>
            <a:solidFill>
              <a:srgbClr val="F9F9F9">
                <a:alpha val="70000"/>
              </a:srgb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786">
                <a:latin typeface="+mn-ea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5EF293D2-5618-4A53-94E5-73CDD91A1074}"/>
                </a:ext>
              </a:extLst>
            </p:cNvPr>
            <p:cNvSpPr/>
            <p:nvPr/>
          </p:nvSpPr>
          <p:spPr>
            <a:xfrm>
              <a:off x="9515740" y="5492475"/>
              <a:ext cx="2094996" cy="2514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none" lIns="90000" tIns="46800" rIns="90000" bIns="46800" rtlCol="0" anchor="ctr">
              <a:noAutofit/>
            </a:bodyPr>
            <a:lstStyle/>
            <a:p>
              <a:pPr algn="ctr" defTabSz="921275">
                <a:lnSpc>
                  <a:spcPct val="120000"/>
                </a:lnSpc>
              </a:pPr>
              <a:r>
                <a:rPr kumimoji="1" lang="zh-CN" altLang="en-US" sz="1208" b="1" kern="0" dirty="0">
                  <a:latin typeface="+mn-ea"/>
                </a:rPr>
                <a:t>这里为内容区域样式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69E8E21-7B78-4B44-A98D-B88BADAB308C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35" name="矩形 34">
              <a:hlinkClick r:id="rId5" action="ppaction://hlinksldjump"/>
              <a:extLst>
                <a:ext uri="{FF2B5EF4-FFF2-40B4-BE49-F238E27FC236}">
                  <a16:creationId xmlns:a16="http://schemas.microsoft.com/office/drawing/2014/main" id="{5F6882C3-01F8-4F5B-8FF9-C4209D4A2ACF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36" name="直接连接符 35">
              <a:hlinkClick r:id="rId5" action="ppaction://hlinksldjump"/>
              <a:extLst>
                <a:ext uri="{FF2B5EF4-FFF2-40B4-BE49-F238E27FC236}">
                  <a16:creationId xmlns:a16="http://schemas.microsoft.com/office/drawing/2014/main" id="{01DFB18A-0249-49E1-8497-A9B1B0BE3D2E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5527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03190C6-A5EC-4CEC-95EA-4F0806FD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环形流程图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576F84-F342-4BDB-BD65-84A5FE5F3D34}"/>
              </a:ext>
            </a:extLst>
          </p:cNvPr>
          <p:cNvSpPr/>
          <p:nvPr/>
        </p:nvSpPr>
        <p:spPr>
          <a:xfrm>
            <a:off x="734381" y="1252357"/>
            <a:ext cx="10728000" cy="3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216000" tIns="36000" rIns="216000" bIns="36000" rtlCol="0" anchor="ctr"/>
          <a:lstStyle/>
          <a:p>
            <a:pPr lvl="0" algn="ctr" defTabSz="914400"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+mn-ea"/>
              </a:rPr>
              <a:t>这里为特殊话术的一种表现形式，一般用在非常规布局的页面中</a:t>
            </a:r>
            <a:r>
              <a:rPr lang="zh-CN" altLang="en-US" sz="1200" b="1" dirty="0">
                <a:latin typeface="+mn-ea"/>
              </a:rPr>
              <a:t>，内容区域样式这里为内容区域样式，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</a:rPr>
              <a:t>这里为内容区域</a:t>
            </a:r>
            <a:r>
              <a:rPr lang="zh-CN" altLang="en-US" sz="1200" b="1" dirty="0">
                <a:latin typeface="+mn-ea"/>
              </a:rPr>
              <a:t>样式这里为内容区域样式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640498" y="2440282"/>
            <a:ext cx="2592000" cy="2600878"/>
            <a:chOff x="4802381" y="2266533"/>
            <a:chExt cx="2592000" cy="2600878"/>
          </a:xfrm>
        </p:grpSpPr>
        <p:sp>
          <p:nvSpPr>
            <p:cNvPr id="7" name="圆角矩形 6"/>
            <p:cNvSpPr/>
            <p:nvPr/>
          </p:nvSpPr>
          <p:spPr>
            <a:xfrm>
              <a:off x="4802381" y="2485782"/>
              <a:ext cx="2592000" cy="2160000"/>
            </a:xfrm>
            <a:prstGeom prst="roundRect">
              <a:avLst>
                <a:gd name="adj" fmla="val 50000"/>
              </a:avLst>
            </a:prstGeom>
            <a:noFill/>
            <a:ln w="381000">
              <a:gradFill>
                <a:gsLst>
                  <a:gs pos="58000">
                    <a:srgbClr val="C00000"/>
                  </a:gs>
                  <a:gs pos="42000">
                    <a:schemeClr val="bg1">
                      <a:lumMod val="60000"/>
                      <a:lumOff val="40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 rot="10800000">
              <a:off x="5793182" y="4433801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 rot="10800000">
              <a:off x="6009182" y="4433801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 rot="10800000">
              <a:off x="6225181" y="4433801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5793182" y="2266533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燕尾形 11"/>
            <p:cNvSpPr/>
            <p:nvPr/>
          </p:nvSpPr>
          <p:spPr>
            <a:xfrm>
              <a:off x="6009182" y="2266533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6225181" y="2266533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258"/>
            <p:cNvSpPr txBox="1">
              <a:spLocks noChangeArrowheads="1"/>
            </p:cNvSpPr>
            <p:nvPr/>
          </p:nvSpPr>
          <p:spPr bwMode="auto">
            <a:xfrm>
              <a:off x="5806360" y="3473449"/>
              <a:ext cx="615554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latin typeface="+mn-ea"/>
                  <a:ea typeface="+mn-ea"/>
                  <a:cs typeface="Arial" panose="020B0604020202020204" pitchFamily="34" charset="0"/>
                </a:rPr>
                <a:t>内容区域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8831917" y="3604670"/>
            <a:ext cx="2353320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6" name="圆角矩形 14"/>
          <p:cNvSpPr/>
          <p:nvPr/>
        </p:nvSpPr>
        <p:spPr bwMode="auto">
          <a:xfrm>
            <a:off x="7684425" y="3605834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zh-CN" altLang="en-US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7" name="圆角矩形 14"/>
          <p:cNvSpPr/>
          <p:nvPr/>
        </p:nvSpPr>
        <p:spPr bwMode="auto">
          <a:xfrm>
            <a:off x="3271518" y="4031860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zh-CN" altLang="en-US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38528" y="4074735"/>
            <a:ext cx="2332990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这里为内容区域样式这里为，这里为内容区域样式这里为内容区域样式</a:t>
            </a:r>
            <a:endParaRPr lang="zh-CN" altLang="en-US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9" name="圆角矩形 14"/>
          <p:cNvSpPr/>
          <p:nvPr/>
        </p:nvSpPr>
        <p:spPr bwMode="auto">
          <a:xfrm>
            <a:off x="7063363" y="4974899"/>
            <a:ext cx="936000" cy="216000"/>
          </a:xfrm>
          <a:prstGeom prst="borderCallout2">
            <a:avLst>
              <a:gd name="adj1" fmla="val 48516"/>
              <a:gd name="adj2" fmla="val -192"/>
              <a:gd name="adj3" fmla="val 48516"/>
              <a:gd name="adj4" fmla="val -19211"/>
              <a:gd name="adj5" fmla="val -73811"/>
              <a:gd name="adj6" fmla="val -41579"/>
            </a:avLst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zh-CN" altLang="en-US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206173" y="5001132"/>
            <a:ext cx="2958740" cy="157287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圆角矩形 14"/>
          <p:cNvSpPr/>
          <p:nvPr/>
        </p:nvSpPr>
        <p:spPr bwMode="auto">
          <a:xfrm>
            <a:off x="7063363" y="2236768"/>
            <a:ext cx="936000" cy="216000"/>
          </a:xfrm>
          <a:prstGeom prst="borderCallout2">
            <a:avLst>
              <a:gd name="adj1" fmla="val 50720"/>
              <a:gd name="adj2" fmla="val -446"/>
              <a:gd name="adj3" fmla="val 50720"/>
              <a:gd name="adj4" fmla="val -18702"/>
              <a:gd name="adj5" fmla="val 188568"/>
              <a:gd name="adj6" fmla="val -44123"/>
            </a:avLst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en-US" altLang="zh-CN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206173" y="2236768"/>
            <a:ext cx="2866304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3" name="圆角矩形 14"/>
          <p:cNvSpPr/>
          <p:nvPr/>
        </p:nvSpPr>
        <p:spPr bwMode="auto">
          <a:xfrm>
            <a:off x="3765657" y="2231067"/>
            <a:ext cx="936000" cy="216000"/>
          </a:xfrm>
          <a:prstGeom prst="borderCallout2">
            <a:avLst>
              <a:gd name="adj1" fmla="val 51823"/>
              <a:gd name="adj2" fmla="val 100469"/>
              <a:gd name="adj3" fmla="val 51823"/>
              <a:gd name="adj4" fmla="val 120712"/>
              <a:gd name="adj5" fmla="val 183056"/>
              <a:gd name="adj6" fmla="val 151262"/>
            </a:avLst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en-US" altLang="zh-CN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38528" y="2243747"/>
            <a:ext cx="2666584" cy="157287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圆角矩形 14"/>
          <p:cNvSpPr/>
          <p:nvPr/>
        </p:nvSpPr>
        <p:spPr bwMode="auto">
          <a:xfrm>
            <a:off x="3760617" y="4974899"/>
            <a:ext cx="936000" cy="216000"/>
          </a:xfrm>
          <a:prstGeom prst="borderCallout2">
            <a:avLst>
              <a:gd name="adj1" fmla="val 51823"/>
              <a:gd name="adj2" fmla="val 100299"/>
              <a:gd name="adj3" fmla="val 51823"/>
              <a:gd name="adj4" fmla="val 118678"/>
              <a:gd name="adj5" fmla="val -103576"/>
              <a:gd name="adj6" fmla="val 148718"/>
            </a:avLst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en-US" altLang="zh-CN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01592" y="4996337"/>
            <a:ext cx="1903520" cy="157287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7" name="圆角矩形 14"/>
          <p:cNvSpPr/>
          <p:nvPr/>
        </p:nvSpPr>
        <p:spPr bwMode="auto">
          <a:xfrm>
            <a:off x="7591828" y="2921301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en-US" altLang="zh-CN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719128" y="2918535"/>
            <a:ext cx="2445784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9" name="圆角矩形 14"/>
          <p:cNvSpPr/>
          <p:nvPr/>
        </p:nvSpPr>
        <p:spPr bwMode="auto">
          <a:xfrm>
            <a:off x="7591828" y="4290367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zh-CN" altLang="en-US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719127" y="4284616"/>
            <a:ext cx="2445785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" name="圆角矩形 14"/>
          <p:cNvSpPr/>
          <p:nvPr/>
        </p:nvSpPr>
        <p:spPr bwMode="auto">
          <a:xfrm>
            <a:off x="3271518" y="3205086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76" fontAlgn="ctr">
              <a:buClr>
                <a:srgbClr val="CC9900"/>
              </a:buClr>
            </a:pPr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  <a:endParaRPr lang="zh-CN" altLang="en-US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38528" y="3226524"/>
            <a:ext cx="2332990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latin typeface="+mn-ea"/>
              </a:rPr>
              <a:t>这里为内容区域样式这里为内容区域，这里为内容区域样式这里为内容区域样式</a:t>
            </a:r>
            <a:endParaRPr lang="zh-CN" altLang="en-US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3" name="TextBox 24"/>
          <p:cNvSpPr txBox="1">
            <a:spLocks noChangeArrowheads="1"/>
          </p:cNvSpPr>
          <p:nvPr/>
        </p:nvSpPr>
        <p:spPr bwMode="auto">
          <a:xfrm>
            <a:off x="5154615" y="2659531"/>
            <a:ext cx="3077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eaLnBrk="1" hangingPunct="1">
              <a:defRPr sz="2400" b="1">
                <a:solidFill>
                  <a:srgbClr val="C00000"/>
                </a:solidFill>
                <a:latin typeface="微软雅黑" pitchFamily="34" charset="-122"/>
                <a:cs typeface="+mj-cs"/>
              </a:defRPr>
            </a:lvl1pPr>
            <a:lvl2pPr eaLnBrk="1" hangingPunct="1">
              <a:defRPr sz="4100" b="1">
                <a:solidFill>
                  <a:srgbClr val="990000"/>
                </a:solidFill>
              </a:defRPr>
            </a:lvl2pPr>
            <a:lvl3pPr eaLnBrk="1" hangingPunct="1">
              <a:defRPr sz="4100" b="1">
                <a:solidFill>
                  <a:srgbClr val="990000"/>
                </a:solidFill>
              </a:defRPr>
            </a:lvl3pPr>
            <a:lvl4pPr eaLnBrk="1" hangingPunct="1">
              <a:defRPr sz="4100" b="1">
                <a:solidFill>
                  <a:srgbClr val="990000"/>
                </a:solidFill>
              </a:defRPr>
            </a:lvl4pPr>
            <a:lvl5pPr eaLnBrk="1" hangingPunct="1">
              <a:defRPr sz="4100" b="1">
                <a:solidFill>
                  <a:srgbClr val="990000"/>
                </a:solidFill>
              </a:defRPr>
            </a:lvl5pPr>
            <a:lvl6pPr marL="548731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6pPr>
            <a:lvl7pPr marL="1097463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7pPr>
            <a:lvl8pPr marL="1646194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8pPr>
            <a:lvl9pPr marL="2194926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9pPr>
          </a:lstStyle>
          <a:p>
            <a:pPr defTabSz="685549"/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客户</a:t>
            </a:r>
          </a:p>
        </p:txBody>
      </p:sp>
      <p:sp>
        <p:nvSpPr>
          <p:cNvPr id="34" name="TextBox 24"/>
          <p:cNvSpPr txBox="1">
            <a:spLocks noChangeArrowheads="1"/>
          </p:cNvSpPr>
          <p:nvPr/>
        </p:nvSpPr>
        <p:spPr bwMode="auto">
          <a:xfrm>
            <a:off x="6540120" y="4578436"/>
            <a:ext cx="3077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eaLnBrk="1" hangingPunct="1">
              <a:defRPr sz="2000" b="0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+mj-cs"/>
              </a:defRPr>
            </a:lvl1pPr>
            <a:lvl2pPr eaLnBrk="1" hangingPunct="1">
              <a:defRPr sz="4100" b="1">
                <a:solidFill>
                  <a:srgbClr val="990000"/>
                </a:solidFill>
              </a:defRPr>
            </a:lvl2pPr>
            <a:lvl3pPr eaLnBrk="1" hangingPunct="1">
              <a:defRPr sz="4100" b="1">
                <a:solidFill>
                  <a:srgbClr val="990000"/>
                </a:solidFill>
              </a:defRPr>
            </a:lvl3pPr>
            <a:lvl4pPr eaLnBrk="1" hangingPunct="1">
              <a:defRPr sz="4100" b="1">
                <a:solidFill>
                  <a:srgbClr val="990000"/>
                </a:solidFill>
              </a:defRPr>
            </a:lvl4pPr>
            <a:lvl5pPr eaLnBrk="1" hangingPunct="1">
              <a:defRPr sz="4100" b="1">
                <a:solidFill>
                  <a:srgbClr val="990000"/>
                </a:solidFill>
              </a:defRPr>
            </a:lvl5pPr>
            <a:lvl6pPr marL="548731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6pPr>
            <a:lvl7pPr marL="1097463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7pPr>
            <a:lvl8pPr marL="1646194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8pPr>
            <a:lvl9pPr marL="2194926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9pPr>
          </a:lstStyle>
          <a:p>
            <a:pPr defTabSz="685549"/>
            <a:r>
              <a:rPr lang="zh-CN" altLang="en-US" sz="1200" b="1" dirty="0">
                <a:solidFill>
                  <a:schemeClr val="tx2"/>
                </a:solidFill>
                <a:latin typeface="+mn-ea"/>
                <a:ea typeface="+mn-ea"/>
              </a:rPr>
              <a:t>华为</a:t>
            </a:r>
          </a:p>
        </p:txBody>
      </p:sp>
      <p:cxnSp>
        <p:nvCxnSpPr>
          <p:cNvPr id="35" name="直接连接符 34"/>
          <p:cNvCxnSpPr>
            <a:stCxn id="31" idx="3"/>
          </p:cNvCxnSpPr>
          <p:nvPr/>
        </p:nvCxnSpPr>
        <p:spPr>
          <a:xfrm>
            <a:off x="4207518" y="3313086"/>
            <a:ext cx="432980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17" idx="3"/>
          </p:cNvCxnSpPr>
          <p:nvPr/>
        </p:nvCxnSpPr>
        <p:spPr>
          <a:xfrm>
            <a:off x="4207518" y="4139860"/>
            <a:ext cx="432980" cy="3868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27" idx="1"/>
          </p:cNvCxnSpPr>
          <p:nvPr/>
        </p:nvCxnSpPr>
        <p:spPr>
          <a:xfrm flipH="1">
            <a:off x="7063363" y="3029301"/>
            <a:ext cx="528465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29" idx="1"/>
          </p:cNvCxnSpPr>
          <p:nvPr/>
        </p:nvCxnSpPr>
        <p:spPr>
          <a:xfrm flipH="1">
            <a:off x="7063364" y="4398367"/>
            <a:ext cx="528464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16" idx="1"/>
          </p:cNvCxnSpPr>
          <p:nvPr/>
        </p:nvCxnSpPr>
        <p:spPr>
          <a:xfrm flipH="1">
            <a:off x="7279121" y="3713834"/>
            <a:ext cx="405304" cy="0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1" name="矩形 40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2" name="直接连接符 41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D633534-92CA-429B-A5E1-704D50E8D63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4" name="矩形 43">
              <a:hlinkClick r:id="rId3" action="ppaction://hlinksldjump"/>
              <a:extLst>
                <a:ext uri="{FF2B5EF4-FFF2-40B4-BE49-F238E27FC236}">
                  <a16:creationId xmlns:a16="http://schemas.microsoft.com/office/drawing/2014/main" id="{88BCC7E6-9407-4959-B0D1-1C34C93F6FE6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5" name="直接连接符 44">
              <a:hlinkClick r:id="rId3" action="ppaction://hlinksldjump"/>
              <a:extLst>
                <a:ext uri="{FF2B5EF4-FFF2-40B4-BE49-F238E27FC236}">
                  <a16:creationId xmlns:a16="http://schemas.microsoft.com/office/drawing/2014/main" id="{FCCCEF70-3122-42B4-8BEA-D11717C7AC00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9810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12E5369-30E3-4C62-ABC6-7EBE82A08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卡片流程图</a:t>
            </a:r>
          </a:p>
        </p:txBody>
      </p:sp>
      <p:sp>
        <p:nvSpPr>
          <p:cNvPr id="6" name="矩形 5"/>
          <p:cNvSpPr/>
          <p:nvPr/>
        </p:nvSpPr>
        <p:spPr>
          <a:xfrm>
            <a:off x="518381" y="1199992"/>
            <a:ext cx="11160000" cy="288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b="1" dirty="0">
                <a:solidFill>
                  <a:prstClr val="white"/>
                </a:solidFill>
                <a:latin typeface="+mn-ea"/>
                <a:cs typeface="Arial" panose="020B0604020202020204" pitchFamily="34" charset="0"/>
              </a:rPr>
              <a:t>这里是标题区域的内容</a:t>
            </a:r>
          </a:p>
        </p:txBody>
      </p:sp>
      <p:sp>
        <p:nvSpPr>
          <p:cNvPr id="7" name="Bevel 16"/>
          <p:cNvSpPr/>
          <p:nvPr/>
        </p:nvSpPr>
        <p:spPr bwMode="auto">
          <a:xfrm>
            <a:off x="518383" y="1631992"/>
            <a:ext cx="792000" cy="3888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eaVert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200" spc="300" dirty="0">
                <a:latin typeface="+mn-ea"/>
                <a:cs typeface="Arial" panose="020B0604020202020204" pitchFamily="34" charset="0"/>
              </a:rPr>
              <a:t>这里是内容区域</a:t>
            </a:r>
          </a:p>
        </p:txBody>
      </p:sp>
      <p:sp>
        <p:nvSpPr>
          <p:cNvPr id="42" name="椭圆 41"/>
          <p:cNvSpPr/>
          <p:nvPr/>
        </p:nvSpPr>
        <p:spPr>
          <a:xfrm>
            <a:off x="4904858" y="1253992"/>
            <a:ext cx="180000" cy="18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solidFill>
                  <a:srgbClr val="C00000"/>
                </a:solidFill>
                <a:latin typeface="+mn-ea"/>
              </a:rPr>
              <a:t>1</a:t>
            </a:r>
            <a:endParaRPr lang="zh-CN" altLang="en-US" sz="10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24383" y="185181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  <a:latin typeface="+mn-ea"/>
              </a:rPr>
              <a:t>2</a:t>
            </a:r>
            <a:endParaRPr lang="zh-CN" altLang="en-US" sz="1000" b="1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766C58F-A23A-4D07-AA80-1CCFDAD522D7}"/>
              </a:ext>
            </a:extLst>
          </p:cNvPr>
          <p:cNvGrpSpPr/>
          <p:nvPr/>
        </p:nvGrpSpPr>
        <p:grpSpPr>
          <a:xfrm>
            <a:off x="10892000" y="1631992"/>
            <a:ext cx="792000" cy="3888000"/>
            <a:chOff x="10814422" y="1631992"/>
            <a:chExt cx="792000" cy="3888000"/>
          </a:xfrm>
        </p:grpSpPr>
        <p:sp>
          <p:nvSpPr>
            <p:cNvPr id="5" name="Bevel 16"/>
            <p:cNvSpPr/>
            <p:nvPr/>
          </p:nvSpPr>
          <p:spPr bwMode="auto">
            <a:xfrm>
              <a:off x="10814422" y="1631992"/>
              <a:ext cx="792000" cy="3888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685617"/>
              <a:r>
                <a:rPr lang="zh-CN" altLang="en-US" sz="1200" spc="300" dirty="0">
                  <a:latin typeface="+mn-ea"/>
                  <a:cs typeface="Arial" panose="020B0604020202020204" pitchFamily="34" charset="0"/>
                </a:rPr>
                <a:t>      内容区域</a:t>
              </a:r>
            </a:p>
          </p:txBody>
        </p:sp>
        <p:sp>
          <p:nvSpPr>
            <p:cNvPr id="40" name="Bevel 16"/>
            <p:cNvSpPr/>
            <p:nvPr/>
          </p:nvSpPr>
          <p:spPr bwMode="auto">
            <a:xfrm>
              <a:off x="11012422" y="4308728"/>
              <a:ext cx="396000" cy="1080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eaVert" wrap="none" lIns="0" tIns="0" rIns="0" bIns="0" rtlCol="0" anchor="ctr">
              <a:noAutofit/>
            </a:bodyPr>
            <a:lstStyle/>
            <a:p>
              <a:pPr algn="ctr" defTabSz="929019"/>
              <a:r>
                <a:rPr lang="zh-CN" altLang="en-US" sz="1000" kern="0" spc="300" dirty="0">
                  <a:solidFill>
                    <a:srgbClr val="C00000"/>
                  </a:solidFill>
                  <a:latin typeface="+mn-ea"/>
                </a:rPr>
                <a:t>演习</a:t>
              </a:r>
              <a:r>
                <a:rPr lang="zh-CN" altLang="en-US" sz="1000" kern="0" spc="300">
                  <a:solidFill>
                    <a:srgbClr val="C00000"/>
                  </a:solidFill>
                  <a:latin typeface="+mn-ea"/>
                </a:rPr>
                <a:t>和培训</a:t>
              </a:r>
              <a:endParaRPr lang="en-US" altLang="zh-CN" sz="1000" kern="0" spc="3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41" name="Bevel 16"/>
            <p:cNvSpPr/>
            <p:nvPr/>
          </p:nvSpPr>
          <p:spPr bwMode="auto">
            <a:xfrm>
              <a:off x="11012422" y="2370318"/>
              <a:ext cx="396000" cy="93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eaVert" wrap="none" lIns="0" tIns="0" rIns="0" bIns="0" rtlCol="0" anchor="ctr">
              <a:noAutofit/>
            </a:bodyPr>
            <a:lstStyle/>
            <a:p>
              <a:pPr algn="ctr" defTabSz="929019"/>
              <a:r>
                <a:rPr lang="zh-CN" altLang="en-US" sz="1000" kern="0" spc="300">
                  <a:solidFill>
                    <a:srgbClr val="C00000"/>
                  </a:solidFill>
                  <a:latin typeface="+mn-ea"/>
                </a:rPr>
                <a:t> 管理系统</a:t>
              </a:r>
              <a:endParaRPr lang="en-US" altLang="zh-CN" sz="1000" kern="0" spc="3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11120422" y="1851815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2"/>
                  </a:solidFill>
                  <a:latin typeface="+mn-ea"/>
                </a:rPr>
                <a:t>4</a:t>
              </a:r>
              <a:endParaRPr lang="zh-CN" altLang="en-US" sz="1000" b="1" dirty="0">
                <a:solidFill>
                  <a:schemeClr val="tx2"/>
                </a:solidFill>
                <a:latin typeface="+mn-ea"/>
              </a:endParaRPr>
            </a:p>
          </p:txBody>
        </p:sp>
      </p:grpSp>
      <p:sp>
        <p:nvSpPr>
          <p:cNvPr id="8" name="Bevel 16"/>
          <p:cNvSpPr/>
          <p:nvPr/>
        </p:nvSpPr>
        <p:spPr bwMode="auto">
          <a:xfrm>
            <a:off x="1508384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685617">
              <a:lnSpc>
                <a:spcPct val="125000"/>
              </a:lnSpc>
            </a:pPr>
            <a:endParaRPr lang="zh-CN" altLang="en-US" sz="10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9" name="Bevel 16"/>
          <p:cNvSpPr/>
          <p:nvPr/>
        </p:nvSpPr>
        <p:spPr bwMode="auto">
          <a:xfrm>
            <a:off x="3811808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685617">
              <a:lnSpc>
                <a:spcPct val="125000"/>
              </a:lnSpc>
            </a:pPr>
            <a:endParaRPr lang="zh-CN" altLang="en-US" sz="10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" name="Bevel 16"/>
          <p:cNvSpPr/>
          <p:nvPr/>
        </p:nvSpPr>
        <p:spPr bwMode="auto">
          <a:xfrm>
            <a:off x="6115231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685617">
              <a:lnSpc>
                <a:spcPct val="125000"/>
              </a:lnSpc>
            </a:pPr>
            <a:endParaRPr lang="zh-CN" altLang="en-US" sz="10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Bevel 16"/>
          <p:cNvSpPr/>
          <p:nvPr/>
        </p:nvSpPr>
        <p:spPr bwMode="auto">
          <a:xfrm>
            <a:off x="8418655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685617">
              <a:lnSpc>
                <a:spcPct val="125000"/>
              </a:lnSpc>
            </a:pPr>
            <a:endParaRPr lang="zh-CN" altLang="en-US" sz="10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2" name="五边形 11"/>
          <p:cNvSpPr/>
          <p:nvPr/>
        </p:nvSpPr>
        <p:spPr>
          <a:xfrm>
            <a:off x="1508383" y="1635815"/>
            <a:ext cx="2377728" cy="612000"/>
          </a:xfrm>
          <a:prstGeom prst="homePlate">
            <a:avLst>
              <a:gd name="adj" fmla="val 36672"/>
            </a:avLst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13" name="燕尾形 12"/>
          <p:cNvSpPr/>
          <p:nvPr/>
        </p:nvSpPr>
        <p:spPr>
          <a:xfrm>
            <a:off x="3806363" y="1635815"/>
            <a:ext cx="2377728" cy="612000"/>
          </a:xfrm>
          <a:prstGeom prst="chevron">
            <a:avLst>
              <a:gd name="adj" fmla="val 34508"/>
            </a:avLst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14" name="燕尾形 13"/>
          <p:cNvSpPr/>
          <p:nvPr/>
        </p:nvSpPr>
        <p:spPr>
          <a:xfrm>
            <a:off x="6115231" y="1635815"/>
            <a:ext cx="2377728" cy="612000"/>
          </a:xfrm>
          <a:prstGeom prst="chevron">
            <a:avLst>
              <a:gd name="adj" fmla="val 34508"/>
            </a:avLst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15" name="燕尾形 14"/>
          <p:cNvSpPr/>
          <p:nvPr/>
        </p:nvSpPr>
        <p:spPr>
          <a:xfrm>
            <a:off x="8418655" y="1635815"/>
            <a:ext cx="2377728" cy="612000"/>
          </a:xfrm>
          <a:prstGeom prst="chevron">
            <a:avLst>
              <a:gd name="adj" fmla="val 34508"/>
            </a:avLst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16" name="Bevel 16"/>
          <p:cNvSpPr/>
          <p:nvPr/>
        </p:nvSpPr>
        <p:spPr bwMode="auto">
          <a:xfrm>
            <a:off x="1508384" y="4652823"/>
            <a:ext cx="9065087" cy="86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72000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617">
              <a:lnSpc>
                <a:spcPct val="125000"/>
              </a:lnSpc>
            </a:pPr>
            <a:r>
              <a:rPr lang="zh-CN" altLang="en-US" sz="1200" dirty="0">
                <a:latin typeface="+mn-ea"/>
                <a:cs typeface="Arial" panose="020B0604020202020204" pitchFamily="34" charset="0"/>
              </a:rPr>
              <a:t>基本元素</a:t>
            </a:r>
          </a:p>
        </p:txBody>
      </p:sp>
      <p:sp>
        <p:nvSpPr>
          <p:cNvPr id="17" name="Bevel 16"/>
          <p:cNvSpPr/>
          <p:nvPr/>
        </p:nvSpPr>
        <p:spPr bwMode="auto">
          <a:xfrm>
            <a:off x="1656991" y="2526483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</a:t>
            </a:r>
          </a:p>
        </p:txBody>
      </p:sp>
      <p:sp>
        <p:nvSpPr>
          <p:cNvPr id="18" name="Bevel 16"/>
          <p:cNvSpPr/>
          <p:nvPr/>
        </p:nvSpPr>
        <p:spPr bwMode="auto">
          <a:xfrm>
            <a:off x="1656991" y="2918574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19" name="Bevel 16"/>
          <p:cNvSpPr/>
          <p:nvPr/>
        </p:nvSpPr>
        <p:spPr bwMode="auto">
          <a:xfrm>
            <a:off x="1656991" y="3310665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20" name="Bevel 16"/>
          <p:cNvSpPr/>
          <p:nvPr/>
        </p:nvSpPr>
        <p:spPr bwMode="auto">
          <a:xfrm>
            <a:off x="1656991" y="3702756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21" name="Bevel 16"/>
          <p:cNvSpPr/>
          <p:nvPr/>
        </p:nvSpPr>
        <p:spPr bwMode="auto">
          <a:xfrm>
            <a:off x="1656991" y="4094849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22" name="Bevel 16"/>
          <p:cNvSpPr/>
          <p:nvPr/>
        </p:nvSpPr>
        <p:spPr bwMode="auto">
          <a:xfrm>
            <a:off x="3957693" y="2526483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内容区域内容</a:t>
            </a:r>
          </a:p>
        </p:txBody>
      </p:sp>
      <p:sp>
        <p:nvSpPr>
          <p:cNvPr id="23" name="Bevel 16"/>
          <p:cNvSpPr/>
          <p:nvPr/>
        </p:nvSpPr>
        <p:spPr bwMode="auto">
          <a:xfrm>
            <a:off x="3957693" y="2918574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24" name="Bevel 16"/>
          <p:cNvSpPr/>
          <p:nvPr/>
        </p:nvSpPr>
        <p:spPr bwMode="auto">
          <a:xfrm>
            <a:off x="3957693" y="3310665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内容区域内容区域</a:t>
            </a:r>
          </a:p>
        </p:txBody>
      </p:sp>
      <p:sp>
        <p:nvSpPr>
          <p:cNvPr id="25" name="Bevel 16"/>
          <p:cNvSpPr/>
          <p:nvPr/>
        </p:nvSpPr>
        <p:spPr bwMode="auto">
          <a:xfrm>
            <a:off x="3957693" y="3702756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26" name="Bevel 16"/>
          <p:cNvSpPr/>
          <p:nvPr/>
        </p:nvSpPr>
        <p:spPr bwMode="auto">
          <a:xfrm>
            <a:off x="3957693" y="4094849"/>
            <a:ext cx="1857600" cy="288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27" name="Bevel 16"/>
          <p:cNvSpPr/>
          <p:nvPr/>
        </p:nvSpPr>
        <p:spPr bwMode="auto">
          <a:xfrm>
            <a:off x="6261116" y="2526483"/>
            <a:ext cx="1857600" cy="360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28" name="Bevel 16"/>
          <p:cNvSpPr/>
          <p:nvPr/>
        </p:nvSpPr>
        <p:spPr bwMode="auto">
          <a:xfrm>
            <a:off x="6261116" y="3025580"/>
            <a:ext cx="1857600" cy="360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29" name="Bevel 16"/>
          <p:cNvSpPr/>
          <p:nvPr/>
        </p:nvSpPr>
        <p:spPr bwMode="auto">
          <a:xfrm>
            <a:off x="6261116" y="3524677"/>
            <a:ext cx="1857600" cy="360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内容区域内容区域</a:t>
            </a:r>
          </a:p>
        </p:txBody>
      </p:sp>
      <p:sp>
        <p:nvSpPr>
          <p:cNvPr id="30" name="Bevel 16"/>
          <p:cNvSpPr/>
          <p:nvPr/>
        </p:nvSpPr>
        <p:spPr bwMode="auto">
          <a:xfrm>
            <a:off x="6261116" y="4023773"/>
            <a:ext cx="1857600" cy="360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内容区域内容区域</a:t>
            </a:r>
          </a:p>
        </p:txBody>
      </p:sp>
      <p:sp>
        <p:nvSpPr>
          <p:cNvPr id="31" name="Bevel 16"/>
          <p:cNvSpPr/>
          <p:nvPr/>
        </p:nvSpPr>
        <p:spPr bwMode="auto">
          <a:xfrm>
            <a:off x="8564541" y="2526483"/>
            <a:ext cx="1857600" cy="50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32" name="Bevel 16"/>
          <p:cNvSpPr/>
          <p:nvPr/>
        </p:nvSpPr>
        <p:spPr bwMode="auto">
          <a:xfrm>
            <a:off x="8564541" y="3203602"/>
            <a:ext cx="1857600" cy="50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33" name="Bevel 16"/>
          <p:cNvSpPr/>
          <p:nvPr/>
        </p:nvSpPr>
        <p:spPr bwMode="auto">
          <a:xfrm>
            <a:off x="8564541" y="3880721"/>
            <a:ext cx="1857600" cy="50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617"/>
            <a:r>
              <a:rPr lang="zh-CN" altLang="en-US" sz="1000" dirty="0">
                <a:latin typeface="+mn-ea"/>
                <a:cs typeface="Arial" panose="020B0604020202020204" pitchFamily="34" charset="0"/>
              </a:rPr>
              <a:t>内容区域区域</a:t>
            </a:r>
          </a:p>
        </p:txBody>
      </p:sp>
      <p:sp>
        <p:nvSpPr>
          <p:cNvPr id="34" name="Bevel 16"/>
          <p:cNvSpPr/>
          <p:nvPr/>
        </p:nvSpPr>
        <p:spPr bwMode="auto">
          <a:xfrm>
            <a:off x="3663199" y="4794066"/>
            <a:ext cx="2154816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+mn-ea"/>
              </a:rPr>
              <a:t>内容区域</a:t>
            </a:r>
          </a:p>
        </p:txBody>
      </p:sp>
      <p:sp>
        <p:nvSpPr>
          <p:cNvPr id="35" name="Bevel 16"/>
          <p:cNvSpPr/>
          <p:nvPr/>
        </p:nvSpPr>
        <p:spPr bwMode="auto">
          <a:xfrm>
            <a:off x="3663199" y="5136728"/>
            <a:ext cx="2154816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+mn-ea"/>
              </a:rPr>
              <a:t>内容区域内容</a:t>
            </a:r>
          </a:p>
        </p:txBody>
      </p:sp>
      <p:sp>
        <p:nvSpPr>
          <p:cNvPr id="36" name="Bevel 16"/>
          <p:cNvSpPr/>
          <p:nvPr/>
        </p:nvSpPr>
        <p:spPr bwMode="auto">
          <a:xfrm>
            <a:off x="5966623" y="4794066"/>
            <a:ext cx="2152093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+mn-ea"/>
              </a:rPr>
              <a:t>内容区域</a:t>
            </a:r>
          </a:p>
        </p:txBody>
      </p:sp>
      <p:sp>
        <p:nvSpPr>
          <p:cNvPr id="37" name="Bevel 16"/>
          <p:cNvSpPr/>
          <p:nvPr/>
        </p:nvSpPr>
        <p:spPr bwMode="auto">
          <a:xfrm>
            <a:off x="5966623" y="5136728"/>
            <a:ext cx="2152093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+mn-ea"/>
              </a:rPr>
              <a:t>内容区域内容区域</a:t>
            </a:r>
          </a:p>
        </p:txBody>
      </p:sp>
      <p:sp>
        <p:nvSpPr>
          <p:cNvPr id="38" name="Bevel 16"/>
          <p:cNvSpPr/>
          <p:nvPr/>
        </p:nvSpPr>
        <p:spPr bwMode="auto">
          <a:xfrm>
            <a:off x="8272769" y="4794066"/>
            <a:ext cx="2149372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+mn-ea"/>
              </a:rPr>
              <a:t>内容区域</a:t>
            </a:r>
          </a:p>
        </p:txBody>
      </p:sp>
      <p:sp>
        <p:nvSpPr>
          <p:cNvPr id="39" name="Bevel 16"/>
          <p:cNvSpPr/>
          <p:nvPr/>
        </p:nvSpPr>
        <p:spPr bwMode="auto">
          <a:xfrm>
            <a:off x="8272769" y="5136728"/>
            <a:ext cx="2149372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+mn-ea"/>
              </a:rPr>
              <a:t>内容区域</a:t>
            </a:r>
          </a:p>
        </p:txBody>
      </p:sp>
      <p:sp>
        <p:nvSpPr>
          <p:cNvPr id="44" name="椭圆 43"/>
          <p:cNvSpPr/>
          <p:nvPr/>
        </p:nvSpPr>
        <p:spPr>
          <a:xfrm>
            <a:off x="6683636" y="1851815"/>
            <a:ext cx="178569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  <a:latin typeface="+mn-ea"/>
              </a:rPr>
              <a:t>3</a:t>
            </a:r>
            <a:endParaRPr lang="zh-CN" altLang="en-US" sz="10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3147813" y="4994823"/>
            <a:ext cx="178569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  <a:latin typeface="+mn-ea"/>
              </a:rPr>
              <a:t>5</a:t>
            </a:r>
            <a:endParaRPr lang="zh-CN" altLang="en-US" sz="1000" b="1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8" name="矩形 47">
              <a:hlinkClick r:id="rId2" action="ppaction://hlinksldjump"/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9" name="直接连接符 48">
              <a:hlinkClick r:id="rId2" action="ppaction://hlinksldjump"/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1F5556C-55E9-4BE9-98FC-747F3026FCA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1" name="矩形 50">
              <a:hlinkClick r:id="rId3" action="ppaction://hlinksldjump"/>
              <a:extLst>
                <a:ext uri="{FF2B5EF4-FFF2-40B4-BE49-F238E27FC236}">
                  <a16:creationId xmlns:a16="http://schemas.microsoft.com/office/drawing/2014/main" id="{AFC8B55B-6DD3-440A-B316-A0FBF304158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52" name="直接连接符 51">
              <a:hlinkClick r:id="rId3" action="ppaction://hlinksldjump"/>
              <a:extLst>
                <a:ext uri="{FF2B5EF4-FFF2-40B4-BE49-F238E27FC236}">
                  <a16:creationId xmlns:a16="http://schemas.microsoft.com/office/drawing/2014/main" id="{E7457F50-5CA5-47FE-ABA6-B24664ACC53C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34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2">
            <a:extLst>
              <a:ext uri="{FF2B5EF4-FFF2-40B4-BE49-F238E27FC236}">
                <a16:creationId xmlns:a16="http://schemas.microsoft.com/office/drawing/2014/main" id="{E2D2DA93-3698-401D-94A6-CBEB3A6FDB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03"/>
          <a:stretch/>
        </p:blipFill>
        <p:spPr bwMode="auto">
          <a:xfrm>
            <a:off x="6311604" y="1215977"/>
            <a:ext cx="4320000" cy="212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F2C6FC0-4CFF-4583-B0AB-AC1958A3E058}"/>
              </a:ext>
            </a:extLst>
          </p:cNvPr>
          <p:cNvSpPr/>
          <p:nvPr/>
        </p:nvSpPr>
        <p:spPr>
          <a:xfrm>
            <a:off x="6311604" y="1215977"/>
            <a:ext cx="4320000" cy="2124373"/>
          </a:xfrm>
          <a:prstGeom prst="roundRect">
            <a:avLst>
              <a:gd name="adj" fmla="val 0"/>
            </a:avLst>
          </a:prstGeom>
          <a:gradFill>
            <a:gsLst>
              <a:gs pos="12000">
                <a:schemeClr val="tx2">
                  <a:alpha val="0"/>
                </a:schemeClr>
              </a:gs>
              <a:gs pos="80000">
                <a:schemeClr val="tx2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2D0CF2AC-2667-4742-BA61-1BEE49506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0912" y="1633164"/>
            <a:ext cx="4320000" cy="216905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57A290C-451E-4547-B6DB-8B2D5B0AD087}"/>
              </a:ext>
            </a:extLst>
          </p:cNvPr>
          <p:cNvSpPr/>
          <p:nvPr/>
        </p:nvSpPr>
        <p:spPr>
          <a:xfrm>
            <a:off x="1330912" y="1633162"/>
            <a:ext cx="4320000" cy="2226780"/>
          </a:xfrm>
          <a:prstGeom prst="roundRect">
            <a:avLst>
              <a:gd name="adj" fmla="val 0"/>
            </a:avLst>
          </a:prstGeom>
          <a:gradFill>
            <a:gsLst>
              <a:gs pos="32000">
                <a:schemeClr val="tx2">
                  <a:alpha val="0"/>
                </a:schemeClr>
              </a:gs>
              <a:gs pos="80000">
                <a:schemeClr val="tx2"/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81" name="箭头: 五边形 80">
            <a:extLst>
              <a:ext uri="{FF2B5EF4-FFF2-40B4-BE49-F238E27FC236}">
                <a16:creationId xmlns:a16="http://schemas.microsoft.com/office/drawing/2014/main" id="{3A9CD1FD-A68E-40D9-BA80-59C93BAE37F5}"/>
              </a:ext>
            </a:extLst>
          </p:cNvPr>
          <p:cNvSpPr/>
          <p:nvPr/>
        </p:nvSpPr>
        <p:spPr>
          <a:xfrm>
            <a:off x="517524" y="4147163"/>
            <a:ext cx="11054357" cy="324000"/>
          </a:xfrm>
          <a:prstGeom prst="homePlate">
            <a:avLst>
              <a:gd name="adj" fmla="val 67392"/>
            </a:avLst>
          </a:prstGeom>
          <a:gradFill flip="none" rotWithShape="1">
            <a:gsLst>
              <a:gs pos="400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sz="1600" b="1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380C87-382E-4AA7-89DC-D1761B1E7F70}"/>
              </a:ext>
            </a:extLst>
          </p:cNvPr>
          <p:cNvSpPr txBox="1"/>
          <p:nvPr/>
        </p:nvSpPr>
        <p:spPr>
          <a:xfrm>
            <a:off x="518381" y="262300"/>
            <a:ext cx="11160000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Autofit/>
          </a:bodyPr>
          <a:lstStyle>
            <a:lvl1pPr indent="0" defTabSz="1215564">
              <a:lnSpc>
                <a:spcPct val="90000"/>
              </a:lnSpc>
              <a:spcBef>
                <a:spcPct val="0"/>
              </a:spcBef>
              <a:buFontTx/>
              <a:buNone/>
              <a:defRPr sz="2798" b="1" baseline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593662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59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87323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33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80986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078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74648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07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68309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6pPr>
            <a:lvl7pPr marL="3561971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7pPr>
            <a:lvl8pPr marL="4155634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8pPr>
            <a:lvl9pPr marL="4749295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9pPr>
          </a:lstStyle>
          <a:p>
            <a:pPr>
              <a:lnSpc>
                <a:spcPct val="100000"/>
              </a:lnSpc>
            </a:pPr>
            <a:r>
              <a:rPr lang="zh-CN" altLang="en-US" sz="2400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时间轴流程图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D7C71A3D-BD31-43FE-AE2E-D92ABC186FE4}"/>
              </a:ext>
            </a:extLst>
          </p:cNvPr>
          <p:cNvSpPr/>
          <p:nvPr/>
        </p:nvSpPr>
        <p:spPr>
          <a:xfrm>
            <a:off x="1213116" y="2796320"/>
            <a:ext cx="10058400" cy="1219671"/>
          </a:xfrm>
          <a:custGeom>
            <a:avLst/>
            <a:gdLst>
              <a:gd name="connsiteX0" fmla="*/ 0 w 8761615"/>
              <a:gd name="connsiteY0" fmla="*/ 1695797 h 1695797"/>
              <a:gd name="connsiteX1" fmla="*/ 1895302 w 8761615"/>
              <a:gd name="connsiteY1" fmla="*/ 1645920 h 1695797"/>
              <a:gd name="connsiteX2" fmla="*/ 3956858 w 8761615"/>
              <a:gd name="connsiteY2" fmla="*/ 1479666 h 1695797"/>
              <a:gd name="connsiteX3" fmla="*/ 5424055 w 8761615"/>
              <a:gd name="connsiteY3" fmla="*/ 1213658 h 1695797"/>
              <a:gd name="connsiteX4" fmla="*/ 6978535 w 8761615"/>
              <a:gd name="connsiteY4" fmla="*/ 839586 h 1695797"/>
              <a:gd name="connsiteX5" fmla="*/ 8761615 w 8761615"/>
              <a:gd name="connsiteY5" fmla="*/ 0 h 1695797"/>
              <a:gd name="connsiteX6" fmla="*/ 8761615 w 8761615"/>
              <a:gd name="connsiteY6" fmla="*/ 0 h 1695797"/>
              <a:gd name="connsiteX7" fmla="*/ 8761615 w 8761615"/>
              <a:gd name="connsiteY7" fmla="*/ 4157 h 1695797"/>
              <a:gd name="connsiteX8" fmla="*/ 8761615 w 8761615"/>
              <a:gd name="connsiteY8" fmla="*/ 4157 h 1695797"/>
              <a:gd name="connsiteX0" fmla="*/ 0 w 8761615"/>
              <a:gd name="connsiteY0" fmla="*/ 1695797 h 1695797"/>
              <a:gd name="connsiteX1" fmla="*/ 1895302 w 8761615"/>
              <a:gd name="connsiteY1" fmla="*/ 1645920 h 1695797"/>
              <a:gd name="connsiteX2" fmla="*/ 3956858 w 8761615"/>
              <a:gd name="connsiteY2" fmla="*/ 1479666 h 1695797"/>
              <a:gd name="connsiteX3" fmla="*/ 5424055 w 8761615"/>
              <a:gd name="connsiteY3" fmla="*/ 1213658 h 1695797"/>
              <a:gd name="connsiteX4" fmla="*/ 6978535 w 8761615"/>
              <a:gd name="connsiteY4" fmla="*/ 839586 h 1695797"/>
              <a:gd name="connsiteX5" fmla="*/ 8761615 w 8761615"/>
              <a:gd name="connsiteY5" fmla="*/ 0 h 1695797"/>
              <a:gd name="connsiteX6" fmla="*/ 8761615 w 8761615"/>
              <a:gd name="connsiteY6" fmla="*/ 0 h 1695797"/>
              <a:gd name="connsiteX7" fmla="*/ 8761615 w 8761615"/>
              <a:gd name="connsiteY7" fmla="*/ 4157 h 1695797"/>
              <a:gd name="connsiteX8" fmla="*/ 8761615 w 8761615"/>
              <a:gd name="connsiteY8" fmla="*/ 4157 h 1695797"/>
              <a:gd name="connsiteX0" fmla="*/ 0 w 8761615"/>
              <a:gd name="connsiteY0" fmla="*/ 1695797 h 1695797"/>
              <a:gd name="connsiteX1" fmla="*/ 1895302 w 8761615"/>
              <a:gd name="connsiteY1" fmla="*/ 1645920 h 1695797"/>
              <a:gd name="connsiteX2" fmla="*/ 3956858 w 8761615"/>
              <a:gd name="connsiteY2" fmla="*/ 1479666 h 1695797"/>
              <a:gd name="connsiteX3" fmla="*/ 5438805 w 8761615"/>
              <a:gd name="connsiteY3" fmla="*/ 1243086 h 1695797"/>
              <a:gd name="connsiteX4" fmla="*/ 6978535 w 8761615"/>
              <a:gd name="connsiteY4" fmla="*/ 839586 h 1695797"/>
              <a:gd name="connsiteX5" fmla="*/ 8761615 w 8761615"/>
              <a:gd name="connsiteY5" fmla="*/ 0 h 1695797"/>
              <a:gd name="connsiteX6" fmla="*/ 8761615 w 8761615"/>
              <a:gd name="connsiteY6" fmla="*/ 0 h 1695797"/>
              <a:gd name="connsiteX7" fmla="*/ 8761615 w 8761615"/>
              <a:gd name="connsiteY7" fmla="*/ 4157 h 1695797"/>
              <a:gd name="connsiteX8" fmla="*/ 8761615 w 8761615"/>
              <a:gd name="connsiteY8" fmla="*/ 4157 h 169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61615" h="1695797">
                <a:moveTo>
                  <a:pt x="0" y="1695797"/>
                </a:moveTo>
                <a:cubicBezTo>
                  <a:pt x="617913" y="1688869"/>
                  <a:pt x="1235826" y="1681942"/>
                  <a:pt x="1895302" y="1645920"/>
                </a:cubicBezTo>
                <a:cubicBezTo>
                  <a:pt x="2554778" y="1609898"/>
                  <a:pt x="3366274" y="1546805"/>
                  <a:pt x="3956858" y="1479666"/>
                </a:cubicBezTo>
                <a:cubicBezTo>
                  <a:pt x="4547442" y="1412527"/>
                  <a:pt x="4935192" y="1349766"/>
                  <a:pt x="5438805" y="1243086"/>
                </a:cubicBezTo>
                <a:cubicBezTo>
                  <a:pt x="5942418" y="1136406"/>
                  <a:pt x="6424733" y="1046767"/>
                  <a:pt x="6978535" y="839586"/>
                </a:cubicBezTo>
                <a:cubicBezTo>
                  <a:pt x="7532337" y="632405"/>
                  <a:pt x="8761615" y="0"/>
                  <a:pt x="8761615" y="0"/>
                </a:cubicBezTo>
                <a:lnTo>
                  <a:pt x="8761615" y="0"/>
                </a:lnTo>
                <a:lnTo>
                  <a:pt x="8761615" y="4157"/>
                </a:lnTo>
                <a:lnTo>
                  <a:pt x="8761615" y="4157"/>
                </a:lnTo>
              </a:path>
            </a:pathLst>
          </a:cu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E020872A-8FE6-4306-8737-5ACAB51B8765}"/>
              </a:ext>
            </a:extLst>
          </p:cNvPr>
          <p:cNvCxnSpPr>
            <a:cxnSpLocks/>
          </p:cNvCxnSpPr>
          <p:nvPr/>
        </p:nvCxnSpPr>
        <p:spPr>
          <a:xfrm flipV="1">
            <a:off x="4640751" y="3622117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559BBCF2-B7D1-4A6C-8B9E-6D6A985450C2}"/>
              </a:ext>
            </a:extLst>
          </p:cNvPr>
          <p:cNvCxnSpPr>
            <a:cxnSpLocks/>
          </p:cNvCxnSpPr>
          <p:nvPr/>
        </p:nvCxnSpPr>
        <p:spPr>
          <a:xfrm flipV="1">
            <a:off x="7314031" y="3227524"/>
            <a:ext cx="0" cy="91100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682331AC-64A7-4904-81FF-813D00EBBE2F}"/>
              </a:ext>
            </a:extLst>
          </p:cNvPr>
          <p:cNvCxnSpPr>
            <a:cxnSpLocks/>
          </p:cNvCxnSpPr>
          <p:nvPr/>
        </p:nvCxnSpPr>
        <p:spPr>
          <a:xfrm flipV="1">
            <a:off x="9680649" y="2851692"/>
            <a:ext cx="0" cy="1286834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A09577A8-B9AD-48A0-90C5-52D6060C3F7D}"/>
              </a:ext>
            </a:extLst>
          </p:cNvPr>
          <p:cNvCxnSpPr>
            <a:cxnSpLocks/>
          </p:cNvCxnSpPr>
          <p:nvPr/>
        </p:nvCxnSpPr>
        <p:spPr>
          <a:xfrm flipV="1">
            <a:off x="2278367" y="3622117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C96543C-CEB4-44A8-88DC-B071CB1A9B50}"/>
              </a:ext>
            </a:extLst>
          </p:cNvPr>
          <p:cNvSpPr txBox="1"/>
          <p:nvPr/>
        </p:nvSpPr>
        <p:spPr>
          <a:xfrm>
            <a:off x="9213569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  <a:sym typeface="+mn-lt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A58E9EFA-BFFF-4806-AA44-1335D08CE350}"/>
              </a:ext>
            </a:extLst>
          </p:cNvPr>
          <p:cNvSpPr/>
          <p:nvPr/>
        </p:nvSpPr>
        <p:spPr>
          <a:xfrm>
            <a:off x="4586751" y="3867209"/>
            <a:ext cx="108000" cy="1080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6FC19DC8-C329-4138-AC8E-F531649BF386}"/>
              </a:ext>
            </a:extLst>
          </p:cNvPr>
          <p:cNvSpPr/>
          <p:nvPr/>
        </p:nvSpPr>
        <p:spPr>
          <a:xfrm>
            <a:off x="9626649" y="3214043"/>
            <a:ext cx="108000" cy="108000"/>
          </a:xfrm>
          <a:prstGeom prst="ellipse">
            <a:avLst/>
          </a:prstGeom>
          <a:solidFill>
            <a:schemeClr val="tx2"/>
          </a:solidFill>
          <a:ln w="19050">
            <a:solidFill>
              <a:srgbClr val="C00000"/>
            </a:solidFill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A5F6840-78A3-4FB7-89B4-9D3F607C6BE3}"/>
              </a:ext>
            </a:extLst>
          </p:cNvPr>
          <p:cNvSpPr/>
          <p:nvPr/>
        </p:nvSpPr>
        <p:spPr>
          <a:xfrm>
            <a:off x="7260031" y="3656807"/>
            <a:ext cx="108000" cy="1080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F0F91DF7-8E80-40E9-9A41-7DAA79DD6D25}"/>
              </a:ext>
            </a:extLst>
          </p:cNvPr>
          <p:cNvSpPr/>
          <p:nvPr/>
        </p:nvSpPr>
        <p:spPr>
          <a:xfrm>
            <a:off x="2224367" y="3941032"/>
            <a:ext cx="108000" cy="1080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3" name="圆角矩形 48">
            <a:extLst>
              <a:ext uri="{FF2B5EF4-FFF2-40B4-BE49-F238E27FC236}">
                <a16:creationId xmlns:a16="http://schemas.microsoft.com/office/drawing/2014/main" id="{5E1D6810-01EC-47B3-8F06-D13B8BBD54FD}"/>
              </a:ext>
            </a:extLst>
          </p:cNvPr>
          <p:cNvSpPr/>
          <p:nvPr/>
        </p:nvSpPr>
        <p:spPr>
          <a:xfrm>
            <a:off x="6918031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latin typeface="+mn-ea"/>
                <a:cs typeface="+mn-ea"/>
                <a:sym typeface="+mn-lt"/>
              </a:rPr>
              <a:t>2023</a:t>
            </a:r>
            <a:endParaRPr lang="zh-CN" altLang="en-US" sz="1200" b="1" kern="0" dirty="0">
              <a:latin typeface="+mn-ea"/>
              <a:cs typeface="+mn-ea"/>
              <a:sym typeface="+mn-lt"/>
            </a:endParaRPr>
          </a:p>
        </p:txBody>
      </p:sp>
      <p:sp>
        <p:nvSpPr>
          <p:cNvPr id="54" name="圆角矩形 48">
            <a:extLst>
              <a:ext uri="{FF2B5EF4-FFF2-40B4-BE49-F238E27FC236}">
                <a16:creationId xmlns:a16="http://schemas.microsoft.com/office/drawing/2014/main" id="{24C9404D-2406-40D4-B869-5F4706B71A7D}"/>
              </a:ext>
            </a:extLst>
          </p:cNvPr>
          <p:cNvSpPr/>
          <p:nvPr/>
        </p:nvSpPr>
        <p:spPr>
          <a:xfrm>
            <a:off x="1882367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latin typeface="+mn-ea"/>
                <a:cs typeface="+mn-ea"/>
                <a:sym typeface="+mn-lt"/>
              </a:rPr>
              <a:t>2021</a:t>
            </a:r>
            <a:endParaRPr lang="zh-CN" altLang="en-US" sz="1200" b="1" kern="0" dirty="0">
              <a:latin typeface="+mn-ea"/>
              <a:cs typeface="+mn-ea"/>
              <a:sym typeface="+mn-lt"/>
            </a:endParaRPr>
          </a:p>
        </p:txBody>
      </p:sp>
      <p:sp>
        <p:nvSpPr>
          <p:cNvPr id="56" name="圆角矩形 48">
            <a:extLst>
              <a:ext uri="{FF2B5EF4-FFF2-40B4-BE49-F238E27FC236}">
                <a16:creationId xmlns:a16="http://schemas.microsoft.com/office/drawing/2014/main" id="{65B1733A-1419-48D4-9F74-1B0AD89D66E1}"/>
              </a:ext>
            </a:extLst>
          </p:cNvPr>
          <p:cNvSpPr/>
          <p:nvPr/>
        </p:nvSpPr>
        <p:spPr>
          <a:xfrm>
            <a:off x="4244751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latin typeface="+mn-ea"/>
                <a:cs typeface="+mn-ea"/>
                <a:sym typeface="+mn-lt"/>
              </a:rPr>
              <a:t>2022</a:t>
            </a:r>
            <a:endParaRPr lang="zh-CN" altLang="en-US" sz="1200" b="1" kern="0" dirty="0">
              <a:latin typeface="+mn-ea"/>
              <a:cs typeface="+mn-ea"/>
              <a:sym typeface="+mn-lt"/>
            </a:endParaRPr>
          </a:p>
        </p:txBody>
      </p:sp>
      <p:sp>
        <p:nvSpPr>
          <p:cNvPr id="57" name="圆角矩形 48">
            <a:extLst>
              <a:ext uri="{FF2B5EF4-FFF2-40B4-BE49-F238E27FC236}">
                <a16:creationId xmlns:a16="http://schemas.microsoft.com/office/drawing/2014/main" id="{A3E6BE0B-6FFF-4F44-8A4F-30D86D392756}"/>
              </a:ext>
            </a:extLst>
          </p:cNvPr>
          <p:cNvSpPr/>
          <p:nvPr/>
        </p:nvSpPr>
        <p:spPr>
          <a:xfrm>
            <a:off x="9280416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2024</a:t>
            </a:r>
            <a:endParaRPr lang="zh-CN" altLang="en-US" sz="1200" b="1" kern="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DA0475F5-8E08-456F-A3F1-5BDDDFDF2239}"/>
              </a:ext>
            </a:extLst>
          </p:cNvPr>
          <p:cNvCxnSpPr>
            <a:cxnSpLocks/>
          </p:cNvCxnSpPr>
          <p:nvPr/>
        </p:nvCxnSpPr>
        <p:spPr>
          <a:xfrm>
            <a:off x="2278367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60F9A472-EF8A-48CF-B5A9-FFF3857020BD}"/>
              </a:ext>
            </a:extLst>
          </p:cNvPr>
          <p:cNvCxnSpPr>
            <a:cxnSpLocks/>
          </p:cNvCxnSpPr>
          <p:nvPr/>
        </p:nvCxnSpPr>
        <p:spPr>
          <a:xfrm>
            <a:off x="4640751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DBDD3227-F313-4066-AACD-2867A8A29F5E}"/>
              </a:ext>
            </a:extLst>
          </p:cNvPr>
          <p:cNvCxnSpPr>
            <a:cxnSpLocks/>
          </p:cNvCxnSpPr>
          <p:nvPr/>
        </p:nvCxnSpPr>
        <p:spPr>
          <a:xfrm>
            <a:off x="7314031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BAFF4EC-54C5-4768-A27F-E84DCB948BF8}"/>
              </a:ext>
            </a:extLst>
          </p:cNvPr>
          <p:cNvCxnSpPr>
            <a:cxnSpLocks/>
          </p:cNvCxnSpPr>
          <p:nvPr/>
        </p:nvCxnSpPr>
        <p:spPr>
          <a:xfrm>
            <a:off x="9684310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6E9CA4B3-F666-465B-8210-680B9248D5E6}"/>
              </a:ext>
            </a:extLst>
          </p:cNvPr>
          <p:cNvSpPr txBox="1"/>
          <p:nvPr/>
        </p:nvSpPr>
        <p:spPr>
          <a:xfrm>
            <a:off x="3707807" y="4681129"/>
            <a:ext cx="49158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050" b="1" dirty="0">
                <a:solidFill>
                  <a:srgbClr val="C00000"/>
                </a:solidFill>
                <a:latin typeface="+mn-ea"/>
              </a:rPr>
              <a:t>这里是大标题样式，这里是大标题样式，这里是大标题样式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973CFE29-2C33-4E8C-B541-E77F5C64FBF7}"/>
              </a:ext>
            </a:extLst>
          </p:cNvPr>
          <p:cNvGrpSpPr/>
          <p:nvPr/>
        </p:nvGrpSpPr>
        <p:grpSpPr>
          <a:xfrm>
            <a:off x="1330912" y="1419829"/>
            <a:ext cx="4320000" cy="147282"/>
            <a:chOff x="1023007" y="4831042"/>
            <a:chExt cx="2138172" cy="134130"/>
          </a:xfrm>
        </p:grpSpPr>
        <p:sp>
          <p:nvSpPr>
            <p:cNvPr id="93" name="形状">
              <a:extLst>
                <a:ext uri="{FF2B5EF4-FFF2-40B4-BE49-F238E27FC236}">
                  <a16:creationId xmlns:a16="http://schemas.microsoft.com/office/drawing/2014/main" id="{F1B43A71-7BAA-44C5-BE76-8EAD32578685}"/>
                </a:ext>
              </a:extLst>
            </p:cNvPr>
            <p:cNvSpPr/>
            <p:nvPr/>
          </p:nvSpPr>
          <p:spPr>
            <a:xfrm>
              <a:off x="1023007" y="4831042"/>
              <a:ext cx="2138172" cy="129366"/>
            </a:xfrm>
            <a:prstGeom prst="trapezoid">
              <a:avLst>
                <a:gd name="adj" fmla="val 271377"/>
              </a:avLst>
            </a:prstGeom>
            <a:gradFill flip="none" rotWithShape="1">
              <a:gsLst>
                <a:gs pos="1000">
                  <a:srgbClr val="FFFFFF">
                    <a:alpha val="0"/>
                    <a:lumMod val="90000"/>
                  </a:srgbClr>
                </a:gs>
                <a:gs pos="100000">
                  <a:srgbClr val="FFFFFF">
                    <a:lumMod val="90000"/>
                    <a:alpha val="70000"/>
                  </a:srgbClr>
                </a:gs>
              </a:gsLst>
              <a:lin ang="5400000" scaled="0"/>
              <a:tileRect/>
            </a:gradFill>
            <a:ln w="3175" cap="flat">
              <a:noFill/>
              <a:miter lim="400000"/>
            </a:ln>
            <a:effectLst/>
          </p:spPr>
          <p:txBody>
            <a:bodyPr wrap="square" lIns="25399" tIns="25399" rIns="25399" bIns="25399" numCol="1" anchor="ctr">
              <a:noAutofit/>
            </a:bodyPr>
            <a:lstStyle/>
            <a:p>
              <a:pPr algn="just" defTabSz="1219212" hangingPunct="0">
                <a:defRPr sz="1400">
                  <a:solidFill>
                    <a:srgbClr val="5E5E5E"/>
                  </a:solidFill>
                </a:defRPr>
              </a:pPr>
              <a:endParaRPr sz="1100" kern="0">
                <a:solidFill>
                  <a:srgbClr val="221815"/>
                </a:solidFill>
                <a:latin typeface="+mn-ea"/>
                <a:cs typeface="Huawei Sans"/>
                <a:sym typeface="Arial" panose="020B0604020202020204" pitchFamily="34" charset="0"/>
              </a:endParaRPr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78BD56F9-12F9-4BE6-9F1C-3EEAF7EE79CD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07" y="4965172"/>
              <a:ext cx="2138172" cy="0"/>
            </a:xfrm>
            <a:prstGeom prst="line">
              <a:avLst/>
            </a:prstGeom>
            <a:noFill/>
            <a:ln w="12700" cap="flat">
              <a:solidFill>
                <a:srgbClr val="C7000B"/>
              </a:solidFill>
              <a:prstDash val="solid"/>
              <a:miter lim="800000"/>
            </a:ln>
            <a:effectLst/>
            <a:sp3d/>
          </p:spPr>
        </p:cxnSp>
      </p:grpSp>
      <p:sp>
        <p:nvSpPr>
          <p:cNvPr id="34" name="Text Box 236">
            <a:extLst>
              <a:ext uri="{FF2B5EF4-FFF2-40B4-BE49-F238E27FC236}">
                <a16:creationId xmlns:a16="http://schemas.microsoft.com/office/drawing/2014/main" id="{AF4D7EC7-F941-470D-9D9E-770BD51F522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680912" y="1244503"/>
            <a:ext cx="1620000" cy="25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marL="120602" indent="-120602" algn="ctr" defTabSz="914034" fontAlgn="base">
              <a:spcBef>
                <a:spcPct val="50000"/>
              </a:spcBef>
              <a:spcAft>
                <a:spcPct val="0"/>
              </a:spcAft>
              <a:buClr>
                <a:srgbClr val="CC9900"/>
              </a:buClr>
            </a:pPr>
            <a:r>
              <a:rPr lang="zh-CN" altLang="en-US" sz="1200" b="1" dirty="0">
                <a:solidFill>
                  <a:srgbClr val="C00000"/>
                </a:solidFill>
                <a:latin typeface="+mn-ea"/>
                <a:cs typeface="Arial Unicode MS" pitchFamily="34" charset="-122"/>
                <a:sym typeface="Lucida Grande"/>
              </a:rPr>
              <a:t>这里是标题</a:t>
            </a:r>
            <a:endParaRPr lang="en-US" altLang="zh-CN" sz="1200" b="1" dirty="0">
              <a:solidFill>
                <a:srgbClr val="C00000"/>
              </a:solidFill>
              <a:latin typeface="+mn-ea"/>
              <a:cs typeface="Arial Unicode MS" pitchFamily="34" charset="-122"/>
              <a:sym typeface="Lucida Grande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5091D40F-C05F-4A21-BFA6-5B0804E8E096}"/>
              </a:ext>
            </a:extLst>
          </p:cNvPr>
          <p:cNvGrpSpPr/>
          <p:nvPr/>
        </p:nvGrpSpPr>
        <p:grpSpPr>
          <a:xfrm>
            <a:off x="6311604" y="980115"/>
            <a:ext cx="4320000" cy="170614"/>
            <a:chOff x="1023007" y="4831043"/>
            <a:chExt cx="2138172" cy="134129"/>
          </a:xfrm>
        </p:grpSpPr>
        <p:sp>
          <p:nvSpPr>
            <p:cNvPr id="96" name="形状">
              <a:extLst>
                <a:ext uri="{FF2B5EF4-FFF2-40B4-BE49-F238E27FC236}">
                  <a16:creationId xmlns:a16="http://schemas.microsoft.com/office/drawing/2014/main" id="{620DA90B-813D-496E-8873-44AF941ECE8D}"/>
                </a:ext>
              </a:extLst>
            </p:cNvPr>
            <p:cNvSpPr/>
            <p:nvPr/>
          </p:nvSpPr>
          <p:spPr>
            <a:xfrm>
              <a:off x="1023007" y="4831043"/>
              <a:ext cx="2138172" cy="129366"/>
            </a:xfrm>
            <a:prstGeom prst="trapezoid">
              <a:avLst>
                <a:gd name="adj" fmla="val 271377"/>
              </a:avLst>
            </a:prstGeom>
            <a:gradFill flip="none" rotWithShape="1">
              <a:gsLst>
                <a:gs pos="1000">
                  <a:srgbClr val="FFFFFF">
                    <a:alpha val="0"/>
                    <a:lumMod val="90000"/>
                  </a:srgbClr>
                </a:gs>
                <a:gs pos="100000">
                  <a:srgbClr val="FFFFFF">
                    <a:lumMod val="90000"/>
                    <a:alpha val="70000"/>
                  </a:srgbClr>
                </a:gs>
              </a:gsLst>
              <a:lin ang="5400000" scaled="0"/>
              <a:tileRect/>
            </a:gradFill>
            <a:ln w="3175" cap="flat">
              <a:noFill/>
              <a:miter lim="400000"/>
            </a:ln>
            <a:effectLst/>
          </p:spPr>
          <p:txBody>
            <a:bodyPr wrap="square" lIns="25399" tIns="25399" rIns="25399" bIns="25399" numCol="1" anchor="ctr">
              <a:noAutofit/>
            </a:bodyPr>
            <a:lstStyle/>
            <a:p>
              <a:pPr algn="just" defTabSz="1219212" hangingPunct="0">
                <a:defRPr sz="1400">
                  <a:solidFill>
                    <a:srgbClr val="5E5E5E"/>
                  </a:solidFill>
                </a:defRPr>
              </a:pPr>
              <a:endParaRPr sz="1100" kern="0">
                <a:solidFill>
                  <a:srgbClr val="221815"/>
                </a:solidFill>
                <a:latin typeface="+mn-ea"/>
                <a:cs typeface="Huawei Sans"/>
                <a:sym typeface="Arial" panose="020B0604020202020204" pitchFamily="34" charset="0"/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D3C80F80-BCC2-4635-AB0C-24B25A7308E9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07" y="4965172"/>
              <a:ext cx="2138172" cy="0"/>
            </a:xfrm>
            <a:prstGeom prst="line">
              <a:avLst/>
            </a:prstGeom>
            <a:noFill/>
            <a:ln w="12700" cap="flat">
              <a:solidFill>
                <a:srgbClr val="C7000B"/>
              </a:solidFill>
              <a:prstDash val="solid"/>
              <a:miter lim="800000"/>
            </a:ln>
            <a:effectLst/>
            <a:sp3d/>
          </p:spPr>
        </p:cxnSp>
      </p:grpSp>
      <p:sp>
        <p:nvSpPr>
          <p:cNvPr id="35" name="Text Box 236">
            <a:extLst>
              <a:ext uri="{FF2B5EF4-FFF2-40B4-BE49-F238E27FC236}">
                <a16:creationId xmlns:a16="http://schemas.microsoft.com/office/drawing/2014/main" id="{99515814-7D1C-4843-9BB1-0E77D56C015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661604" y="874094"/>
            <a:ext cx="1620000" cy="19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45693" rIns="0" bIns="45693" anchor="ctr">
            <a:noAutofit/>
          </a:bodyPr>
          <a:lstStyle/>
          <a:p>
            <a:pPr marL="120602" indent="-120602" algn="ctr" defTabSz="914034" fontAlgn="base">
              <a:spcBef>
                <a:spcPct val="50000"/>
              </a:spcBef>
              <a:spcAft>
                <a:spcPct val="0"/>
              </a:spcAft>
              <a:buClr>
                <a:srgbClr val="CC9900"/>
              </a:buClr>
            </a:pPr>
            <a:r>
              <a:rPr lang="zh-CN" altLang="en-US" sz="1200" b="1" dirty="0">
                <a:solidFill>
                  <a:srgbClr val="C00000"/>
                </a:solidFill>
                <a:latin typeface="+mn-ea"/>
                <a:cs typeface="Arial Unicode MS" pitchFamily="34" charset="-122"/>
                <a:sym typeface="Lucida Grande"/>
              </a:rPr>
              <a:t>这里是标题</a:t>
            </a:r>
            <a:endParaRPr lang="en-US" altLang="zh-CN" sz="1200" b="1" dirty="0">
              <a:solidFill>
                <a:srgbClr val="C00000"/>
              </a:solidFill>
              <a:latin typeface="+mn-ea"/>
              <a:cs typeface="Arial Unicode MS" pitchFamily="34" charset="-122"/>
              <a:sym typeface="Lucida Grande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78AF85-C454-4C3C-824B-62F142274035}"/>
              </a:ext>
            </a:extLst>
          </p:cNvPr>
          <p:cNvSpPr/>
          <p:nvPr/>
        </p:nvSpPr>
        <p:spPr>
          <a:xfrm>
            <a:off x="1538197" y="3241101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430BFA9-CF99-4B50-AE17-075B40BEE92C}"/>
              </a:ext>
            </a:extLst>
          </p:cNvPr>
          <p:cNvSpPr/>
          <p:nvPr/>
        </p:nvSpPr>
        <p:spPr>
          <a:xfrm>
            <a:off x="3764999" y="3052995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E4C6612-2998-45F3-8997-AB701C8B3EEE}"/>
              </a:ext>
            </a:extLst>
          </p:cNvPr>
          <p:cNvSpPr/>
          <p:nvPr/>
        </p:nvSpPr>
        <p:spPr>
          <a:xfrm>
            <a:off x="6504928" y="2765027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C43060A-B1BC-4922-A26E-027CAE9ED18A}"/>
              </a:ext>
            </a:extLst>
          </p:cNvPr>
          <p:cNvSpPr/>
          <p:nvPr/>
        </p:nvSpPr>
        <p:spPr>
          <a:xfrm>
            <a:off x="8724289" y="2400849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B921280-5562-4B3E-9EC0-C24A82C0B022}"/>
              </a:ext>
            </a:extLst>
          </p:cNvPr>
          <p:cNvSpPr txBox="1"/>
          <p:nvPr/>
        </p:nvSpPr>
        <p:spPr>
          <a:xfrm>
            <a:off x="6792951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797F53E-7FB4-4285-8FD3-BCA9BEF31A13}"/>
              </a:ext>
            </a:extLst>
          </p:cNvPr>
          <p:cNvSpPr txBox="1"/>
          <p:nvPr/>
        </p:nvSpPr>
        <p:spPr>
          <a:xfrm>
            <a:off x="4119671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ACA5A5D-9D28-4BEB-9E31-9F3008FEA460}"/>
              </a:ext>
            </a:extLst>
          </p:cNvPr>
          <p:cNvSpPr txBox="1"/>
          <p:nvPr/>
        </p:nvSpPr>
        <p:spPr>
          <a:xfrm>
            <a:off x="1757287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+mn-ea"/>
              </a:rPr>
              <a:t>内容区域样式</a:t>
            </a:r>
            <a:endParaRPr lang="en-US" altLang="zh-CN" sz="1000" dirty="0">
              <a:latin typeface="+mn-ea"/>
              <a:sym typeface="+mn-lt"/>
            </a:endParaRPr>
          </a:p>
        </p:txBody>
      </p:sp>
      <p:grpSp>
        <p:nvGrpSpPr>
          <p:cNvPr id="52" name="渐变组合底座">
            <a:extLst>
              <a:ext uri="{FF2B5EF4-FFF2-40B4-BE49-F238E27FC236}">
                <a16:creationId xmlns:a16="http://schemas.microsoft.com/office/drawing/2014/main" id="{BF1DC641-F1FF-45D3-9085-1128790E074A}"/>
              </a:ext>
            </a:extLst>
          </p:cNvPr>
          <p:cNvGrpSpPr/>
          <p:nvPr/>
        </p:nvGrpSpPr>
        <p:grpSpPr>
          <a:xfrm>
            <a:off x="3972000" y="7045492"/>
            <a:ext cx="4248000" cy="572718"/>
            <a:chOff x="7087935" y="909609"/>
            <a:chExt cx="4248000" cy="572718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7DC1767D-F74C-4FFE-8EA8-D91C6E6A54E1}"/>
                </a:ext>
              </a:extLst>
            </p:cNvPr>
            <p:cNvSpPr/>
            <p:nvPr/>
          </p:nvSpPr>
          <p:spPr>
            <a:xfrm>
              <a:off x="7087935" y="1050327"/>
              <a:ext cx="4248000" cy="432000"/>
            </a:xfrm>
            <a:prstGeom prst="rect">
              <a:avLst/>
            </a:prstGeom>
            <a:gradFill flip="none" rotWithShape="1">
              <a:gsLst>
                <a:gs pos="0">
                  <a:srgbClr val="666666">
                    <a:lumMod val="20000"/>
                    <a:lumOff val="80000"/>
                    <a:alpha val="34000"/>
                  </a:srgbClr>
                </a:gs>
                <a:gs pos="95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5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endParaRPr lang="zh-CN" altLang="en-US" sz="900" kern="0" dirty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61" name="梯形 60">
              <a:extLst>
                <a:ext uri="{FF2B5EF4-FFF2-40B4-BE49-F238E27FC236}">
                  <a16:creationId xmlns:a16="http://schemas.microsoft.com/office/drawing/2014/main" id="{9154A628-878E-40D8-8276-EEDDED5037A0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C22E36AE-C993-4096-96B7-DE336AD71BCE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62" name="矩形 61">
              <a:hlinkClick r:id="rId5" action="ppaction://hlinksldjump"/>
              <a:extLst>
                <a:ext uri="{FF2B5EF4-FFF2-40B4-BE49-F238E27FC236}">
                  <a16:creationId xmlns:a16="http://schemas.microsoft.com/office/drawing/2014/main" id="{A38EEAE8-3B14-4B40-9940-EDF248AF8585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3" name="直接连接符 62">
              <a:hlinkClick r:id="rId5" action="ppaction://hlinksldjump"/>
              <a:extLst>
                <a:ext uri="{FF2B5EF4-FFF2-40B4-BE49-F238E27FC236}">
                  <a16:creationId xmlns:a16="http://schemas.microsoft.com/office/drawing/2014/main" id="{2CDD3C1C-5AAA-4DC2-A574-B285ABB131EC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1725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椭圆 77">
            <a:extLst>
              <a:ext uri="{FF2B5EF4-FFF2-40B4-BE49-F238E27FC236}">
                <a16:creationId xmlns:a16="http://schemas.microsoft.com/office/drawing/2014/main" id="{F78C80FC-E373-4371-91E6-32D17B258C5E}"/>
              </a:ext>
            </a:extLst>
          </p:cNvPr>
          <p:cNvSpPr/>
          <p:nvPr/>
        </p:nvSpPr>
        <p:spPr>
          <a:xfrm>
            <a:off x="1388763" y="992390"/>
            <a:ext cx="10150475" cy="369332"/>
          </a:xfrm>
          <a:prstGeom prst="ellipse">
            <a:avLst/>
          </a:prstGeom>
          <a:gradFill>
            <a:gsLst>
              <a:gs pos="0">
                <a:schemeClr val="tx2">
                  <a:alpha val="0"/>
                </a:schemeClr>
              </a:gs>
              <a:gs pos="99000">
                <a:srgbClr val="C00000">
                  <a:alpha val="5000"/>
                </a:srgbClr>
              </a:gs>
            </a:gsLst>
            <a:lin ang="5400000" scaled="1"/>
          </a:gradFill>
          <a:ln>
            <a:gradFill>
              <a:gsLst>
                <a:gs pos="12000">
                  <a:schemeClr val="bg2">
                    <a:alpha val="0"/>
                  </a:schemeClr>
                </a:gs>
                <a:gs pos="99000">
                  <a:srgbClr val="C0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975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67" name="Picture 57">
            <a:extLst>
              <a:ext uri="{FF2B5EF4-FFF2-40B4-BE49-F238E27FC236}">
                <a16:creationId xmlns:a16="http://schemas.microsoft.com/office/drawing/2014/main" id="{E5C0C7DF-AF13-4371-9049-CB649A305C0F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 rot="10800000" flipV="1">
            <a:off x="4640518" y="1311005"/>
            <a:ext cx="3646964" cy="573891"/>
          </a:xfrm>
          <a:prstGeom prst="rect">
            <a:avLst/>
          </a:prstGeom>
          <a:noFill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6D0EEFA-6534-45DE-9AE2-F8367B88E96D}"/>
              </a:ext>
            </a:extLst>
          </p:cNvPr>
          <p:cNvSpPr/>
          <p:nvPr/>
        </p:nvSpPr>
        <p:spPr>
          <a:xfrm>
            <a:off x="1244000" y="4026545"/>
            <a:ext cx="10440000" cy="2136878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endParaRPr lang="zh-CN" altLang="en-US" b="1" kern="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B8EAE91-D2F6-40EB-939C-12232E8CF1E7}"/>
              </a:ext>
            </a:extLst>
          </p:cNvPr>
          <p:cNvSpPr/>
          <p:nvPr/>
        </p:nvSpPr>
        <p:spPr>
          <a:xfrm>
            <a:off x="6527600" y="4189282"/>
            <a:ext cx="5004000" cy="180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endParaRPr lang="zh-CN" altLang="en-US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B8EAE91-D2F6-40EB-939C-12232E8CF1E7}"/>
              </a:ext>
            </a:extLst>
          </p:cNvPr>
          <p:cNvSpPr/>
          <p:nvPr/>
        </p:nvSpPr>
        <p:spPr>
          <a:xfrm>
            <a:off x="1387429" y="4189283"/>
            <a:ext cx="5004000" cy="180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endParaRPr lang="zh-CN" altLang="en-US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5C9751-FFBC-4C63-B0A3-C6D21F378406}"/>
              </a:ext>
            </a:extLst>
          </p:cNvPr>
          <p:cNvSpPr/>
          <p:nvPr/>
        </p:nvSpPr>
        <p:spPr>
          <a:xfrm>
            <a:off x="4236513" y="896197"/>
            <a:ext cx="4454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765022">
              <a:buClr>
                <a:srgbClr val="B2B2B2"/>
              </a:buClr>
              <a:buSzPct val="6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reflection blurRad="50800" stA="30000" endPos="45000" dist="76200" dir="5400000" sy="-100000" algn="bl" rotWithShape="0"/>
                </a:effectLst>
                <a:latin typeface="+mn-ea"/>
              </a:rPr>
              <a:t>这里是大标题</a:t>
            </a:r>
            <a:endParaRPr lang="en-US" altLang="zh-CN" b="1" dirty="0">
              <a:solidFill>
                <a:srgbClr val="C00000"/>
              </a:solidFill>
              <a:effectLst>
                <a:reflection blurRad="50800" stA="30000" endPos="45000" dist="76200" dir="5400000" sy="-100000" algn="bl" rotWithShape="0"/>
              </a:effectLst>
              <a:latin typeface="+mn-ea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79DD4C7-271B-44E8-B2BA-7D893814C21C}"/>
              </a:ext>
            </a:extLst>
          </p:cNvPr>
          <p:cNvCxnSpPr>
            <a:cxnSpLocks/>
          </p:cNvCxnSpPr>
          <p:nvPr/>
        </p:nvCxnSpPr>
        <p:spPr>
          <a:xfrm>
            <a:off x="826031" y="1797117"/>
            <a:ext cx="0" cy="2081615"/>
          </a:xfrm>
          <a:prstGeom prst="straightConnector1">
            <a:avLst/>
          </a:prstGeom>
          <a:ln>
            <a:solidFill>
              <a:srgbClr val="C0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D9D357E-AAA0-4CE2-A7BC-43BC58EED48B}"/>
              </a:ext>
            </a:extLst>
          </p:cNvPr>
          <p:cNvCxnSpPr>
            <a:cxnSpLocks/>
          </p:cNvCxnSpPr>
          <p:nvPr/>
        </p:nvCxnSpPr>
        <p:spPr>
          <a:xfrm>
            <a:off x="826031" y="4038600"/>
            <a:ext cx="0" cy="2077549"/>
          </a:xfrm>
          <a:prstGeom prst="straightConnector1">
            <a:avLst/>
          </a:prstGeom>
          <a:ln>
            <a:solidFill>
              <a:srgbClr val="C0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B689F34-2BB2-4763-AA14-2BE84D4F39D2}"/>
              </a:ext>
            </a:extLst>
          </p:cNvPr>
          <p:cNvSpPr/>
          <p:nvPr/>
        </p:nvSpPr>
        <p:spPr>
          <a:xfrm>
            <a:off x="492224" y="2292169"/>
            <a:ext cx="667613" cy="829305"/>
          </a:xfrm>
          <a:prstGeom prst="rect">
            <a:avLst/>
          </a:prstGeom>
          <a:solidFill>
            <a:sysClr val="window" lastClr="FFFFFF"/>
          </a:solidFill>
        </p:spPr>
        <p:txBody>
          <a:bodyPr wrap="none" anchor="ctr">
            <a:noAutofit/>
          </a:bodyPr>
          <a:lstStyle/>
          <a:p>
            <a:pPr algn="ctr" defTabSz="914217">
              <a:lnSpc>
                <a:spcPct val="130000"/>
              </a:lnSpc>
              <a:defRPr/>
            </a:pPr>
            <a:r>
              <a:rPr lang="zh-CN" altLang="en-US" sz="1200" b="1" kern="0" dirty="0">
                <a:latin typeface="+mn-ea"/>
              </a:rPr>
              <a:t>项目</a:t>
            </a:r>
            <a:endParaRPr lang="en-US" altLang="zh-CN" sz="1200" b="1" kern="0" dirty="0">
              <a:latin typeface="+mn-ea"/>
            </a:endParaRPr>
          </a:p>
          <a:p>
            <a:pPr algn="ctr" defTabSz="914217">
              <a:lnSpc>
                <a:spcPct val="130000"/>
              </a:lnSpc>
              <a:defRPr/>
            </a:pPr>
            <a:r>
              <a:rPr lang="en-US" altLang="zh-CN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lang="zh-CN" altLang="en-US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b="1" kern="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6E734A-49D8-41B0-87B0-3596B7F8E6DC}"/>
              </a:ext>
            </a:extLst>
          </p:cNvPr>
          <p:cNvSpPr/>
          <p:nvPr/>
        </p:nvSpPr>
        <p:spPr>
          <a:xfrm>
            <a:off x="492224" y="4706456"/>
            <a:ext cx="667613" cy="789182"/>
          </a:xfrm>
          <a:prstGeom prst="rect">
            <a:avLst/>
          </a:prstGeom>
          <a:solidFill>
            <a:sysClr val="window" lastClr="FFFFFF"/>
          </a:solidFill>
        </p:spPr>
        <p:txBody>
          <a:bodyPr wrap="none" anchor="ctr">
            <a:noAutofit/>
          </a:bodyPr>
          <a:lstStyle/>
          <a:p>
            <a:pPr algn="ctr" defTabSz="914217">
              <a:lnSpc>
                <a:spcPct val="130000"/>
              </a:lnSpc>
              <a:defRPr/>
            </a:pPr>
            <a:r>
              <a:rPr lang="zh-CN" altLang="en-US" sz="1200" b="1" kern="0" dirty="0">
                <a:latin typeface="+mn-ea"/>
              </a:rPr>
              <a:t>项目</a:t>
            </a:r>
            <a:endParaRPr lang="en-US" altLang="zh-CN" sz="1200" b="1" kern="0" dirty="0">
              <a:latin typeface="+mn-ea"/>
            </a:endParaRPr>
          </a:p>
          <a:p>
            <a:pPr algn="ctr" defTabSz="914217">
              <a:lnSpc>
                <a:spcPct val="130000"/>
              </a:lnSpc>
              <a:defRPr/>
            </a:pPr>
            <a:r>
              <a:rPr lang="en-US" altLang="zh-CN" b="1" kern="0" dirty="0">
                <a:solidFill>
                  <a:srgbClr val="C00000"/>
                </a:solidFill>
                <a:latin typeface="+mn-ea"/>
              </a:rPr>
              <a:t>00</a:t>
            </a:r>
            <a:r>
              <a:rPr lang="zh-CN" altLang="en-US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b="1" kern="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545C8C-39A0-4265-B6BB-44DAAD96F6C1}"/>
              </a:ext>
            </a:extLst>
          </p:cNvPr>
          <p:cNvSpPr/>
          <p:nvPr/>
        </p:nvSpPr>
        <p:spPr>
          <a:xfrm>
            <a:off x="6671600" y="4742314"/>
            <a:ext cx="2293398" cy="699256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这里是内容区域样式</a:t>
            </a:r>
            <a:endParaRPr lang="en-US" altLang="zh-CN" sz="1000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545C8C-39A0-4265-B6BB-44DAAD96F6C1}"/>
              </a:ext>
            </a:extLst>
          </p:cNvPr>
          <p:cNvSpPr/>
          <p:nvPr/>
        </p:nvSpPr>
        <p:spPr>
          <a:xfrm>
            <a:off x="9094202" y="4737348"/>
            <a:ext cx="2293398" cy="28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900" dirty="0">
                <a:latin typeface="+mn-ea"/>
              </a:rPr>
              <a:t>这里是内容区域样式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545C8C-39A0-4265-B6BB-44DAAD96F6C1}"/>
              </a:ext>
            </a:extLst>
          </p:cNvPr>
          <p:cNvSpPr/>
          <p:nvPr/>
        </p:nvSpPr>
        <p:spPr>
          <a:xfrm>
            <a:off x="9094140" y="5138616"/>
            <a:ext cx="2293398" cy="28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900" dirty="0">
                <a:latin typeface="+mn-ea"/>
              </a:rPr>
              <a:t>这里是内容区域样式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36" name="矩形 66">
            <a:extLst>
              <a:ext uri="{FF2B5EF4-FFF2-40B4-BE49-F238E27FC236}">
                <a16:creationId xmlns:a16="http://schemas.microsoft.com/office/drawing/2014/main" id="{9AED9255-BD65-4A24-A5AB-A87C89FA8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5510" y="4293035"/>
            <a:ext cx="2407838" cy="30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1731" tIns="10865" rIns="21731" bIns="10865" anchor="ctr" anchorCtr="0">
            <a:noAutofit/>
          </a:bodyPr>
          <a:lstStyle/>
          <a:p>
            <a:pPr algn="ctr" defTabSz="913015">
              <a:spcAft>
                <a:spcPts val="300"/>
              </a:spcAft>
            </a:pPr>
            <a:r>
              <a:rPr kumimoji="1" lang="zh-CN" altLang="en-US" sz="1000" b="1" dirty="0">
                <a:solidFill>
                  <a:srgbClr val="C00000"/>
                </a:solidFill>
                <a:latin typeface="+mn-ea"/>
              </a:rPr>
              <a:t>这里是大标题样式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7" name="矩形 66">
            <a:extLst>
              <a:ext uri="{FF2B5EF4-FFF2-40B4-BE49-F238E27FC236}">
                <a16:creationId xmlns:a16="http://schemas.microsoft.com/office/drawing/2014/main" id="{F705EA05-72F6-4A8A-8A64-4990BA442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459" y="4293035"/>
            <a:ext cx="3270282" cy="30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1731" tIns="10865" rIns="21731" bIns="10865" anchor="ctr" anchorCtr="0">
            <a:noAutofit/>
          </a:bodyPr>
          <a:lstStyle/>
          <a:p>
            <a:pPr algn="ctr" defTabSz="913015">
              <a:spcAft>
                <a:spcPts val="300"/>
              </a:spcAft>
            </a:pPr>
            <a:r>
              <a:rPr kumimoji="1" lang="zh-CN" altLang="en-US" sz="1000" b="1" dirty="0">
                <a:solidFill>
                  <a:srgbClr val="C00000"/>
                </a:solidFill>
                <a:latin typeface="+mn-ea"/>
              </a:rPr>
              <a:t>这里是大标题样式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3FBF7E2-78C2-4AC9-A70C-E198641952AF}"/>
              </a:ext>
            </a:extLst>
          </p:cNvPr>
          <p:cNvGrpSpPr/>
          <p:nvPr/>
        </p:nvGrpSpPr>
        <p:grpSpPr>
          <a:xfrm>
            <a:off x="1531429" y="4737224"/>
            <a:ext cx="4716000" cy="704346"/>
            <a:chOff x="1496564" y="4737224"/>
            <a:chExt cx="4728305" cy="704346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57BAA88-56C6-439D-82FD-29DAD5E8C07F}"/>
                </a:ext>
              </a:extLst>
            </p:cNvPr>
            <p:cNvSpPr/>
            <p:nvPr/>
          </p:nvSpPr>
          <p:spPr>
            <a:xfrm>
              <a:off x="1496564" y="4737224"/>
              <a:ext cx="2293398" cy="28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这里是内容区域样式</a:t>
              </a:r>
              <a:endParaRPr lang="en-US" altLang="zh-CN" sz="900" dirty="0">
                <a:latin typeface="+mn-ea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9593EE3-B766-4290-84A0-65F575BFD87D}"/>
                </a:ext>
              </a:extLst>
            </p:cNvPr>
            <p:cNvSpPr/>
            <p:nvPr/>
          </p:nvSpPr>
          <p:spPr>
            <a:xfrm>
              <a:off x="3931471" y="4737224"/>
              <a:ext cx="2293398" cy="28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这里是内容区域样式</a:t>
              </a:r>
              <a:endParaRPr lang="en-US" altLang="zh-CN" sz="900" dirty="0">
                <a:latin typeface="+mn-ea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94B0A27-EF06-42EC-A223-71B8D9F3B100}"/>
                </a:ext>
              </a:extLst>
            </p:cNvPr>
            <p:cNvSpPr/>
            <p:nvPr/>
          </p:nvSpPr>
          <p:spPr>
            <a:xfrm>
              <a:off x="3931471" y="5153570"/>
              <a:ext cx="2293398" cy="28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这里是内容区域样式</a:t>
              </a:r>
              <a:endParaRPr lang="en-US" altLang="zh-CN" sz="900" dirty="0">
                <a:latin typeface="+mn-ea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6840E1B-EF67-4620-8316-8BCEF47AE463}"/>
                </a:ext>
              </a:extLst>
            </p:cNvPr>
            <p:cNvSpPr/>
            <p:nvPr/>
          </p:nvSpPr>
          <p:spPr>
            <a:xfrm>
              <a:off x="1496564" y="5153570"/>
              <a:ext cx="2293398" cy="288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这里是内容区域样式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73" name="矩形 72">
            <a:extLst>
              <a:ext uri="{FF2B5EF4-FFF2-40B4-BE49-F238E27FC236}">
                <a16:creationId xmlns:a16="http://schemas.microsoft.com/office/drawing/2014/main" id="{36D0EEFA-6534-45DE-9AE2-F8367B88E96D}"/>
              </a:ext>
            </a:extLst>
          </p:cNvPr>
          <p:cNvSpPr/>
          <p:nvPr/>
        </p:nvSpPr>
        <p:spPr>
          <a:xfrm>
            <a:off x="1244000" y="1797117"/>
            <a:ext cx="10440000" cy="2078972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endParaRPr lang="zh-CN" altLang="en-US" sz="1600" b="1" kern="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C0B7D4-64E5-40AE-9156-B4253DC0EAB4}"/>
              </a:ext>
            </a:extLst>
          </p:cNvPr>
          <p:cNvSpPr/>
          <p:nvPr/>
        </p:nvSpPr>
        <p:spPr>
          <a:xfrm>
            <a:off x="10379600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545C8C-39A0-4265-B6BB-44DAAD96F6C1}"/>
              </a:ext>
            </a:extLst>
          </p:cNvPr>
          <p:cNvSpPr/>
          <p:nvPr/>
        </p:nvSpPr>
        <p:spPr>
          <a:xfrm>
            <a:off x="10487600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>
                <a:latin typeface="+mn-ea"/>
              </a:rPr>
              <a:t>Core</a:t>
            </a:r>
            <a:r>
              <a:rPr lang="zh-CN" altLang="en-US" sz="900" dirty="0">
                <a:latin typeface="+mn-ea"/>
              </a:rPr>
              <a:t>业务</a:t>
            </a:r>
            <a:endParaRPr lang="en-US" altLang="zh-CN" sz="900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545C8C-39A0-4265-B6BB-44DAAD96F6C1}"/>
              </a:ext>
            </a:extLst>
          </p:cNvPr>
          <p:cNvSpPr/>
          <p:nvPr/>
        </p:nvSpPr>
        <p:spPr>
          <a:xfrm>
            <a:off x="10487600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900" dirty="0">
                <a:latin typeface="+mn-ea"/>
              </a:rPr>
              <a:t>流量业务</a:t>
            </a:r>
            <a:endParaRPr lang="en-US" altLang="zh-CN" sz="900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AD9B91-A3ED-4D50-84B4-1B3A69558FD3}"/>
              </a:ext>
            </a:extLst>
          </p:cNvPr>
          <p:cNvSpPr/>
          <p:nvPr/>
        </p:nvSpPr>
        <p:spPr>
          <a:xfrm>
            <a:off x="9094558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066DBF-3255-4005-A8DF-52CD2FEC2B35}"/>
              </a:ext>
            </a:extLst>
          </p:cNvPr>
          <p:cNvSpPr/>
          <p:nvPr/>
        </p:nvSpPr>
        <p:spPr>
          <a:xfrm>
            <a:off x="9202558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0AC3EB-954C-4A68-AEDF-F7E94AE6CD54}"/>
              </a:ext>
            </a:extLst>
          </p:cNvPr>
          <p:cNvSpPr/>
          <p:nvPr/>
        </p:nvSpPr>
        <p:spPr>
          <a:xfrm>
            <a:off x="9202558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4BC9C2-E31D-4901-8D78-5A1EEA25208B}"/>
              </a:ext>
            </a:extLst>
          </p:cNvPr>
          <p:cNvSpPr/>
          <p:nvPr/>
        </p:nvSpPr>
        <p:spPr>
          <a:xfrm>
            <a:off x="3954386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D75C75-73FA-4BD0-9FCB-29AB7F7FBDDE}"/>
              </a:ext>
            </a:extLst>
          </p:cNvPr>
          <p:cNvSpPr/>
          <p:nvPr/>
        </p:nvSpPr>
        <p:spPr>
          <a:xfrm>
            <a:off x="4062386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112A23B-224C-488C-8F3D-39975B64043D}"/>
              </a:ext>
            </a:extLst>
          </p:cNvPr>
          <p:cNvSpPr/>
          <p:nvPr/>
        </p:nvSpPr>
        <p:spPr>
          <a:xfrm>
            <a:off x="2669343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81507E5-6C1A-4665-8491-3580114DED1D}"/>
              </a:ext>
            </a:extLst>
          </p:cNvPr>
          <p:cNvSpPr/>
          <p:nvPr/>
        </p:nvSpPr>
        <p:spPr>
          <a:xfrm>
            <a:off x="2777343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76C952-64C2-48B8-A66B-DC857155880B}"/>
              </a:ext>
            </a:extLst>
          </p:cNvPr>
          <p:cNvSpPr/>
          <p:nvPr/>
        </p:nvSpPr>
        <p:spPr>
          <a:xfrm>
            <a:off x="2777343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E688EC-577E-4ABD-B6FE-E4DC6F060505}"/>
              </a:ext>
            </a:extLst>
          </p:cNvPr>
          <p:cNvSpPr/>
          <p:nvPr/>
        </p:nvSpPr>
        <p:spPr>
          <a:xfrm>
            <a:off x="1384300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3" name="矩形 66">
            <a:extLst>
              <a:ext uri="{FF2B5EF4-FFF2-40B4-BE49-F238E27FC236}">
                <a16:creationId xmlns:a16="http://schemas.microsoft.com/office/drawing/2014/main" id="{C392C0F6-90D5-48BE-8BF2-EEDA53E26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984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1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4E3B5A-FFC1-4431-A70D-0D69D919754A}"/>
              </a:ext>
            </a:extLst>
          </p:cNvPr>
          <p:cNvSpPr/>
          <p:nvPr/>
        </p:nvSpPr>
        <p:spPr>
          <a:xfrm>
            <a:off x="1492300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3E50DA-C741-4063-8CAB-D14E69A32D04}"/>
              </a:ext>
            </a:extLst>
          </p:cNvPr>
          <p:cNvSpPr/>
          <p:nvPr/>
        </p:nvSpPr>
        <p:spPr>
          <a:xfrm>
            <a:off x="1492300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9D7C1D1-7008-4D89-8182-AC374921440D}"/>
              </a:ext>
            </a:extLst>
          </p:cNvPr>
          <p:cNvSpPr/>
          <p:nvPr/>
        </p:nvSpPr>
        <p:spPr>
          <a:xfrm>
            <a:off x="5239429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866F679-143B-48ED-83B0-3DE1B29D6932}"/>
              </a:ext>
            </a:extLst>
          </p:cNvPr>
          <p:cNvSpPr/>
          <p:nvPr/>
        </p:nvSpPr>
        <p:spPr>
          <a:xfrm>
            <a:off x="5347429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3AD5359-9DDE-42C8-8A4D-9AEF009DB6EA}"/>
              </a:ext>
            </a:extLst>
          </p:cNvPr>
          <p:cNvSpPr/>
          <p:nvPr/>
        </p:nvSpPr>
        <p:spPr>
          <a:xfrm>
            <a:off x="5347429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4AD9B91-A3ED-4D50-84B4-1B3A69558FD3}"/>
              </a:ext>
            </a:extLst>
          </p:cNvPr>
          <p:cNvSpPr/>
          <p:nvPr/>
        </p:nvSpPr>
        <p:spPr>
          <a:xfrm>
            <a:off x="6524472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D066DBF-3255-4005-A8DF-52CD2FEC2B35}"/>
              </a:ext>
            </a:extLst>
          </p:cNvPr>
          <p:cNvSpPr/>
          <p:nvPr/>
        </p:nvSpPr>
        <p:spPr>
          <a:xfrm>
            <a:off x="6632472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80AC3EB-954C-4A68-AEDF-F7E94AE6CD54}"/>
              </a:ext>
            </a:extLst>
          </p:cNvPr>
          <p:cNvSpPr/>
          <p:nvPr/>
        </p:nvSpPr>
        <p:spPr>
          <a:xfrm>
            <a:off x="6632472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4AD9B91-A3ED-4D50-84B4-1B3A69558FD3}"/>
              </a:ext>
            </a:extLst>
          </p:cNvPr>
          <p:cNvSpPr/>
          <p:nvPr/>
        </p:nvSpPr>
        <p:spPr>
          <a:xfrm>
            <a:off x="7809515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217"/>
            <a:endParaRPr lang="zh-CN" altLang="en-US" sz="1400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D066DBF-3255-4005-A8DF-52CD2FEC2B35}"/>
              </a:ext>
            </a:extLst>
          </p:cNvPr>
          <p:cNvSpPr/>
          <p:nvPr/>
        </p:nvSpPr>
        <p:spPr>
          <a:xfrm>
            <a:off x="7917515" y="2826044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80AC3EB-954C-4A68-AEDF-F7E94AE6CD54}"/>
              </a:ext>
            </a:extLst>
          </p:cNvPr>
          <p:cNvSpPr/>
          <p:nvPr/>
        </p:nvSpPr>
        <p:spPr>
          <a:xfrm>
            <a:off x="7917515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1D75C75-73FA-4BD0-9FCB-29AB7F7FBDDE}"/>
              </a:ext>
            </a:extLst>
          </p:cNvPr>
          <p:cNvSpPr/>
          <p:nvPr/>
        </p:nvSpPr>
        <p:spPr>
          <a:xfrm>
            <a:off x="4062386" y="3283077"/>
            <a:ext cx="936000" cy="342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latin typeface="+mn-ea"/>
              </a:rPr>
              <a:t>内容样式</a:t>
            </a:r>
            <a:endParaRPr lang="en-US" altLang="zh-CN" sz="900" dirty="0">
              <a:latin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671600" y="5569916"/>
            <a:ext cx="4716000" cy="28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solidFill>
                  <a:schemeClr val="lt1"/>
                </a:solidFill>
                <a:latin typeface="+mn-ea"/>
              </a:rPr>
              <a:t>这里是内容区域样式</a:t>
            </a:r>
            <a:endParaRPr lang="en-US" altLang="zh-CN" sz="1000" dirty="0">
              <a:solidFill>
                <a:schemeClr val="lt1"/>
              </a:solidFill>
              <a:latin typeface="+mn-ea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5A9C35A-2CC1-47C8-AE12-B5305C0A9476}"/>
              </a:ext>
            </a:extLst>
          </p:cNvPr>
          <p:cNvSpPr/>
          <p:nvPr/>
        </p:nvSpPr>
        <p:spPr>
          <a:xfrm>
            <a:off x="1531429" y="5569916"/>
            <a:ext cx="4716000" cy="28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这里是内容区域样式</a:t>
            </a:r>
            <a:endParaRPr lang="en-US" altLang="zh-CN" sz="1000" dirty="0">
              <a:latin typeface="+mn-ea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3CB86AD3-7FE8-4886-9D50-0FBB7A6E4C6A}"/>
              </a:ext>
            </a:extLst>
          </p:cNvPr>
          <p:cNvCxnSpPr>
            <a:cxnSpLocks/>
          </p:cNvCxnSpPr>
          <p:nvPr/>
        </p:nvCxnSpPr>
        <p:spPr>
          <a:xfrm>
            <a:off x="492224" y="6172200"/>
            <a:ext cx="701614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636B7174-8DBB-4113-AA5B-AB57A9087700}"/>
              </a:ext>
            </a:extLst>
          </p:cNvPr>
          <p:cNvCxnSpPr>
            <a:cxnSpLocks/>
          </p:cNvCxnSpPr>
          <p:nvPr/>
        </p:nvCxnSpPr>
        <p:spPr>
          <a:xfrm>
            <a:off x="492224" y="1797117"/>
            <a:ext cx="701614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FD747DE4-B043-41FB-BD58-25F15CC3187D}"/>
              </a:ext>
            </a:extLst>
          </p:cNvPr>
          <p:cNvCxnSpPr>
            <a:cxnSpLocks/>
          </p:cNvCxnSpPr>
          <p:nvPr/>
        </p:nvCxnSpPr>
        <p:spPr>
          <a:xfrm>
            <a:off x="492224" y="3992460"/>
            <a:ext cx="701614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756290BA-24AC-4358-A1B6-3A23981A27D9}"/>
              </a:ext>
            </a:extLst>
          </p:cNvPr>
          <p:cNvCxnSpPr>
            <a:cxnSpLocks/>
          </p:cNvCxnSpPr>
          <p:nvPr/>
        </p:nvCxnSpPr>
        <p:spPr>
          <a:xfrm>
            <a:off x="492224" y="3876089"/>
            <a:ext cx="701614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>
            <a:extLst>
              <a:ext uri="{FF2B5EF4-FFF2-40B4-BE49-F238E27FC236}">
                <a16:creationId xmlns:a16="http://schemas.microsoft.com/office/drawing/2014/main" id="{C2DEC16D-92B7-488A-B7B0-50936F59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02" y="261000"/>
            <a:ext cx="11164360" cy="360000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层型架构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61" name="矩形 66">
            <a:extLst>
              <a:ext uri="{FF2B5EF4-FFF2-40B4-BE49-F238E27FC236}">
                <a16:creationId xmlns:a16="http://schemas.microsoft.com/office/drawing/2014/main" id="{E5923D74-DEF9-4DF0-8CC1-A396DA40B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027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2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3" name="矩形 66">
            <a:extLst>
              <a:ext uri="{FF2B5EF4-FFF2-40B4-BE49-F238E27FC236}">
                <a16:creationId xmlns:a16="http://schemas.microsoft.com/office/drawing/2014/main" id="{1A2EEFBB-941A-42BC-82B7-E9FCA3C7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070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3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4" name="矩形 66">
            <a:extLst>
              <a:ext uri="{FF2B5EF4-FFF2-40B4-BE49-F238E27FC236}">
                <a16:creationId xmlns:a16="http://schemas.microsoft.com/office/drawing/2014/main" id="{4A4EF001-0EE1-4184-9C7B-34AC64BCD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113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4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6" name="矩形 66">
            <a:extLst>
              <a:ext uri="{FF2B5EF4-FFF2-40B4-BE49-F238E27FC236}">
                <a16:creationId xmlns:a16="http://schemas.microsoft.com/office/drawing/2014/main" id="{EF8BC1E9-B35C-4CD6-81AD-2EC0E417E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156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5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8" name="矩形 66">
            <a:extLst>
              <a:ext uri="{FF2B5EF4-FFF2-40B4-BE49-F238E27FC236}">
                <a16:creationId xmlns:a16="http://schemas.microsoft.com/office/drawing/2014/main" id="{A1360463-6B15-4E73-B169-0BDE16D4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199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6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5" name="矩形 66">
            <a:extLst>
              <a:ext uri="{FF2B5EF4-FFF2-40B4-BE49-F238E27FC236}">
                <a16:creationId xmlns:a16="http://schemas.microsoft.com/office/drawing/2014/main" id="{4DD9D4BB-3742-4DEA-8454-6844E8BC5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2242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7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9" name="矩形 66">
            <a:extLst>
              <a:ext uri="{FF2B5EF4-FFF2-40B4-BE49-F238E27FC236}">
                <a16:creationId xmlns:a16="http://schemas.microsoft.com/office/drawing/2014/main" id="{E5ED9B6C-11F4-4C3D-8140-3AEC79651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7284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latin typeface="+mn-ea"/>
              </a:rPr>
              <a:t>项目</a:t>
            </a:r>
            <a:r>
              <a:rPr lang="en-US" altLang="zh-CN" sz="1000" b="1" kern="0" dirty="0">
                <a:latin typeface="+mn-ea"/>
              </a:rPr>
              <a:t>8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latin typeface="+mn-ea"/>
              </a:rPr>
              <a:t>（</a:t>
            </a:r>
            <a:r>
              <a:rPr lang="en-US" altLang="zh-CN" sz="800" b="1" kern="0" dirty="0">
                <a:latin typeface="+mn-ea"/>
              </a:rPr>
              <a:t>XX</a:t>
            </a:r>
            <a:r>
              <a:rPr lang="zh-CN" altLang="en-US" sz="800" b="1" kern="0" dirty="0">
                <a:latin typeface="+mn-ea"/>
              </a:rPr>
              <a:t>个）</a:t>
            </a:r>
            <a:endParaRPr lang="en-US" altLang="zh-CN" sz="800" b="1" kern="0" dirty="0">
              <a:latin typeface="+mn-ea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+mn-ea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+mn-ea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71FF5232-0BD7-4C3D-9B8C-84C9B3E9DE0D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75" name="矩形 74">
              <a:hlinkClick r:id="rId4" action="ppaction://hlinksldjump"/>
              <a:extLst>
                <a:ext uri="{FF2B5EF4-FFF2-40B4-BE49-F238E27FC236}">
                  <a16:creationId xmlns:a16="http://schemas.microsoft.com/office/drawing/2014/main" id="{0C13A143-C775-4601-AAD3-E39540114B48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81" name="直接连接符 80">
              <a:hlinkClick r:id="rId4" action="ppaction://hlinksldjump"/>
              <a:extLst>
                <a:ext uri="{FF2B5EF4-FFF2-40B4-BE49-F238E27FC236}">
                  <a16:creationId xmlns:a16="http://schemas.microsoft.com/office/drawing/2014/main" id="{1EA77D00-F372-45DB-8238-0454FF242DF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78172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梯形 205">
            <a:extLst>
              <a:ext uri="{FF2B5EF4-FFF2-40B4-BE49-F238E27FC236}">
                <a16:creationId xmlns:a16="http://schemas.microsoft.com/office/drawing/2014/main" id="{1CFA775A-13BA-4662-821C-CD130D7D1F11}"/>
              </a:ext>
            </a:extLst>
          </p:cNvPr>
          <p:cNvSpPr/>
          <p:nvPr/>
        </p:nvSpPr>
        <p:spPr>
          <a:xfrm>
            <a:off x="1238380" y="2118403"/>
            <a:ext cx="9648000" cy="718254"/>
          </a:xfrm>
          <a:prstGeom prst="trapezoid">
            <a:avLst>
              <a:gd name="adj" fmla="val 135325"/>
            </a:avLst>
          </a:prstGeom>
          <a:gradFill>
            <a:gsLst>
              <a:gs pos="98000">
                <a:schemeClr val="tx2">
                  <a:lumMod val="95000"/>
                </a:schemeClr>
              </a:gs>
              <a:gs pos="4000">
                <a:schemeClr val="tx2">
                  <a:lumMod val="95000"/>
                  <a:alpha val="0"/>
                </a:schemeClr>
              </a:gs>
            </a:gsLst>
            <a:lin ang="5400000" scaled="0"/>
          </a:gradFill>
          <a:ln w="6350">
            <a:gradFill>
              <a:gsLst>
                <a:gs pos="100000">
                  <a:schemeClr val="bg1">
                    <a:lumMod val="40000"/>
                    <a:lumOff val="60000"/>
                  </a:schemeClr>
                </a:gs>
                <a:gs pos="4000">
                  <a:schemeClr val="bg1">
                    <a:lumMod val="40000"/>
                    <a:lumOff val="60000"/>
                    <a:alpha val="0"/>
                  </a:schemeClr>
                </a:gs>
              </a:gsLst>
              <a:lin ang="54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25000"/>
                </a:srgbClr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14F0ED4-82D5-4303-9BDC-0AFC4FA811C2}"/>
              </a:ext>
            </a:extLst>
          </p:cNvPr>
          <p:cNvSpPr/>
          <p:nvPr/>
        </p:nvSpPr>
        <p:spPr>
          <a:xfrm>
            <a:off x="1238380" y="908050"/>
            <a:ext cx="9648000" cy="920607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7DA8F59-20C3-4D33-A547-BF303DADB011}"/>
              </a:ext>
            </a:extLst>
          </p:cNvPr>
          <p:cNvSpPr/>
          <p:nvPr/>
        </p:nvSpPr>
        <p:spPr>
          <a:xfrm>
            <a:off x="1244600" y="4269264"/>
            <a:ext cx="9648000" cy="1896585"/>
          </a:xfrm>
          <a:prstGeom prst="rect">
            <a:avLst/>
          </a:prstGeom>
          <a:gradFill>
            <a:gsLst>
              <a:gs pos="20000">
                <a:srgbClr val="FFEDE5">
                  <a:alpha val="0"/>
                </a:srgbClr>
              </a:gs>
              <a:gs pos="8000">
                <a:srgbClr val="C00000">
                  <a:alpha val="5000"/>
                </a:srgbClr>
              </a:gs>
            </a:gsLst>
            <a:lin ang="5400000" scaled="0"/>
          </a:gradFill>
          <a:ln w="3175">
            <a:solidFill>
              <a:srgbClr val="C00000">
                <a:alpha val="4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B38BC2E-C5F5-4328-B5B7-0093223AEFDB}"/>
              </a:ext>
            </a:extLst>
          </p:cNvPr>
          <p:cNvSpPr/>
          <p:nvPr/>
        </p:nvSpPr>
        <p:spPr>
          <a:xfrm>
            <a:off x="518380" y="908050"/>
            <a:ext cx="720000" cy="920607"/>
          </a:xfrm>
          <a:prstGeom prst="rect">
            <a:avLst/>
          </a:prstGeom>
          <a:gradFill>
            <a:gsLst>
              <a:gs pos="100000">
                <a:schemeClr val="tx2">
                  <a:lumMod val="95000"/>
                  <a:alpha val="0"/>
                </a:schemeClr>
              </a:gs>
              <a:gs pos="40000">
                <a:schemeClr val="tx2">
                  <a:lumMod val="95000"/>
                </a:schemeClr>
              </a:gs>
            </a:gsLst>
            <a:lin ang="0" scaled="0"/>
          </a:gradFill>
          <a:ln w="6350">
            <a:gradFill>
              <a:gsLst>
                <a:gs pos="40000">
                  <a:schemeClr val="bg1">
                    <a:lumMod val="40000"/>
                    <a:lumOff val="60000"/>
                  </a:schemeClr>
                </a:gs>
                <a:gs pos="96000">
                  <a:schemeClr val="bg1">
                    <a:lumMod val="40000"/>
                    <a:lumOff val="6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28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60DD3A3F-8A0B-4919-985F-3753618C1F5F}"/>
              </a:ext>
            </a:extLst>
          </p:cNvPr>
          <p:cNvSpPr/>
          <p:nvPr/>
        </p:nvSpPr>
        <p:spPr>
          <a:xfrm>
            <a:off x="518380" y="1972657"/>
            <a:ext cx="720000" cy="864000"/>
          </a:xfrm>
          <a:prstGeom prst="rect">
            <a:avLst/>
          </a:prstGeom>
          <a:gradFill>
            <a:gsLst>
              <a:gs pos="100000">
                <a:schemeClr val="tx2">
                  <a:lumMod val="95000"/>
                  <a:alpha val="0"/>
                </a:schemeClr>
              </a:gs>
              <a:gs pos="40000">
                <a:schemeClr val="tx2">
                  <a:lumMod val="95000"/>
                </a:schemeClr>
              </a:gs>
            </a:gsLst>
            <a:lin ang="0" scaled="0"/>
          </a:gradFill>
          <a:ln w="6350">
            <a:gradFill>
              <a:gsLst>
                <a:gs pos="40000">
                  <a:schemeClr val="bg1">
                    <a:lumMod val="40000"/>
                    <a:lumOff val="60000"/>
                  </a:schemeClr>
                </a:gs>
                <a:gs pos="96000">
                  <a:schemeClr val="bg1">
                    <a:lumMod val="40000"/>
                    <a:lumOff val="6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4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099B2B6-7A09-4136-99F6-A4409CA01C85}"/>
              </a:ext>
            </a:extLst>
          </p:cNvPr>
          <p:cNvSpPr/>
          <p:nvPr/>
        </p:nvSpPr>
        <p:spPr>
          <a:xfrm>
            <a:off x="518380" y="4276656"/>
            <a:ext cx="720000" cy="1896585"/>
          </a:xfrm>
          <a:prstGeom prst="rect">
            <a:avLst/>
          </a:prstGeom>
          <a:gradFill>
            <a:gsLst>
              <a:gs pos="100000">
                <a:schemeClr val="tx2">
                  <a:lumMod val="95000"/>
                  <a:alpha val="0"/>
                </a:schemeClr>
              </a:gs>
              <a:gs pos="40000">
                <a:schemeClr val="tx2">
                  <a:lumMod val="95000"/>
                </a:schemeClr>
              </a:gs>
            </a:gsLst>
            <a:lin ang="0" scaled="0"/>
          </a:gradFill>
          <a:ln w="6350">
            <a:gradFill>
              <a:gsLst>
                <a:gs pos="40000">
                  <a:schemeClr val="bg1">
                    <a:lumMod val="40000"/>
                    <a:lumOff val="60000"/>
                  </a:schemeClr>
                </a:gs>
                <a:gs pos="96000">
                  <a:schemeClr val="bg1">
                    <a:lumMod val="40000"/>
                    <a:lumOff val="6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28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5ADE9EF-F082-4248-B2F8-6128A31F89C3}"/>
              </a:ext>
            </a:extLst>
          </p:cNvPr>
          <p:cNvSpPr/>
          <p:nvPr/>
        </p:nvSpPr>
        <p:spPr>
          <a:xfrm>
            <a:off x="518380" y="2980657"/>
            <a:ext cx="720000" cy="1152000"/>
          </a:xfrm>
          <a:prstGeom prst="rect">
            <a:avLst/>
          </a:prstGeom>
          <a:gradFill>
            <a:gsLst>
              <a:gs pos="100000">
                <a:schemeClr val="tx2">
                  <a:lumMod val="95000"/>
                  <a:alpha val="0"/>
                </a:schemeClr>
              </a:gs>
              <a:gs pos="40000">
                <a:schemeClr val="tx2">
                  <a:lumMod val="95000"/>
                </a:schemeClr>
              </a:gs>
            </a:gsLst>
            <a:lin ang="0" scaled="0"/>
          </a:gradFill>
          <a:ln w="6350">
            <a:gradFill>
              <a:gsLst>
                <a:gs pos="40000">
                  <a:schemeClr val="bg1">
                    <a:lumMod val="40000"/>
                    <a:lumOff val="60000"/>
                  </a:schemeClr>
                </a:gs>
                <a:gs pos="96000">
                  <a:schemeClr val="bg1">
                    <a:lumMod val="40000"/>
                    <a:lumOff val="6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4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8BF66CAC-A16F-48A3-949F-AA37CBF64D5A}"/>
              </a:ext>
            </a:extLst>
          </p:cNvPr>
          <p:cNvSpPr/>
          <p:nvPr/>
        </p:nvSpPr>
        <p:spPr>
          <a:xfrm>
            <a:off x="11030380" y="964657"/>
            <a:ext cx="252000" cy="5184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3895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000" kern="0" spc="300" dirty="0">
                <a:solidFill>
                  <a:srgbClr val="1D1D1A"/>
                </a:solidFill>
                <a:latin typeface="+mn-ea"/>
              </a:rPr>
              <a:t>这里是内容区域样式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E85A2F1-01AB-490C-A1C3-740F7835D1EC}"/>
              </a:ext>
            </a:extLst>
          </p:cNvPr>
          <p:cNvSpPr/>
          <p:nvPr/>
        </p:nvSpPr>
        <p:spPr>
          <a:xfrm>
            <a:off x="11426380" y="964657"/>
            <a:ext cx="252000" cy="5184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83895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000" kern="0" spc="300" dirty="0">
                <a:solidFill>
                  <a:srgbClr val="1D1D1A"/>
                </a:solidFill>
                <a:latin typeface="+mn-ea"/>
              </a:rPr>
              <a:t>这里是内容区域样式</a:t>
            </a:r>
          </a:p>
        </p:txBody>
      </p:sp>
      <p:sp>
        <p:nvSpPr>
          <p:cNvPr id="124" name="文本框 43">
            <a:extLst>
              <a:ext uri="{FF2B5EF4-FFF2-40B4-BE49-F238E27FC236}">
                <a16:creationId xmlns:a16="http://schemas.microsoft.com/office/drawing/2014/main" id="{923C140C-E5DE-43A5-951F-E5CB984DB7E3}"/>
              </a:ext>
            </a:extLst>
          </p:cNvPr>
          <p:cNvSpPr txBox="1"/>
          <p:nvPr/>
        </p:nvSpPr>
        <p:spPr>
          <a:xfrm>
            <a:off x="1382380" y="1050907"/>
            <a:ext cx="2232000" cy="64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  <a:alpha val="67000"/>
              </a:schemeClr>
            </a:solidFill>
          </a:ln>
        </p:spPr>
        <p:txBody>
          <a:bodyPr wrap="square" lIns="0" tIns="72000" rIns="0" bIns="0" rtlCol="0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项目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标题</a:t>
            </a:r>
          </a:p>
        </p:txBody>
      </p:sp>
      <p:sp>
        <p:nvSpPr>
          <p:cNvPr id="125" name="文本框 43">
            <a:extLst>
              <a:ext uri="{FF2B5EF4-FFF2-40B4-BE49-F238E27FC236}">
                <a16:creationId xmlns:a16="http://schemas.microsoft.com/office/drawing/2014/main" id="{D8639662-0307-47A9-8380-FF15C5DB04BE}"/>
              </a:ext>
            </a:extLst>
          </p:cNvPr>
          <p:cNvSpPr txBox="1"/>
          <p:nvPr/>
        </p:nvSpPr>
        <p:spPr>
          <a:xfrm>
            <a:off x="6926376" y="1050907"/>
            <a:ext cx="3348000" cy="64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  <a:alpha val="67000"/>
              </a:schemeClr>
            </a:solidFill>
          </a:ln>
        </p:spPr>
        <p:txBody>
          <a:bodyPr wrap="square" lIns="0" tIns="72000" rIns="0" bIns="0" rtlCol="0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项目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 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标题</a:t>
            </a:r>
          </a:p>
        </p:txBody>
      </p:sp>
      <p:sp>
        <p:nvSpPr>
          <p:cNvPr id="126" name="文本框 43">
            <a:extLst>
              <a:ext uri="{FF2B5EF4-FFF2-40B4-BE49-F238E27FC236}">
                <a16:creationId xmlns:a16="http://schemas.microsoft.com/office/drawing/2014/main" id="{8B7C2613-29AA-4FAE-ACD8-62DADCEFD5BA}"/>
              </a:ext>
            </a:extLst>
          </p:cNvPr>
          <p:cNvSpPr txBox="1"/>
          <p:nvPr/>
        </p:nvSpPr>
        <p:spPr>
          <a:xfrm>
            <a:off x="3758380" y="1050907"/>
            <a:ext cx="3024000" cy="648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40000"/>
                <a:lumOff val="60000"/>
                <a:alpha val="67000"/>
              </a:schemeClr>
            </a:solidFill>
          </a:ln>
        </p:spPr>
        <p:txBody>
          <a:bodyPr wrap="square" lIns="0" tIns="72000" rIns="0" bIns="0" rtlCol="0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项目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 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标题</a:t>
            </a:r>
          </a:p>
        </p:txBody>
      </p:sp>
      <p:sp>
        <p:nvSpPr>
          <p:cNvPr id="129" name="文本框 43">
            <a:extLst>
              <a:ext uri="{FF2B5EF4-FFF2-40B4-BE49-F238E27FC236}">
                <a16:creationId xmlns:a16="http://schemas.microsoft.com/office/drawing/2014/main" id="{E132B18C-95FE-4272-928C-F035A5BCECBD}"/>
              </a:ext>
            </a:extLst>
          </p:cNvPr>
          <p:cNvSpPr txBox="1"/>
          <p:nvPr/>
        </p:nvSpPr>
        <p:spPr>
          <a:xfrm>
            <a:off x="10418372" y="1050907"/>
            <a:ext cx="324008" cy="648000"/>
          </a:xfrm>
          <a:prstGeom prst="rect">
            <a:avLst/>
          </a:prstGeom>
          <a:solidFill>
            <a:srgbClr val="F9F9F9"/>
          </a:solidFill>
          <a:ln w="6350">
            <a:solidFill>
              <a:schemeClr val="bg1">
                <a:lumMod val="40000"/>
                <a:lumOff val="60000"/>
                <a:alpha val="67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algn="ctr" defTabSz="914400">
              <a:defRPr sz="800" kern="0">
                <a:latin typeface="+mn-ea"/>
              </a:defRPr>
            </a:lvl1pPr>
          </a:lstStyle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46" name="object 5">
            <a:extLst>
              <a:ext uri="{FF2B5EF4-FFF2-40B4-BE49-F238E27FC236}">
                <a16:creationId xmlns:a16="http://schemas.microsoft.com/office/drawing/2014/main" id="{0728F0F3-F795-44AF-8314-A4EDB74091A3}"/>
              </a:ext>
            </a:extLst>
          </p:cNvPr>
          <p:cNvSpPr/>
          <p:nvPr/>
        </p:nvSpPr>
        <p:spPr>
          <a:xfrm>
            <a:off x="1238380" y="2980657"/>
            <a:ext cx="3168000" cy="1152000"/>
          </a:xfrm>
          <a:custGeom>
            <a:avLst/>
            <a:gdLst/>
            <a:ahLst/>
            <a:cxnLst/>
            <a:rect l="l" t="t" r="r" b="b"/>
            <a:pathLst>
              <a:path w="5914390" h="260985">
                <a:moveTo>
                  <a:pt x="0" y="260667"/>
                </a:moveTo>
                <a:lnTo>
                  <a:pt x="5913882" y="260667"/>
                </a:lnTo>
                <a:lnTo>
                  <a:pt x="5913882" y="0"/>
                </a:lnTo>
                <a:lnTo>
                  <a:pt x="0" y="0"/>
                </a:lnTo>
                <a:lnTo>
                  <a:pt x="0" y="260667"/>
                </a:lnTo>
                <a:close/>
              </a:path>
            </a:pathLst>
          </a:custGeom>
          <a:solidFill>
            <a:srgbClr val="F1F7FD"/>
          </a:solidFill>
          <a:ln w="6350" cap="flat" cmpd="sng" algn="ctr">
            <a:solidFill>
              <a:srgbClr val="9FBAE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7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C355A"/>
                </a:solidFill>
                <a:effectLst/>
                <a:uLnTx/>
                <a:uFillTx/>
                <a:latin typeface="+mn-ea"/>
                <a:cs typeface="+mn-cs"/>
                <a:sym typeface="+mn-ea"/>
              </a:rPr>
              <a:t>云平台一</a:t>
            </a:r>
          </a:p>
        </p:txBody>
      </p:sp>
      <p:sp>
        <p:nvSpPr>
          <p:cNvPr id="147" name="object 5">
            <a:extLst>
              <a:ext uri="{FF2B5EF4-FFF2-40B4-BE49-F238E27FC236}">
                <a16:creationId xmlns:a16="http://schemas.microsoft.com/office/drawing/2014/main" id="{44EF84C6-91E4-47A2-B10D-B1F95FE1BC8C}"/>
              </a:ext>
            </a:extLst>
          </p:cNvPr>
          <p:cNvSpPr/>
          <p:nvPr/>
        </p:nvSpPr>
        <p:spPr>
          <a:xfrm>
            <a:off x="7862380" y="2980657"/>
            <a:ext cx="3024000" cy="1152000"/>
          </a:xfrm>
          <a:custGeom>
            <a:avLst/>
            <a:gdLst/>
            <a:ahLst/>
            <a:cxnLst/>
            <a:rect l="l" t="t" r="r" b="b"/>
            <a:pathLst>
              <a:path w="5914390" h="260985">
                <a:moveTo>
                  <a:pt x="0" y="260667"/>
                </a:moveTo>
                <a:lnTo>
                  <a:pt x="5913882" y="260667"/>
                </a:lnTo>
                <a:lnTo>
                  <a:pt x="5913882" y="0"/>
                </a:lnTo>
                <a:lnTo>
                  <a:pt x="0" y="0"/>
                </a:lnTo>
                <a:lnTo>
                  <a:pt x="0" y="260667"/>
                </a:lnTo>
                <a:close/>
              </a:path>
            </a:pathLst>
          </a:custGeom>
          <a:solidFill>
            <a:srgbClr val="F1F7FD"/>
          </a:solidFill>
          <a:ln w="6350" cap="flat" cmpd="sng" algn="ctr">
            <a:solidFill>
              <a:srgbClr val="9FBAE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7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>
              <a:lnSpc>
                <a:spcPct val="125000"/>
              </a:lnSpc>
              <a:defRPr/>
            </a:pPr>
            <a:r>
              <a:rPr lang="zh-CN" altLang="en-US" sz="1100" b="1" kern="0" dirty="0">
                <a:solidFill>
                  <a:srgbClr val="1C355A"/>
                </a:solidFill>
                <a:latin typeface="+mn-ea"/>
                <a:sym typeface="+mn-ea"/>
              </a:rPr>
              <a:t>云平台三</a:t>
            </a:r>
          </a:p>
        </p:txBody>
      </p:sp>
      <p:sp>
        <p:nvSpPr>
          <p:cNvPr id="148" name="object 5">
            <a:extLst>
              <a:ext uri="{FF2B5EF4-FFF2-40B4-BE49-F238E27FC236}">
                <a16:creationId xmlns:a16="http://schemas.microsoft.com/office/drawing/2014/main" id="{EE6BC2D0-0E10-42E1-A691-D438063909DA}"/>
              </a:ext>
            </a:extLst>
          </p:cNvPr>
          <p:cNvSpPr/>
          <p:nvPr/>
        </p:nvSpPr>
        <p:spPr>
          <a:xfrm>
            <a:off x="4550380" y="2980657"/>
            <a:ext cx="3168000" cy="1152000"/>
          </a:xfrm>
          <a:custGeom>
            <a:avLst/>
            <a:gdLst/>
            <a:ahLst/>
            <a:cxnLst/>
            <a:rect l="l" t="t" r="r" b="b"/>
            <a:pathLst>
              <a:path w="5914390" h="260985">
                <a:moveTo>
                  <a:pt x="0" y="260667"/>
                </a:moveTo>
                <a:lnTo>
                  <a:pt x="5913882" y="260667"/>
                </a:lnTo>
                <a:lnTo>
                  <a:pt x="5913882" y="0"/>
                </a:lnTo>
                <a:lnTo>
                  <a:pt x="0" y="0"/>
                </a:lnTo>
                <a:lnTo>
                  <a:pt x="0" y="260667"/>
                </a:lnTo>
                <a:close/>
              </a:path>
            </a:pathLst>
          </a:custGeom>
          <a:solidFill>
            <a:srgbClr val="F1F7FD"/>
          </a:solidFill>
          <a:ln w="6350" cap="flat" cmpd="sng" algn="ctr">
            <a:solidFill>
              <a:srgbClr val="9FBAE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7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>
              <a:lnSpc>
                <a:spcPct val="125000"/>
              </a:lnSpc>
              <a:defRPr/>
            </a:pPr>
            <a:r>
              <a:rPr lang="zh-CN" altLang="en-US" sz="1100" b="1" kern="0" dirty="0">
                <a:solidFill>
                  <a:srgbClr val="1C355A"/>
                </a:solidFill>
                <a:latin typeface="+mn-ea"/>
                <a:sym typeface="+mn-ea"/>
              </a:rPr>
              <a:t>云平台二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701242D-3A70-4FC8-96CA-B554958D197A}"/>
              </a:ext>
            </a:extLst>
          </p:cNvPr>
          <p:cNvSpPr/>
          <p:nvPr/>
        </p:nvSpPr>
        <p:spPr>
          <a:xfrm>
            <a:off x="1382380" y="4420657"/>
            <a:ext cx="9360000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100" b="1" kern="0" dirty="0">
                <a:solidFill>
                  <a:srgbClr val="C00000"/>
                </a:solidFill>
                <a:latin typeface="+mn-ea"/>
              </a:rPr>
              <a:t>这里是内容区域样式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3C0FD40-0ED6-479E-B36A-FD32BEE13462}"/>
              </a:ext>
            </a:extLst>
          </p:cNvPr>
          <p:cNvSpPr/>
          <p:nvPr/>
        </p:nvSpPr>
        <p:spPr>
          <a:xfrm>
            <a:off x="1382380" y="4780657"/>
            <a:ext cx="4608000" cy="576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36000" rIns="0" bIns="0" rtlCol="0" anchor="t" anchorCtr="0">
            <a:noAutofit/>
          </a:bodyPr>
          <a:lstStyle/>
          <a:p>
            <a:pPr algn="ctr" defTabSz="929019"/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小标题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ED4C9B0-199B-483A-8D38-DC6F64A30C9B}"/>
              </a:ext>
            </a:extLst>
          </p:cNvPr>
          <p:cNvGrpSpPr/>
          <p:nvPr/>
        </p:nvGrpSpPr>
        <p:grpSpPr>
          <a:xfrm>
            <a:off x="1526380" y="5068657"/>
            <a:ext cx="4320000" cy="180000"/>
            <a:chOff x="1490380" y="5068657"/>
            <a:chExt cx="4380000" cy="180000"/>
          </a:xfrm>
        </p:grpSpPr>
        <p:sp>
          <p:nvSpPr>
            <p:cNvPr id="153" name="圆角矩形 392">
              <a:extLst>
                <a:ext uri="{FF2B5EF4-FFF2-40B4-BE49-F238E27FC236}">
                  <a16:creationId xmlns:a16="http://schemas.microsoft.com/office/drawing/2014/main" id="{396E3490-4546-46B9-9374-B846729D594E}"/>
                </a:ext>
              </a:extLst>
            </p:cNvPr>
            <p:cNvSpPr/>
            <p:nvPr/>
          </p:nvSpPr>
          <p:spPr bwMode="auto">
            <a:xfrm>
              <a:off x="5654380" y="5068657"/>
              <a:ext cx="216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…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56" name="圆角矩形 357">
              <a:extLst>
                <a:ext uri="{FF2B5EF4-FFF2-40B4-BE49-F238E27FC236}">
                  <a16:creationId xmlns:a16="http://schemas.microsoft.com/office/drawing/2014/main" id="{A00E19F8-F09C-4166-9173-D90BE0FBAD6B}"/>
                </a:ext>
              </a:extLst>
            </p:cNvPr>
            <p:cNvSpPr/>
            <p:nvPr/>
          </p:nvSpPr>
          <p:spPr bwMode="auto">
            <a:xfrm>
              <a:off x="48215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57" name="圆角矩形 354">
              <a:extLst>
                <a:ext uri="{FF2B5EF4-FFF2-40B4-BE49-F238E27FC236}">
                  <a16:creationId xmlns:a16="http://schemas.microsoft.com/office/drawing/2014/main" id="{B0C9B464-6DC2-4E84-9EEA-EE691931F464}"/>
                </a:ext>
              </a:extLst>
            </p:cNvPr>
            <p:cNvSpPr/>
            <p:nvPr/>
          </p:nvSpPr>
          <p:spPr bwMode="auto">
            <a:xfrm>
              <a:off x="23231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58" name="圆角矩形 355">
              <a:extLst>
                <a:ext uri="{FF2B5EF4-FFF2-40B4-BE49-F238E27FC236}">
                  <a16:creationId xmlns:a16="http://schemas.microsoft.com/office/drawing/2014/main" id="{526D2266-12FE-466C-BAE0-5BCF276F569F}"/>
                </a:ext>
              </a:extLst>
            </p:cNvPr>
            <p:cNvSpPr/>
            <p:nvPr/>
          </p:nvSpPr>
          <p:spPr bwMode="auto">
            <a:xfrm>
              <a:off x="31559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59" name="圆角矩形 356">
              <a:extLst>
                <a:ext uri="{FF2B5EF4-FFF2-40B4-BE49-F238E27FC236}">
                  <a16:creationId xmlns:a16="http://schemas.microsoft.com/office/drawing/2014/main" id="{B87E2910-FEAB-44C6-A020-020E253B2333}"/>
                </a:ext>
              </a:extLst>
            </p:cNvPr>
            <p:cNvSpPr/>
            <p:nvPr/>
          </p:nvSpPr>
          <p:spPr bwMode="auto">
            <a:xfrm>
              <a:off x="39887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60" name="圆角矩形 361">
              <a:extLst>
                <a:ext uri="{FF2B5EF4-FFF2-40B4-BE49-F238E27FC236}">
                  <a16:creationId xmlns:a16="http://schemas.microsoft.com/office/drawing/2014/main" id="{0261719B-1002-4DB6-93EC-A84CF0955B1D}"/>
                </a:ext>
              </a:extLst>
            </p:cNvPr>
            <p:cNvSpPr/>
            <p:nvPr/>
          </p:nvSpPr>
          <p:spPr bwMode="auto">
            <a:xfrm>
              <a:off x="14903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内容样式</a:t>
              </a:r>
            </a:p>
          </p:txBody>
        </p:sp>
      </p:grp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752C25C-0936-4005-95C6-9802129A596D}"/>
              </a:ext>
            </a:extLst>
          </p:cNvPr>
          <p:cNvSpPr txBox="1"/>
          <p:nvPr/>
        </p:nvSpPr>
        <p:spPr>
          <a:xfrm>
            <a:off x="1382380" y="3309683"/>
            <a:ext cx="2556000" cy="252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C355A"/>
                </a:solidFill>
                <a:effectLst/>
                <a:uLnTx/>
                <a:uFillTx/>
                <a:latin typeface="+mn-ea"/>
                <a:cs typeface="+mn-cs"/>
              </a:rPr>
              <a:t>小标题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EFACF2BF-10D2-45A8-8C69-FA3850010055}"/>
              </a:ext>
            </a:extLst>
          </p:cNvPr>
          <p:cNvSpPr txBox="1"/>
          <p:nvPr/>
        </p:nvSpPr>
        <p:spPr>
          <a:xfrm>
            <a:off x="8960380" y="3309683"/>
            <a:ext cx="828000" cy="324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pPr lvl="0" defTabSz="914400">
              <a:defRPr/>
            </a:pPr>
            <a:r>
              <a:rPr lang="zh-CN" altLang="en-US" sz="800" kern="0" dirty="0">
                <a:solidFill>
                  <a:srgbClr val="1C355A"/>
                </a:solidFill>
                <a:latin typeface="+mn-ea"/>
              </a:rPr>
              <a:t>内容区域样式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1C355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D8C7FCBA-E330-4D4F-953B-4B9CA8DEABE3}"/>
              </a:ext>
            </a:extLst>
          </p:cNvPr>
          <p:cNvSpPr txBox="1"/>
          <p:nvPr/>
        </p:nvSpPr>
        <p:spPr>
          <a:xfrm>
            <a:off x="9878380" y="3309683"/>
            <a:ext cx="864000" cy="324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pPr lvl="0" defTabSz="914400">
              <a:defRPr/>
            </a:pPr>
            <a:r>
              <a:rPr lang="zh-CN" altLang="en-US" sz="800" kern="0" dirty="0">
                <a:solidFill>
                  <a:srgbClr val="1C355A"/>
                </a:solidFill>
                <a:latin typeface="+mn-ea"/>
              </a:rPr>
              <a:t>内容区域样式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1C355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4580342D-03AA-4C3A-B1EA-D7364E34C125}"/>
              </a:ext>
            </a:extLst>
          </p:cNvPr>
          <p:cNvSpPr txBox="1"/>
          <p:nvPr/>
        </p:nvSpPr>
        <p:spPr>
          <a:xfrm>
            <a:off x="8006380" y="3309683"/>
            <a:ext cx="864000" cy="324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srgbClr val="1C355A"/>
                </a:solidFill>
                <a:latin typeface="+mn-ea"/>
              </a:rPr>
              <a:t>内容区域样式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1C355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C4D4210C-A59E-4D84-B3F1-75166E22CA49}"/>
              </a:ext>
            </a:extLst>
          </p:cNvPr>
          <p:cNvSpPr txBox="1"/>
          <p:nvPr/>
        </p:nvSpPr>
        <p:spPr>
          <a:xfrm>
            <a:off x="8006380" y="3724735"/>
            <a:ext cx="2736000" cy="252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lvl="0" algn="ctr" defTabSz="914400">
              <a:defRPr/>
            </a:pPr>
            <a:r>
              <a:rPr lang="zh-CN" altLang="en-US" sz="800" dirty="0">
                <a:solidFill>
                  <a:srgbClr val="1C355A"/>
                </a:solidFill>
                <a:latin typeface="+mn-ea"/>
              </a:rPr>
              <a:t>内容区域样式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1C355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9959AE19-BD71-43BE-9DFF-447EDFA9069A}"/>
              </a:ext>
            </a:extLst>
          </p:cNvPr>
          <p:cNvSpPr txBox="1"/>
          <p:nvPr/>
        </p:nvSpPr>
        <p:spPr>
          <a:xfrm>
            <a:off x="4694380" y="3309683"/>
            <a:ext cx="792000" cy="288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lvl="0" algn="ctr" defTabSz="914400">
              <a:defRPr sz="800" kern="0">
                <a:solidFill>
                  <a:srgbClr val="1C355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内容样式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470197D2-886D-4FAE-A683-0981ACDA1181}"/>
              </a:ext>
            </a:extLst>
          </p:cNvPr>
          <p:cNvSpPr txBox="1"/>
          <p:nvPr/>
        </p:nvSpPr>
        <p:spPr>
          <a:xfrm>
            <a:off x="5576380" y="3309683"/>
            <a:ext cx="792000" cy="288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lvl="0" algn="ctr" defTabSz="914400">
              <a:defRPr sz="800" kern="0">
                <a:solidFill>
                  <a:srgbClr val="1C355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内容样式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F3BCF83E-BDA7-49AD-AC96-C4222BF6A8ED}"/>
              </a:ext>
            </a:extLst>
          </p:cNvPr>
          <p:cNvSpPr txBox="1"/>
          <p:nvPr/>
        </p:nvSpPr>
        <p:spPr>
          <a:xfrm>
            <a:off x="4694380" y="3688735"/>
            <a:ext cx="792000" cy="288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lvl="0" algn="ctr" defTabSz="914400">
              <a:defRPr sz="800" kern="0">
                <a:solidFill>
                  <a:srgbClr val="1C355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内容样式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DC321C99-2989-4343-B31E-483FA49BCF07}"/>
              </a:ext>
            </a:extLst>
          </p:cNvPr>
          <p:cNvSpPr txBox="1"/>
          <p:nvPr/>
        </p:nvSpPr>
        <p:spPr>
          <a:xfrm>
            <a:off x="6461060" y="3309683"/>
            <a:ext cx="792000" cy="288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lvl="0" algn="ctr" defTabSz="914400">
              <a:defRPr sz="800" kern="0">
                <a:solidFill>
                  <a:srgbClr val="1C355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内容样式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EF11ED39-F3F9-4C34-85F3-F7B9D7FC7CEF}"/>
              </a:ext>
            </a:extLst>
          </p:cNvPr>
          <p:cNvSpPr txBox="1"/>
          <p:nvPr/>
        </p:nvSpPr>
        <p:spPr>
          <a:xfrm>
            <a:off x="6461060" y="3688735"/>
            <a:ext cx="792000" cy="288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srgbClr val="1C355A"/>
                </a:solidFill>
                <a:latin typeface="+mn-ea"/>
              </a:rPr>
              <a:t>内容样式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D1E5D2DF-D6D3-4966-99E3-43E4650F2544}"/>
              </a:ext>
            </a:extLst>
          </p:cNvPr>
          <p:cNvSpPr txBox="1"/>
          <p:nvPr/>
        </p:nvSpPr>
        <p:spPr>
          <a:xfrm>
            <a:off x="5576380" y="3688735"/>
            <a:ext cx="792000" cy="288000"/>
          </a:xfrm>
          <a:prstGeom prst="rect">
            <a:avLst/>
          </a:prstGeom>
          <a:solidFill>
            <a:schemeClr val="tx2"/>
          </a:solidFill>
          <a:ln w="6350">
            <a:solidFill>
              <a:srgbClr val="C5D5ED"/>
            </a:solidFill>
          </a:ln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lvl="0" algn="ctr" defTabSz="914400">
              <a:defRPr sz="800" kern="0">
                <a:solidFill>
                  <a:srgbClr val="1C355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内容样式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11DF326-B2FF-4773-AB9D-DC95E7DF6A23}"/>
              </a:ext>
            </a:extLst>
          </p:cNvPr>
          <p:cNvSpPr txBox="1"/>
          <p:nvPr/>
        </p:nvSpPr>
        <p:spPr>
          <a:xfrm>
            <a:off x="7358380" y="3309683"/>
            <a:ext cx="252000" cy="667052"/>
          </a:xfrm>
          <a:prstGeom prst="rect">
            <a:avLst/>
          </a:prstGeom>
          <a:gradFill>
            <a:gsLst>
              <a:gs pos="0">
                <a:schemeClr val="tx2"/>
              </a:gs>
              <a:gs pos="90000">
                <a:schemeClr val="tx2">
                  <a:alpha val="0"/>
                </a:schemeClr>
              </a:gs>
            </a:gsLst>
            <a:lin ang="0" scaled="0"/>
          </a:gradFill>
          <a:ln w="6350">
            <a:gradFill>
              <a:gsLst>
                <a:gs pos="0">
                  <a:srgbClr val="C5D5ED"/>
                </a:gs>
                <a:gs pos="90000">
                  <a:srgbClr val="9FBAE1">
                    <a:alpha val="0"/>
                  </a:srgbClr>
                </a:gs>
              </a:gsLst>
              <a:lin ang="0" scaled="0"/>
            </a:gra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C355A"/>
                </a:solidFill>
                <a:effectLst/>
                <a:uLnTx/>
                <a:uFillTx/>
                <a:latin typeface="+mn-ea"/>
                <a:cs typeface="+mn-cs"/>
              </a:rPr>
              <a:t>…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1C355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29437C3D-633D-43B0-B2F2-A32E5F37C753}"/>
              </a:ext>
            </a:extLst>
          </p:cNvPr>
          <p:cNvSpPr txBox="1"/>
          <p:nvPr/>
        </p:nvSpPr>
        <p:spPr>
          <a:xfrm>
            <a:off x="4046380" y="3309683"/>
            <a:ext cx="252000" cy="667052"/>
          </a:xfrm>
          <a:prstGeom prst="rect">
            <a:avLst/>
          </a:prstGeom>
          <a:gradFill>
            <a:gsLst>
              <a:gs pos="0">
                <a:schemeClr val="tx2"/>
              </a:gs>
              <a:gs pos="90000">
                <a:schemeClr val="tx2">
                  <a:alpha val="0"/>
                </a:schemeClr>
              </a:gs>
            </a:gsLst>
            <a:lin ang="0" scaled="0"/>
          </a:gradFill>
          <a:ln w="6350">
            <a:gradFill>
              <a:gsLst>
                <a:gs pos="0">
                  <a:srgbClr val="C5D5ED"/>
                </a:gs>
                <a:gs pos="90000">
                  <a:srgbClr val="9FBAE1">
                    <a:alpha val="0"/>
                  </a:srgbClr>
                </a:gs>
              </a:gsLst>
              <a:lin ang="0" scaled="0"/>
            </a:gra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C355A"/>
                </a:solidFill>
                <a:effectLst/>
                <a:uLnTx/>
                <a:uFillTx/>
                <a:latin typeface="+mn-ea"/>
                <a:cs typeface="+mn-cs"/>
              </a:rPr>
              <a:t>…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1C355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0ACA85EC-64D2-4286-9D3B-5EBE9855F08A}"/>
              </a:ext>
            </a:extLst>
          </p:cNvPr>
          <p:cNvSpPr/>
          <p:nvPr/>
        </p:nvSpPr>
        <p:spPr>
          <a:xfrm>
            <a:off x="1382379" y="5511517"/>
            <a:ext cx="9360001" cy="504000"/>
          </a:xfrm>
          <a:prstGeom prst="ellipse">
            <a:avLst/>
          </a:prstGeom>
          <a:noFill/>
          <a:ln w="19050" cap="flat" cmpd="sng" algn="ctr">
            <a:gradFill>
              <a:gsLst>
                <a:gs pos="100000">
                  <a:srgbClr val="C00000"/>
                </a:gs>
                <a:gs pos="22000">
                  <a:srgbClr val="C0000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FD6E3230-F79F-4A17-8CF1-B5208E3BCEE6}"/>
              </a:ext>
            </a:extLst>
          </p:cNvPr>
          <p:cNvSpPr txBox="1"/>
          <p:nvPr/>
        </p:nvSpPr>
        <p:spPr>
          <a:xfrm>
            <a:off x="7322380" y="5620925"/>
            <a:ext cx="2016000" cy="216000"/>
          </a:xfrm>
          <a:prstGeom prst="roundRect">
            <a:avLst>
              <a:gd name="adj" fmla="val 50000"/>
            </a:avLst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lIns="252000" tIns="0" rIns="0" bIns="0" rtlCol="0" anchor="ctr">
            <a:noAutofit/>
          </a:bodyPr>
          <a:lstStyle/>
          <a:p>
            <a:pPr lvl="0" algn="ctr"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000" b="1" kern="0" dirty="0">
                <a:solidFill>
                  <a:prstClr val="black"/>
                </a:solidFill>
                <a:latin typeface="+mn-ea"/>
              </a:rPr>
              <a:t>小标题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5360B17C-749B-4D7D-8E08-6EB32A8F5237}"/>
              </a:ext>
            </a:extLst>
          </p:cNvPr>
          <p:cNvSpPr txBox="1"/>
          <p:nvPr/>
        </p:nvSpPr>
        <p:spPr>
          <a:xfrm>
            <a:off x="5054380" y="5620925"/>
            <a:ext cx="2016000" cy="216000"/>
          </a:xfrm>
          <a:prstGeom prst="roundRect">
            <a:avLst>
              <a:gd name="adj" fmla="val 50000"/>
            </a:avLst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lIns="360000" tIns="0" rIns="0" bIns="0" rtlCol="0" anchor="ctr">
            <a:noAutofit/>
          </a:bodyPr>
          <a:lstStyle/>
          <a:p>
            <a:pPr lvl="0" algn="ctr"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000" b="1" kern="0" dirty="0">
                <a:solidFill>
                  <a:prstClr val="black"/>
                </a:solidFill>
                <a:latin typeface="+mn-ea"/>
              </a:rPr>
              <a:t>小标题</a:t>
            </a: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ABFEE2D-4890-4591-B899-1A800DD45F21}"/>
              </a:ext>
            </a:extLst>
          </p:cNvPr>
          <p:cNvSpPr txBox="1"/>
          <p:nvPr/>
        </p:nvSpPr>
        <p:spPr>
          <a:xfrm>
            <a:off x="2786380" y="5620925"/>
            <a:ext cx="2016000" cy="216000"/>
          </a:xfrm>
          <a:prstGeom prst="roundRect">
            <a:avLst>
              <a:gd name="adj" fmla="val 50000"/>
            </a:avLst>
          </a:prstGeom>
          <a:solidFill>
            <a:schemeClr val="tx2">
              <a:lumMod val="95000"/>
            </a:schemeClr>
          </a:solidFill>
          <a:ln w="6350"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lIns="360000" tIns="0" rIns="0" bIns="0" rtlCol="0" anchor="ctr">
            <a:noAutofit/>
          </a:bodyPr>
          <a:lstStyle/>
          <a:p>
            <a:pPr lvl="0" algn="ctr"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000" b="1" kern="0" dirty="0">
                <a:solidFill>
                  <a:prstClr val="black"/>
                </a:solidFill>
                <a:latin typeface="+mn-ea"/>
              </a:rPr>
              <a:t>小标题</a:t>
            </a:r>
          </a:p>
        </p:txBody>
      </p:sp>
      <p:sp>
        <p:nvSpPr>
          <p:cNvPr id="195" name="Freeform 8">
            <a:extLst>
              <a:ext uri="{FF2B5EF4-FFF2-40B4-BE49-F238E27FC236}">
                <a16:creationId xmlns:a16="http://schemas.microsoft.com/office/drawing/2014/main" id="{8EA64F22-6495-47E9-8D25-807497328B3D}"/>
              </a:ext>
            </a:extLst>
          </p:cNvPr>
          <p:cNvSpPr/>
          <p:nvPr/>
        </p:nvSpPr>
        <p:spPr>
          <a:xfrm>
            <a:off x="3074380" y="5533622"/>
            <a:ext cx="502443" cy="261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47" y="12897"/>
                </a:moveTo>
                <a:lnTo>
                  <a:pt x="19319" y="12559"/>
                </a:lnTo>
                <a:lnTo>
                  <a:pt x="19276" y="12220"/>
                </a:lnTo>
                <a:lnTo>
                  <a:pt x="19227" y="11894"/>
                </a:lnTo>
                <a:lnTo>
                  <a:pt x="19115" y="11269"/>
                </a:lnTo>
                <a:lnTo>
                  <a:pt x="19045" y="10956"/>
                </a:lnTo>
                <a:lnTo>
                  <a:pt x="18968" y="10657"/>
                </a:lnTo>
                <a:lnTo>
                  <a:pt x="18883" y="10370"/>
                </a:lnTo>
                <a:lnTo>
                  <a:pt x="18792" y="10083"/>
                </a:lnTo>
                <a:lnTo>
                  <a:pt x="18694" y="9810"/>
                </a:lnTo>
                <a:lnTo>
                  <a:pt x="18483" y="9289"/>
                </a:lnTo>
                <a:lnTo>
                  <a:pt x="18371" y="9041"/>
                </a:lnTo>
                <a:lnTo>
                  <a:pt x="18245" y="8794"/>
                </a:lnTo>
                <a:lnTo>
                  <a:pt x="17992" y="8351"/>
                </a:lnTo>
                <a:lnTo>
                  <a:pt x="17851" y="8142"/>
                </a:lnTo>
                <a:lnTo>
                  <a:pt x="17571" y="7752"/>
                </a:lnTo>
                <a:lnTo>
                  <a:pt x="17262" y="7413"/>
                </a:lnTo>
                <a:lnTo>
                  <a:pt x="17107" y="7269"/>
                </a:lnTo>
                <a:lnTo>
                  <a:pt x="16939" y="7126"/>
                </a:lnTo>
                <a:lnTo>
                  <a:pt x="16777" y="6996"/>
                </a:lnTo>
                <a:lnTo>
                  <a:pt x="16609" y="6892"/>
                </a:lnTo>
                <a:lnTo>
                  <a:pt x="16433" y="6787"/>
                </a:lnTo>
                <a:lnTo>
                  <a:pt x="16258" y="6709"/>
                </a:lnTo>
                <a:lnTo>
                  <a:pt x="15893" y="6579"/>
                </a:lnTo>
                <a:lnTo>
                  <a:pt x="15710" y="6540"/>
                </a:lnTo>
                <a:lnTo>
                  <a:pt x="15331" y="6514"/>
                </a:lnTo>
                <a:lnTo>
                  <a:pt x="15100" y="6527"/>
                </a:lnTo>
                <a:lnTo>
                  <a:pt x="14868" y="6566"/>
                </a:lnTo>
                <a:lnTo>
                  <a:pt x="14784" y="6201"/>
                </a:lnTo>
                <a:lnTo>
                  <a:pt x="14685" y="5849"/>
                </a:lnTo>
                <a:lnTo>
                  <a:pt x="14587" y="5511"/>
                </a:lnTo>
                <a:lnTo>
                  <a:pt x="14482" y="5172"/>
                </a:lnTo>
                <a:lnTo>
                  <a:pt x="14370" y="4846"/>
                </a:lnTo>
                <a:lnTo>
                  <a:pt x="14250" y="4521"/>
                </a:lnTo>
                <a:lnTo>
                  <a:pt x="14124" y="4208"/>
                </a:lnTo>
                <a:lnTo>
                  <a:pt x="13998" y="3908"/>
                </a:lnTo>
                <a:lnTo>
                  <a:pt x="13857" y="3609"/>
                </a:lnTo>
                <a:lnTo>
                  <a:pt x="13717" y="3335"/>
                </a:lnTo>
                <a:lnTo>
                  <a:pt x="13569" y="3062"/>
                </a:lnTo>
                <a:lnTo>
                  <a:pt x="13415" y="2788"/>
                </a:lnTo>
                <a:lnTo>
                  <a:pt x="13260" y="2540"/>
                </a:lnTo>
                <a:lnTo>
                  <a:pt x="13099" y="2293"/>
                </a:lnTo>
                <a:lnTo>
                  <a:pt x="12931" y="2058"/>
                </a:lnTo>
                <a:lnTo>
                  <a:pt x="12762" y="1837"/>
                </a:lnTo>
                <a:lnTo>
                  <a:pt x="12587" y="1615"/>
                </a:lnTo>
                <a:lnTo>
                  <a:pt x="12404" y="1420"/>
                </a:lnTo>
                <a:lnTo>
                  <a:pt x="12222" y="1238"/>
                </a:lnTo>
                <a:lnTo>
                  <a:pt x="12032" y="1055"/>
                </a:lnTo>
                <a:lnTo>
                  <a:pt x="11639" y="743"/>
                </a:lnTo>
                <a:lnTo>
                  <a:pt x="11442" y="599"/>
                </a:lnTo>
                <a:lnTo>
                  <a:pt x="11035" y="365"/>
                </a:lnTo>
                <a:lnTo>
                  <a:pt x="10825" y="274"/>
                </a:lnTo>
                <a:lnTo>
                  <a:pt x="10614" y="195"/>
                </a:lnTo>
                <a:lnTo>
                  <a:pt x="10396" y="117"/>
                </a:lnTo>
                <a:lnTo>
                  <a:pt x="10179" y="65"/>
                </a:lnTo>
                <a:lnTo>
                  <a:pt x="9961" y="26"/>
                </a:lnTo>
                <a:lnTo>
                  <a:pt x="9736" y="0"/>
                </a:lnTo>
                <a:lnTo>
                  <a:pt x="9512" y="0"/>
                </a:lnTo>
                <a:lnTo>
                  <a:pt x="9231" y="13"/>
                </a:lnTo>
                <a:lnTo>
                  <a:pt x="8950" y="52"/>
                </a:lnTo>
                <a:lnTo>
                  <a:pt x="8677" y="104"/>
                </a:lnTo>
                <a:lnTo>
                  <a:pt x="8403" y="195"/>
                </a:lnTo>
                <a:lnTo>
                  <a:pt x="8136" y="300"/>
                </a:lnTo>
                <a:lnTo>
                  <a:pt x="7869" y="430"/>
                </a:lnTo>
                <a:lnTo>
                  <a:pt x="7609" y="586"/>
                </a:lnTo>
                <a:lnTo>
                  <a:pt x="7357" y="756"/>
                </a:lnTo>
                <a:lnTo>
                  <a:pt x="7111" y="951"/>
                </a:lnTo>
                <a:lnTo>
                  <a:pt x="6872" y="1172"/>
                </a:lnTo>
                <a:lnTo>
                  <a:pt x="6641" y="1407"/>
                </a:lnTo>
                <a:lnTo>
                  <a:pt x="6409" y="1668"/>
                </a:lnTo>
                <a:lnTo>
                  <a:pt x="6191" y="1928"/>
                </a:lnTo>
                <a:lnTo>
                  <a:pt x="5974" y="2228"/>
                </a:lnTo>
                <a:lnTo>
                  <a:pt x="5770" y="2527"/>
                </a:lnTo>
                <a:lnTo>
                  <a:pt x="5567" y="2853"/>
                </a:lnTo>
                <a:lnTo>
                  <a:pt x="5377" y="3192"/>
                </a:lnTo>
                <a:lnTo>
                  <a:pt x="5195" y="3557"/>
                </a:lnTo>
                <a:lnTo>
                  <a:pt x="5026" y="3921"/>
                </a:lnTo>
                <a:lnTo>
                  <a:pt x="4865" y="4312"/>
                </a:lnTo>
                <a:lnTo>
                  <a:pt x="4703" y="4716"/>
                </a:lnTo>
                <a:lnTo>
                  <a:pt x="4563" y="5120"/>
                </a:lnTo>
                <a:lnTo>
                  <a:pt x="4430" y="5550"/>
                </a:lnTo>
                <a:lnTo>
                  <a:pt x="4303" y="5993"/>
                </a:lnTo>
                <a:lnTo>
                  <a:pt x="4191" y="6436"/>
                </a:lnTo>
                <a:lnTo>
                  <a:pt x="4086" y="6892"/>
                </a:lnTo>
                <a:lnTo>
                  <a:pt x="3994" y="7374"/>
                </a:lnTo>
                <a:lnTo>
                  <a:pt x="3917" y="7843"/>
                </a:lnTo>
                <a:lnTo>
                  <a:pt x="3847" y="8338"/>
                </a:lnTo>
                <a:lnTo>
                  <a:pt x="3791" y="8833"/>
                </a:lnTo>
                <a:lnTo>
                  <a:pt x="3749" y="9341"/>
                </a:lnTo>
                <a:lnTo>
                  <a:pt x="3713" y="9862"/>
                </a:lnTo>
                <a:lnTo>
                  <a:pt x="3587" y="9823"/>
                </a:lnTo>
                <a:lnTo>
                  <a:pt x="3320" y="9771"/>
                </a:lnTo>
                <a:lnTo>
                  <a:pt x="3187" y="9771"/>
                </a:lnTo>
                <a:lnTo>
                  <a:pt x="3019" y="9784"/>
                </a:lnTo>
                <a:lnTo>
                  <a:pt x="2857" y="9797"/>
                </a:lnTo>
                <a:lnTo>
                  <a:pt x="2703" y="9836"/>
                </a:lnTo>
                <a:lnTo>
                  <a:pt x="2541" y="9888"/>
                </a:lnTo>
                <a:lnTo>
                  <a:pt x="2387" y="9953"/>
                </a:lnTo>
                <a:lnTo>
                  <a:pt x="2239" y="10031"/>
                </a:lnTo>
                <a:lnTo>
                  <a:pt x="1944" y="10240"/>
                </a:lnTo>
                <a:lnTo>
                  <a:pt x="1804" y="10357"/>
                </a:lnTo>
                <a:lnTo>
                  <a:pt x="1664" y="10487"/>
                </a:lnTo>
                <a:lnTo>
                  <a:pt x="1530" y="10631"/>
                </a:lnTo>
                <a:lnTo>
                  <a:pt x="1278" y="10943"/>
                </a:lnTo>
                <a:lnTo>
                  <a:pt x="1039" y="11308"/>
                </a:lnTo>
                <a:lnTo>
                  <a:pt x="934" y="11503"/>
                </a:lnTo>
                <a:lnTo>
                  <a:pt x="723" y="11920"/>
                </a:lnTo>
                <a:lnTo>
                  <a:pt x="632" y="12142"/>
                </a:lnTo>
                <a:lnTo>
                  <a:pt x="541" y="12376"/>
                </a:lnTo>
                <a:lnTo>
                  <a:pt x="456" y="12624"/>
                </a:lnTo>
                <a:lnTo>
                  <a:pt x="316" y="13119"/>
                </a:lnTo>
                <a:lnTo>
                  <a:pt x="246" y="13379"/>
                </a:lnTo>
                <a:lnTo>
                  <a:pt x="190" y="13653"/>
                </a:lnTo>
                <a:lnTo>
                  <a:pt x="140" y="13927"/>
                </a:lnTo>
                <a:lnTo>
                  <a:pt x="98" y="14213"/>
                </a:lnTo>
                <a:lnTo>
                  <a:pt x="63" y="14487"/>
                </a:lnTo>
                <a:lnTo>
                  <a:pt x="35" y="14786"/>
                </a:lnTo>
                <a:lnTo>
                  <a:pt x="14" y="15086"/>
                </a:lnTo>
                <a:lnTo>
                  <a:pt x="0" y="15386"/>
                </a:lnTo>
                <a:lnTo>
                  <a:pt x="0" y="15985"/>
                </a:lnTo>
                <a:lnTo>
                  <a:pt x="14" y="16285"/>
                </a:lnTo>
                <a:lnTo>
                  <a:pt x="35" y="16584"/>
                </a:lnTo>
                <a:lnTo>
                  <a:pt x="63" y="16871"/>
                </a:lnTo>
                <a:lnTo>
                  <a:pt x="98" y="17158"/>
                </a:lnTo>
                <a:lnTo>
                  <a:pt x="140" y="17444"/>
                </a:lnTo>
                <a:lnTo>
                  <a:pt x="190" y="17718"/>
                </a:lnTo>
                <a:lnTo>
                  <a:pt x="246" y="17991"/>
                </a:lnTo>
                <a:lnTo>
                  <a:pt x="316" y="18252"/>
                </a:lnTo>
                <a:lnTo>
                  <a:pt x="456" y="18747"/>
                </a:lnTo>
                <a:lnTo>
                  <a:pt x="541" y="18994"/>
                </a:lnTo>
                <a:lnTo>
                  <a:pt x="632" y="19229"/>
                </a:lnTo>
                <a:lnTo>
                  <a:pt x="723" y="19450"/>
                </a:lnTo>
                <a:lnTo>
                  <a:pt x="934" y="19867"/>
                </a:lnTo>
                <a:lnTo>
                  <a:pt x="1039" y="20063"/>
                </a:lnTo>
                <a:lnTo>
                  <a:pt x="1278" y="20428"/>
                </a:lnTo>
                <a:lnTo>
                  <a:pt x="1530" y="20740"/>
                </a:lnTo>
                <a:lnTo>
                  <a:pt x="1664" y="20883"/>
                </a:lnTo>
                <a:lnTo>
                  <a:pt x="1804" y="21014"/>
                </a:lnTo>
                <a:lnTo>
                  <a:pt x="1944" y="21131"/>
                </a:lnTo>
                <a:lnTo>
                  <a:pt x="2239" y="21339"/>
                </a:lnTo>
                <a:lnTo>
                  <a:pt x="2387" y="21418"/>
                </a:lnTo>
                <a:lnTo>
                  <a:pt x="2541" y="21483"/>
                </a:lnTo>
                <a:lnTo>
                  <a:pt x="2703" y="21535"/>
                </a:lnTo>
                <a:lnTo>
                  <a:pt x="2857" y="21574"/>
                </a:lnTo>
                <a:lnTo>
                  <a:pt x="3019" y="21587"/>
                </a:lnTo>
                <a:lnTo>
                  <a:pt x="3187" y="21600"/>
                </a:lnTo>
                <a:lnTo>
                  <a:pt x="19375" y="21600"/>
                </a:lnTo>
                <a:lnTo>
                  <a:pt x="19613" y="21548"/>
                </a:lnTo>
                <a:lnTo>
                  <a:pt x="19726" y="21509"/>
                </a:lnTo>
                <a:lnTo>
                  <a:pt x="19950" y="21405"/>
                </a:lnTo>
                <a:lnTo>
                  <a:pt x="20063" y="21339"/>
                </a:lnTo>
                <a:lnTo>
                  <a:pt x="20168" y="21261"/>
                </a:lnTo>
                <a:lnTo>
                  <a:pt x="20273" y="21170"/>
                </a:lnTo>
                <a:lnTo>
                  <a:pt x="20372" y="21079"/>
                </a:lnTo>
                <a:lnTo>
                  <a:pt x="20470" y="20975"/>
                </a:lnTo>
                <a:lnTo>
                  <a:pt x="20568" y="20857"/>
                </a:lnTo>
                <a:lnTo>
                  <a:pt x="20659" y="20740"/>
                </a:lnTo>
                <a:lnTo>
                  <a:pt x="20744" y="20610"/>
                </a:lnTo>
                <a:lnTo>
                  <a:pt x="20912" y="20323"/>
                </a:lnTo>
                <a:lnTo>
                  <a:pt x="21066" y="20011"/>
                </a:lnTo>
                <a:lnTo>
                  <a:pt x="21137" y="19854"/>
                </a:lnTo>
                <a:lnTo>
                  <a:pt x="21200" y="19685"/>
                </a:lnTo>
                <a:lnTo>
                  <a:pt x="21263" y="19503"/>
                </a:lnTo>
                <a:lnTo>
                  <a:pt x="21319" y="19320"/>
                </a:lnTo>
                <a:lnTo>
                  <a:pt x="21368" y="19138"/>
                </a:lnTo>
                <a:lnTo>
                  <a:pt x="21417" y="18942"/>
                </a:lnTo>
                <a:lnTo>
                  <a:pt x="21460" y="18747"/>
                </a:lnTo>
                <a:lnTo>
                  <a:pt x="21530" y="18330"/>
                </a:lnTo>
                <a:lnTo>
                  <a:pt x="21551" y="18122"/>
                </a:lnTo>
                <a:lnTo>
                  <a:pt x="21572" y="17900"/>
                </a:lnTo>
                <a:lnTo>
                  <a:pt x="21586" y="17692"/>
                </a:lnTo>
                <a:lnTo>
                  <a:pt x="21600" y="17470"/>
                </a:lnTo>
                <a:lnTo>
                  <a:pt x="21600" y="17027"/>
                </a:lnTo>
                <a:lnTo>
                  <a:pt x="21586" y="16806"/>
                </a:lnTo>
                <a:lnTo>
                  <a:pt x="21558" y="16389"/>
                </a:lnTo>
                <a:lnTo>
                  <a:pt x="21502" y="15972"/>
                </a:lnTo>
                <a:lnTo>
                  <a:pt x="21467" y="15777"/>
                </a:lnTo>
                <a:lnTo>
                  <a:pt x="21425" y="15581"/>
                </a:lnTo>
                <a:lnTo>
                  <a:pt x="21382" y="15399"/>
                </a:lnTo>
                <a:lnTo>
                  <a:pt x="21333" y="15216"/>
                </a:lnTo>
                <a:lnTo>
                  <a:pt x="21277" y="15034"/>
                </a:lnTo>
                <a:lnTo>
                  <a:pt x="21221" y="14865"/>
                </a:lnTo>
                <a:lnTo>
                  <a:pt x="21158" y="14695"/>
                </a:lnTo>
                <a:lnTo>
                  <a:pt x="21088" y="14526"/>
                </a:lnTo>
                <a:lnTo>
                  <a:pt x="21017" y="14370"/>
                </a:lnTo>
                <a:lnTo>
                  <a:pt x="20947" y="14226"/>
                </a:lnTo>
                <a:lnTo>
                  <a:pt x="20870" y="14083"/>
                </a:lnTo>
                <a:lnTo>
                  <a:pt x="20786" y="13940"/>
                </a:lnTo>
                <a:lnTo>
                  <a:pt x="20701" y="13809"/>
                </a:lnTo>
                <a:lnTo>
                  <a:pt x="20519" y="13575"/>
                </a:lnTo>
                <a:lnTo>
                  <a:pt x="20428" y="13471"/>
                </a:lnTo>
                <a:lnTo>
                  <a:pt x="20231" y="13288"/>
                </a:lnTo>
                <a:lnTo>
                  <a:pt x="20126" y="13197"/>
                </a:lnTo>
                <a:lnTo>
                  <a:pt x="19915" y="13067"/>
                </a:lnTo>
                <a:lnTo>
                  <a:pt x="19803" y="13015"/>
                </a:lnTo>
                <a:lnTo>
                  <a:pt x="19698" y="12963"/>
                </a:lnTo>
                <a:lnTo>
                  <a:pt x="19578" y="12937"/>
                </a:lnTo>
                <a:lnTo>
                  <a:pt x="19466" y="12910"/>
                </a:lnTo>
                <a:lnTo>
                  <a:pt x="19347" y="12897"/>
                </a:lnTo>
                <a:close/>
              </a:path>
            </a:pathLst>
          </a:cu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/>
            <a:tailEnd/>
          </a:ln>
          <a:effectLst/>
        </p:spPr>
        <p:txBody>
          <a:bodyPr wrap="none" lIns="182720" tIns="91360" rIns="182720" bIns="91360" anchor="ctr" anchorCtr="1"/>
          <a:lstStyle/>
          <a:p>
            <a:pPr marL="0" marR="0" lvl="0" indent="-313477" algn="ctr" defTabSz="2126872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1000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ea"/>
              <a:cs typeface="Arial" pitchFamily="34" charset="0"/>
              <a:sym typeface="Arial" panose="020B0604020202020204" pitchFamily="34" charset="0"/>
            </a:endParaRPr>
          </a:p>
        </p:txBody>
      </p:sp>
      <p:sp>
        <p:nvSpPr>
          <p:cNvPr id="196" name="Freeform 8">
            <a:extLst>
              <a:ext uri="{FF2B5EF4-FFF2-40B4-BE49-F238E27FC236}">
                <a16:creationId xmlns:a16="http://schemas.microsoft.com/office/drawing/2014/main" id="{066089B6-0F43-4443-A8D0-7DD01E5CCC66}"/>
              </a:ext>
            </a:extLst>
          </p:cNvPr>
          <p:cNvSpPr/>
          <p:nvPr/>
        </p:nvSpPr>
        <p:spPr>
          <a:xfrm>
            <a:off x="5343937" y="5533622"/>
            <a:ext cx="502443" cy="261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47" y="12897"/>
                </a:moveTo>
                <a:lnTo>
                  <a:pt x="19319" y="12559"/>
                </a:lnTo>
                <a:lnTo>
                  <a:pt x="19276" y="12220"/>
                </a:lnTo>
                <a:lnTo>
                  <a:pt x="19227" y="11894"/>
                </a:lnTo>
                <a:lnTo>
                  <a:pt x="19115" y="11269"/>
                </a:lnTo>
                <a:lnTo>
                  <a:pt x="19045" y="10956"/>
                </a:lnTo>
                <a:lnTo>
                  <a:pt x="18968" y="10657"/>
                </a:lnTo>
                <a:lnTo>
                  <a:pt x="18883" y="10370"/>
                </a:lnTo>
                <a:lnTo>
                  <a:pt x="18792" y="10083"/>
                </a:lnTo>
                <a:lnTo>
                  <a:pt x="18694" y="9810"/>
                </a:lnTo>
                <a:lnTo>
                  <a:pt x="18483" y="9289"/>
                </a:lnTo>
                <a:lnTo>
                  <a:pt x="18371" y="9041"/>
                </a:lnTo>
                <a:lnTo>
                  <a:pt x="18245" y="8794"/>
                </a:lnTo>
                <a:lnTo>
                  <a:pt x="17992" y="8351"/>
                </a:lnTo>
                <a:lnTo>
                  <a:pt x="17851" y="8142"/>
                </a:lnTo>
                <a:lnTo>
                  <a:pt x="17571" y="7752"/>
                </a:lnTo>
                <a:lnTo>
                  <a:pt x="17262" y="7413"/>
                </a:lnTo>
                <a:lnTo>
                  <a:pt x="17107" y="7269"/>
                </a:lnTo>
                <a:lnTo>
                  <a:pt x="16939" y="7126"/>
                </a:lnTo>
                <a:lnTo>
                  <a:pt x="16777" y="6996"/>
                </a:lnTo>
                <a:lnTo>
                  <a:pt x="16609" y="6892"/>
                </a:lnTo>
                <a:lnTo>
                  <a:pt x="16433" y="6787"/>
                </a:lnTo>
                <a:lnTo>
                  <a:pt x="16258" y="6709"/>
                </a:lnTo>
                <a:lnTo>
                  <a:pt x="15893" y="6579"/>
                </a:lnTo>
                <a:lnTo>
                  <a:pt x="15710" y="6540"/>
                </a:lnTo>
                <a:lnTo>
                  <a:pt x="15331" y="6514"/>
                </a:lnTo>
                <a:lnTo>
                  <a:pt x="15100" y="6527"/>
                </a:lnTo>
                <a:lnTo>
                  <a:pt x="14868" y="6566"/>
                </a:lnTo>
                <a:lnTo>
                  <a:pt x="14784" y="6201"/>
                </a:lnTo>
                <a:lnTo>
                  <a:pt x="14685" y="5849"/>
                </a:lnTo>
                <a:lnTo>
                  <a:pt x="14587" y="5511"/>
                </a:lnTo>
                <a:lnTo>
                  <a:pt x="14482" y="5172"/>
                </a:lnTo>
                <a:lnTo>
                  <a:pt x="14370" y="4846"/>
                </a:lnTo>
                <a:lnTo>
                  <a:pt x="14250" y="4521"/>
                </a:lnTo>
                <a:lnTo>
                  <a:pt x="14124" y="4208"/>
                </a:lnTo>
                <a:lnTo>
                  <a:pt x="13998" y="3908"/>
                </a:lnTo>
                <a:lnTo>
                  <a:pt x="13857" y="3609"/>
                </a:lnTo>
                <a:lnTo>
                  <a:pt x="13717" y="3335"/>
                </a:lnTo>
                <a:lnTo>
                  <a:pt x="13569" y="3062"/>
                </a:lnTo>
                <a:lnTo>
                  <a:pt x="13415" y="2788"/>
                </a:lnTo>
                <a:lnTo>
                  <a:pt x="13260" y="2540"/>
                </a:lnTo>
                <a:lnTo>
                  <a:pt x="13099" y="2293"/>
                </a:lnTo>
                <a:lnTo>
                  <a:pt x="12931" y="2058"/>
                </a:lnTo>
                <a:lnTo>
                  <a:pt x="12762" y="1837"/>
                </a:lnTo>
                <a:lnTo>
                  <a:pt x="12587" y="1615"/>
                </a:lnTo>
                <a:lnTo>
                  <a:pt x="12404" y="1420"/>
                </a:lnTo>
                <a:lnTo>
                  <a:pt x="12222" y="1238"/>
                </a:lnTo>
                <a:lnTo>
                  <a:pt x="12032" y="1055"/>
                </a:lnTo>
                <a:lnTo>
                  <a:pt x="11639" y="743"/>
                </a:lnTo>
                <a:lnTo>
                  <a:pt x="11442" y="599"/>
                </a:lnTo>
                <a:lnTo>
                  <a:pt x="11035" y="365"/>
                </a:lnTo>
                <a:lnTo>
                  <a:pt x="10825" y="274"/>
                </a:lnTo>
                <a:lnTo>
                  <a:pt x="10614" y="195"/>
                </a:lnTo>
                <a:lnTo>
                  <a:pt x="10396" y="117"/>
                </a:lnTo>
                <a:lnTo>
                  <a:pt x="10179" y="65"/>
                </a:lnTo>
                <a:lnTo>
                  <a:pt x="9961" y="26"/>
                </a:lnTo>
                <a:lnTo>
                  <a:pt x="9736" y="0"/>
                </a:lnTo>
                <a:lnTo>
                  <a:pt x="9512" y="0"/>
                </a:lnTo>
                <a:lnTo>
                  <a:pt x="9231" y="13"/>
                </a:lnTo>
                <a:lnTo>
                  <a:pt x="8950" y="52"/>
                </a:lnTo>
                <a:lnTo>
                  <a:pt x="8677" y="104"/>
                </a:lnTo>
                <a:lnTo>
                  <a:pt x="8403" y="195"/>
                </a:lnTo>
                <a:lnTo>
                  <a:pt x="8136" y="300"/>
                </a:lnTo>
                <a:lnTo>
                  <a:pt x="7869" y="430"/>
                </a:lnTo>
                <a:lnTo>
                  <a:pt x="7609" y="586"/>
                </a:lnTo>
                <a:lnTo>
                  <a:pt x="7357" y="756"/>
                </a:lnTo>
                <a:lnTo>
                  <a:pt x="7111" y="951"/>
                </a:lnTo>
                <a:lnTo>
                  <a:pt x="6872" y="1172"/>
                </a:lnTo>
                <a:lnTo>
                  <a:pt x="6641" y="1407"/>
                </a:lnTo>
                <a:lnTo>
                  <a:pt x="6409" y="1668"/>
                </a:lnTo>
                <a:lnTo>
                  <a:pt x="6191" y="1928"/>
                </a:lnTo>
                <a:lnTo>
                  <a:pt x="5974" y="2228"/>
                </a:lnTo>
                <a:lnTo>
                  <a:pt x="5770" y="2527"/>
                </a:lnTo>
                <a:lnTo>
                  <a:pt x="5567" y="2853"/>
                </a:lnTo>
                <a:lnTo>
                  <a:pt x="5377" y="3192"/>
                </a:lnTo>
                <a:lnTo>
                  <a:pt x="5195" y="3557"/>
                </a:lnTo>
                <a:lnTo>
                  <a:pt x="5026" y="3921"/>
                </a:lnTo>
                <a:lnTo>
                  <a:pt x="4865" y="4312"/>
                </a:lnTo>
                <a:lnTo>
                  <a:pt x="4703" y="4716"/>
                </a:lnTo>
                <a:lnTo>
                  <a:pt x="4563" y="5120"/>
                </a:lnTo>
                <a:lnTo>
                  <a:pt x="4430" y="5550"/>
                </a:lnTo>
                <a:lnTo>
                  <a:pt x="4303" y="5993"/>
                </a:lnTo>
                <a:lnTo>
                  <a:pt x="4191" y="6436"/>
                </a:lnTo>
                <a:lnTo>
                  <a:pt x="4086" y="6892"/>
                </a:lnTo>
                <a:lnTo>
                  <a:pt x="3994" y="7374"/>
                </a:lnTo>
                <a:lnTo>
                  <a:pt x="3917" y="7843"/>
                </a:lnTo>
                <a:lnTo>
                  <a:pt x="3847" y="8338"/>
                </a:lnTo>
                <a:lnTo>
                  <a:pt x="3791" y="8833"/>
                </a:lnTo>
                <a:lnTo>
                  <a:pt x="3749" y="9341"/>
                </a:lnTo>
                <a:lnTo>
                  <a:pt x="3713" y="9862"/>
                </a:lnTo>
                <a:lnTo>
                  <a:pt x="3587" y="9823"/>
                </a:lnTo>
                <a:lnTo>
                  <a:pt x="3320" y="9771"/>
                </a:lnTo>
                <a:lnTo>
                  <a:pt x="3187" y="9771"/>
                </a:lnTo>
                <a:lnTo>
                  <a:pt x="3019" y="9784"/>
                </a:lnTo>
                <a:lnTo>
                  <a:pt x="2857" y="9797"/>
                </a:lnTo>
                <a:lnTo>
                  <a:pt x="2703" y="9836"/>
                </a:lnTo>
                <a:lnTo>
                  <a:pt x="2541" y="9888"/>
                </a:lnTo>
                <a:lnTo>
                  <a:pt x="2387" y="9953"/>
                </a:lnTo>
                <a:lnTo>
                  <a:pt x="2239" y="10031"/>
                </a:lnTo>
                <a:lnTo>
                  <a:pt x="1944" y="10240"/>
                </a:lnTo>
                <a:lnTo>
                  <a:pt x="1804" y="10357"/>
                </a:lnTo>
                <a:lnTo>
                  <a:pt x="1664" y="10487"/>
                </a:lnTo>
                <a:lnTo>
                  <a:pt x="1530" y="10631"/>
                </a:lnTo>
                <a:lnTo>
                  <a:pt x="1278" y="10943"/>
                </a:lnTo>
                <a:lnTo>
                  <a:pt x="1039" y="11308"/>
                </a:lnTo>
                <a:lnTo>
                  <a:pt x="934" y="11503"/>
                </a:lnTo>
                <a:lnTo>
                  <a:pt x="723" y="11920"/>
                </a:lnTo>
                <a:lnTo>
                  <a:pt x="632" y="12142"/>
                </a:lnTo>
                <a:lnTo>
                  <a:pt x="541" y="12376"/>
                </a:lnTo>
                <a:lnTo>
                  <a:pt x="456" y="12624"/>
                </a:lnTo>
                <a:lnTo>
                  <a:pt x="316" y="13119"/>
                </a:lnTo>
                <a:lnTo>
                  <a:pt x="246" y="13379"/>
                </a:lnTo>
                <a:lnTo>
                  <a:pt x="190" y="13653"/>
                </a:lnTo>
                <a:lnTo>
                  <a:pt x="140" y="13927"/>
                </a:lnTo>
                <a:lnTo>
                  <a:pt x="98" y="14213"/>
                </a:lnTo>
                <a:lnTo>
                  <a:pt x="63" y="14487"/>
                </a:lnTo>
                <a:lnTo>
                  <a:pt x="35" y="14786"/>
                </a:lnTo>
                <a:lnTo>
                  <a:pt x="14" y="15086"/>
                </a:lnTo>
                <a:lnTo>
                  <a:pt x="0" y="15386"/>
                </a:lnTo>
                <a:lnTo>
                  <a:pt x="0" y="15985"/>
                </a:lnTo>
                <a:lnTo>
                  <a:pt x="14" y="16285"/>
                </a:lnTo>
                <a:lnTo>
                  <a:pt x="35" y="16584"/>
                </a:lnTo>
                <a:lnTo>
                  <a:pt x="63" y="16871"/>
                </a:lnTo>
                <a:lnTo>
                  <a:pt x="98" y="17158"/>
                </a:lnTo>
                <a:lnTo>
                  <a:pt x="140" y="17444"/>
                </a:lnTo>
                <a:lnTo>
                  <a:pt x="190" y="17718"/>
                </a:lnTo>
                <a:lnTo>
                  <a:pt x="246" y="17991"/>
                </a:lnTo>
                <a:lnTo>
                  <a:pt x="316" y="18252"/>
                </a:lnTo>
                <a:lnTo>
                  <a:pt x="456" y="18747"/>
                </a:lnTo>
                <a:lnTo>
                  <a:pt x="541" y="18994"/>
                </a:lnTo>
                <a:lnTo>
                  <a:pt x="632" y="19229"/>
                </a:lnTo>
                <a:lnTo>
                  <a:pt x="723" y="19450"/>
                </a:lnTo>
                <a:lnTo>
                  <a:pt x="934" y="19867"/>
                </a:lnTo>
                <a:lnTo>
                  <a:pt x="1039" y="20063"/>
                </a:lnTo>
                <a:lnTo>
                  <a:pt x="1278" y="20428"/>
                </a:lnTo>
                <a:lnTo>
                  <a:pt x="1530" y="20740"/>
                </a:lnTo>
                <a:lnTo>
                  <a:pt x="1664" y="20883"/>
                </a:lnTo>
                <a:lnTo>
                  <a:pt x="1804" y="21014"/>
                </a:lnTo>
                <a:lnTo>
                  <a:pt x="1944" y="21131"/>
                </a:lnTo>
                <a:lnTo>
                  <a:pt x="2239" y="21339"/>
                </a:lnTo>
                <a:lnTo>
                  <a:pt x="2387" y="21418"/>
                </a:lnTo>
                <a:lnTo>
                  <a:pt x="2541" y="21483"/>
                </a:lnTo>
                <a:lnTo>
                  <a:pt x="2703" y="21535"/>
                </a:lnTo>
                <a:lnTo>
                  <a:pt x="2857" y="21574"/>
                </a:lnTo>
                <a:lnTo>
                  <a:pt x="3019" y="21587"/>
                </a:lnTo>
                <a:lnTo>
                  <a:pt x="3187" y="21600"/>
                </a:lnTo>
                <a:lnTo>
                  <a:pt x="19375" y="21600"/>
                </a:lnTo>
                <a:lnTo>
                  <a:pt x="19613" y="21548"/>
                </a:lnTo>
                <a:lnTo>
                  <a:pt x="19726" y="21509"/>
                </a:lnTo>
                <a:lnTo>
                  <a:pt x="19950" y="21405"/>
                </a:lnTo>
                <a:lnTo>
                  <a:pt x="20063" y="21339"/>
                </a:lnTo>
                <a:lnTo>
                  <a:pt x="20168" y="21261"/>
                </a:lnTo>
                <a:lnTo>
                  <a:pt x="20273" y="21170"/>
                </a:lnTo>
                <a:lnTo>
                  <a:pt x="20372" y="21079"/>
                </a:lnTo>
                <a:lnTo>
                  <a:pt x="20470" y="20975"/>
                </a:lnTo>
                <a:lnTo>
                  <a:pt x="20568" y="20857"/>
                </a:lnTo>
                <a:lnTo>
                  <a:pt x="20659" y="20740"/>
                </a:lnTo>
                <a:lnTo>
                  <a:pt x="20744" y="20610"/>
                </a:lnTo>
                <a:lnTo>
                  <a:pt x="20912" y="20323"/>
                </a:lnTo>
                <a:lnTo>
                  <a:pt x="21066" y="20011"/>
                </a:lnTo>
                <a:lnTo>
                  <a:pt x="21137" y="19854"/>
                </a:lnTo>
                <a:lnTo>
                  <a:pt x="21200" y="19685"/>
                </a:lnTo>
                <a:lnTo>
                  <a:pt x="21263" y="19503"/>
                </a:lnTo>
                <a:lnTo>
                  <a:pt x="21319" y="19320"/>
                </a:lnTo>
                <a:lnTo>
                  <a:pt x="21368" y="19138"/>
                </a:lnTo>
                <a:lnTo>
                  <a:pt x="21417" y="18942"/>
                </a:lnTo>
                <a:lnTo>
                  <a:pt x="21460" y="18747"/>
                </a:lnTo>
                <a:lnTo>
                  <a:pt x="21530" y="18330"/>
                </a:lnTo>
                <a:lnTo>
                  <a:pt x="21551" y="18122"/>
                </a:lnTo>
                <a:lnTo>
                  <a:pt x="21572" y="17900"/>
                </a:lnTo>
                <a:lnTo>
                  <a:pt x="21586" y="17692"/>
                </a:lnTo>
                <a:lnTo>
                  <a:pt x="21600" y="17470"/>
                </a:lnTo>
                <a:lnTo>
                  <a:pt x="21600" y="17027"/>
                </a:lnTo>
                <a:lnTo>
                  <a:pt x="21586" y="16806"/>
                </a:lnTo>
                <a:lnTo>
                  <a:pt x="21558" y="16389"/>
                </a:lnTo>
                <a:lnTo>
                  <a:pt x="21502" y="15972"/>
                </a:lnTo>
                <a:lnTo>
                  <a:pt x="21467" y="15777"/>
                </a:lnTo>
                <a:lnTo>
                  <a:pt x="21425" y="15581"/>
                </a:lnTo>
                <a:lnTo>
                  <a:pt x="21382" y="15399"/>
                </a:lnTo>
                <a:lnTo>
                  <a:pt x="21333" y="15216"/>
                </a:lnTo>
                <a:lnTo>
                  <a:pt x="21277" y="15034"/>
                </a:lnTo>
                <a:lnTo>
                  <a:pt x="21221" y="14865"/>
                </a:lnTo>
                <a:lnTo>
                  <a:pt x="21158" y="14695"/>
                </a:lnTo>
                <a:lnTo>
                  <a:pt x="21088" y="14526"/>
                </a:lnTo>
                <a:lnTo>
                  <a:pt x="21017" y="14370"/>
                </a:lnTo>
                <a:lnTo>
                  <a:pt x="20947" y="14226"/>
                </a:lnTo>
                <a:lnTo>
                  <a:pt x="20870" y="14083"/>
                </a:lnTo>
                <a:lnTo>
                  <a:pt x="20786" y="13940"/>
                </a:lnTo>
                <a:lnTo>
                  <a:pt x="20701" y="13809"/>
                </a:lnTo>
                <a:lnTo>
                  <a:pt x="20519" y="13575"/>
                </a:lnTo>
                <a:lnTo>
                  <a:pt x="20428" y="13471"/>
                </a:lnTo>
                <a:lnTo>
                  <a:pt x="20231" y="13288"/>
                </a:lnTo>
                <a:lnTo>
                  <a:pt x="20126" y="13197"/>
                </a:lnTo>
                <a:lnTo>
                  <a:pt x="19915" y="13067"/>
                </a:lnTo>
                <a:lnTo>
                  <a:pt x="19803" y="13015"/>
                </a:lnTo>
                <a:lnTo>
                  <a:pt x="19698" y="12963"/>
                </a:lnTo>
                <a:lnTo>
                  <a:pt x="19578" y="12937"/>
                </a:lnTo>
                <a:lnTo>
                  <a:pt x="19466" y="12910"/>
                </a:lnTo>
                <a:lnTo>
                  <a:pt x="19347" y="12897"/>
                </a:lnTo>
                <a:close/>
              </a:path>
            </a:pathLst>
          </a:cu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/>
            <a:tailEnd/>
          </a:ln>
          <a:effectLst/>
        </p:spPr>
        <p:txBody>
          <a:bodyPr wrap="none" lIns="182720" tIns="91360" rIns="182720" bIns="91360" anchor="ctr" anchorCtr="1"/>
          <a:lstStyle/>
          <a:p>
            <a:pPr marL="0" marR="0" lvl="0" indent="-313477" algn="ctr" defTabSz="2126872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1000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ea"/>
              <a:cs typeface="Arial" pitchFamily="34" charset="0"/>
              <a:sym typeface="Arial" panose="020B0604020202020204" pitchFamily="34" charset="0"/>
            </a:endParaRPr>
          </a:p>
        </p:txBody>
      </p:sp>
      <p:sp>
        <p:nvSpPr>
          <p:cNvPr id="197" name="Freeform 8">
            <a:extLst>
              <a:ext uri="{FF2B5EF4-FFF2-40B4-BE49-F238E27FC236}">
                <a16:creationId xmlns:a16="http://schemas.microsoft.com/office/drawing/2014/main" id="{4794EFEC-AD30-4D0F-97A7-E5BB4EAB2518}"/>
              </a:ext>
            </a:extLst>
          </p:cNvPr>
          <p:cNvSpPr/>
          <p:nvPr/>
        </p:nvSpPr>
        <p:spPr>
          <a:xfrm>
            <a:off x="7611937" y="5533622"/>
            <a:ext cx="502443" cy="261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47" y="12897"/>
                </a:moveTo>
                <a:lnTo>
                  <a:pt x="19319" y="12559"/>
                </a:lnTo>
                <a:lnTo>
                  <a:pt x="19276" y="12220"/>
                </a:lnTo>
                <a:lnTo>
                  <a:pt x="19227" y="11894"/>
                </a:lnTo>
                <a:lnTo>
                  <a:pt x="19115" y="11269"/>
                </a:lnTo>
                <a:lnTo>
                  <a:pt x="19045" y="10956"/>
                </a:lnTo>
                <a:lnTo>
                  <a:pt x="18968" y="10657"/>
                </a:lnTo>
                <a:lnTo>
                  <a:pt x="18883" y="10370"/>
                </a:lnTo>
                <a:lnTo>
                  <a:pt x="18792" y="10083"/>
                </a:lnTo>
                <a:lnTo>
                  <a:pt x="18694" y="9810"/>
                </a:lnTo>
                <a:lnTo>
                  <a:pt x="18483" y="9289"/>
                </a:lnTo>
                <a:lnTo>
                  <a:pt x="18371" y="9041"/>
                </a:lnTo>
                <a:lnTo>
                  <a:pt x="18245" y="8794"/>
                </a:lnTo>
                <a:lnTo>
                  <a:pt x="17992" y="8351"/>
                </a:lnTo>
                <a:lnTo>
                  <a:pt x="17851" y="8142"/>
                </a:lnTo>
                <a:lnTo>
                  <a:pt x="17571" y="7752"/>
                </a:lnTo>
                <a:lnTo>
                  <a:pt x="17262" y="7413"/>
                </a:lnTo>
                <a:lnTo>
                  <a:pt x="17107" y="7269"/>
                </a:lnTo>
                <a:lnTo>
                  <a:pt x="16939" y="7126"/>
                </a:lnTo>
                <a:lnTo>
                  <a:pt x="16777" y="6996"/>
                </a:lnTo>
                <a:lnTo>
                  <a:pt x="16609" y="6892"/>
                </a:lnTo>
                <a:lnTo>
                  <a:pt x="16433" y="6787"/>
                </a:lnTo>
                <a:lnTo>
                  <a:pt x="16258" y="6709"/>
                </a:lnTo>
                <a:lnTo>
                  <a:pt x="15893" y="6579"/>
                </a:lnTo>
                <a:lnTo>
                  <a:pt x="15710" y="6540"/>
                </a:lnTo>
                <a:lnTo>
                  <a:pt x="15331" y="6514"/>
                </a:lnTo>
                <a:lnTo>
                  <a:pt x="15100" y="6527"/>
                </a:lnTo>
                <a:lnTo>
                  <a:pt x="14868" y="6566"/>
                </a:lnTo>
                <a:lnTo>
                  <a:pt x="14784" y="6201"/>
                </a:lnTo>
                <a:lnTo>
                  <a:pt x="14685" y="5849"/>
                </a:lnTo>
                <a:lnTo>
                  <a:pt x="14587" y="5511"/>
                </a:lnTo>
                <a:lnTo>
                  <a:pt x="14482" y="5172"/>
                </a:lnTo>
                <a:lnTo>
                  <a:pt x="14370" y="4846"/>
                </a:lnTo>
                <a:lnTo>
                  <a:pt x="14250" y="4521"/>
                </a:lnTo>
                <a:lnTo>
                  <a:pt x="14124" y="4208"/>
                </a:lnTo>
                <a:lnTo>
                  <a:pt x="13998" y="3908"/>
                </a:lnTo>
                <a:lnTo>
                  <a:pt x="13857" y="3609"/>
                </a:lnTo>
                <a:lnTo>
                  <a:pt x="13717" y="3335"/>
                </a:lnTo>
                <a:lnTo>
                  <a:pt x="13569" y="3062"/>
                </a:lnTo>
                <a:lnTo>
                  <a:pt x="13415" y="2788"/>
                </a:lnTo>
                <a:lnTo>
                  <a:pt x="13260" y="2540"/>
                </a:lnTo>
                <a:lnTo>
                  <a:pt x="13099" y="2293"/>
                </a:lnTo>
                <a:lnTo>
                  <a:pt x="12931" y="2058"/>
                </a:lnTo>
                <a:lnTo>
                  <a:pt x="12762" y="1837"/>
                </a:lnTo>
                <a:lnTo>
                  <a:pt x="12587" y="1615"/>
                </a:lnTo>
                <a:lnTo>
                  <a:pt x="12404" y="1420"/>
                </a:lnTo>
                <a:lnTo>
                  <a:pt x="12222" y="1238"/>
                </a:lnTo>
                <a:lnTo>
                  <a:pt x="12032" y="1055"/>
                </a:lnTo>
                <a:lnTo>
                  <a:pt x="11639" y="743"/>
                </a:lnTo>
                <a:lnTo>
                  <a:pt x="11442" y="599"/>
                </a:lnTo>
                <a:lnTo>
                  <a:pt x="11035" y="365"/>
                </a:lnTo>
                <a:lnTo>
                  <a:pt x="10825" y="274"/>
                </a:lnTo>
                <a:lnTo>
                  <a:pt x="10614" y="195"/>
                </a:lnTo>
                <a:lnTo>
                  <a:pt x="10396" y="117"/>
                </a:lnTo>
                <a:lnTo>
                  <a:pt x="10179" y="65"/>
                </a:lnTo>
                <a:lnTo>
                  <a:pt x="9961" y="26"/>
                </a:lnTo>
                <a:lnTo>
                  <a:pt x="9736" y="0"/>
                </a:lnTo>
                <a:lnTo>
                  <a:pt x="9512" y="0"/>
                </a:lnTo>
                <a:lnTo>
                  <a:pt x="9231" y="13"/>
                </a:lnTo>
                <a:lnTo>
                  <a:pt x="8950" y="52"/>
                </a:lnTo>
                <a:lnTo>
                  <a:pt x="8677" y="104"/>
                </a:lnTo>
                <a:lnTo>
                  <a:pt x="8403" y="195"/>
                </a:lnTo>
                <a:lnTo>
                  <a:pt x="8136" y="300"/>
                </a:lnTo>
                <a:lnTo>
                  <a:pt x="7869" y="430"/>
                </a:lnTo>
                <a:lnTo>
                  <a:pt x="7609" y="586"/>
                </a:lnTo>
                <a:lnTo>
                  <a:pt x="7357" y="756"/>
                </a:lnTo>
                <a:lnTo>
                  <a:pt x="7111" y="951"/>
                </a:lnTo>
                <a:lnTo>
                  <a:pt x="6872" y="1172"/>
                </a:lnTo>
                <a:lnTo>
                  <a:pt x="6641" y="1407"/>
                </a:lnTo>
                <a:lnTo>
                  <a:pt x="6409" y="1668"/>
                </a:lnTo>
                <a:lnTo>
                  <a:pt x="6191" y="1928"/>
                </a:lnTo>
                <a:lnTo>
                  <a:pt x="5974" y="2228"/>
                </a:lnTo>
                <a:lnTo>
                  <a:pt x="5770" y="2527"/>
                </a:lnTo>
                <a:lnTo>
                  <a:pt x="5567" y="2853"/>
                </a:lnTo>
                <a:lnTo>
                  <a:pt x="5377" y="3192"/>
                </a:lnTo>
                <a:lnTo>
                  <a:pt x="5195" y="3557"/>
                </a:lnTo>
                <a:lnTo>
                  <a:pt x="5026" y="3921"/>
                </a:lnTo>
                <a:lnTo>
                  <a:pt x="4865" y="4312"/>
                </a:lnTo>
                <a:lnTo>
                  <a:pt x="4703" y="4716"/>
                </a:lnTo>
                <a:lnTo>
                  <a:pt x="4563" y="5120"/>
                </a:lnTo>
                <a:lnTo>
                  <a:pt x="4430" y="5550"/>
                </a:lnTo>
                <a:lnTo>
                  <a:pt x="4303" y="5993"/>
                </a:lnTo>
                <a:lnTo>
                  <a:pt x="4191" y="6436"/>
                </a:lnTo>
                <a:lnTo>
                  <a:pt x="4086" y="6892"/>
                </a:lnTo>
                <a:lnTo>
                  <a:pt x="3994" y="7374"/>
                </a:lnTo>
                <a:lnTo>
                  <a:pt x="3917" y="7843"/>
                </a:lnTo>
                <a:lnTo>
                  <a:pt x="3847" y="8338"/>
                </a:lnTo>
                <a:lnTo>
                  <a:pt x="3791" y="8833"/>
                </a:lnTo>
                <a:lnTo>
                  <a:pt x="3749" y="9341"/>
                </a:lnTo>
                <a:lnTo>
                  <a:pt x="3713" y="9862"/>
                </a:lnTo>
                <a:lnTo>
                  <a:pt x="3587" y="9823"/>
                </a:lnTo>
                <a:lnTo>
                  <a:pt x="3320" y="9771"/>
                </a:lnTo>
                <a:lnTo>
                  <a:pt x="3187" y="9771"/>
                </a:lnTo>
                <a:lnTo>
                  <a:pt x="3019" y="9784"/>
                </a:lnTo>
                <a:lnTo>
                  <a:pt x="2857" y="9797"/>
                </a:lnTo>
                <a:lnTo>
                  <a:pt x="2703" y="9836"/>
                </a:lnTo>
                <a:lnTo>
                  <a:pt x="2541" y="9888"/>
                </a:lnTo>
                <a:lnTo>
                  <a:pt x="2387" y="9953"/>
                </a:lnTo>
                <a:lnTo>
                  <a:pt x="2239" y="10031"/>
                </a:lnTo>
                <a:lnTo>
                  <a:pt x="1944" y="10240"/>
                </a:lnTo>
                <a:lnTo>
                  <a:pt x="1804" y="10357"/>
                </a:lnTo>
                <a:lnTo>
                  <a:pt x="1664" y="10487"/>
                </a:lnTo>
                <a:lnTo>
                  <a:pt x="1530" y="10631"/>
                </a:lnTo>
                <a:lnTo>
                  <a:pt x="1278" y="10943"/>
                </a:lnTo>
                <a:lnTo>
                  <a:pt x="1039" y="11308"/>
                </a:lnTo>
                <a:lnTo>
                  <a:pt x="934" y="11503"/>
                </a:lnTo>
                <a:lnTo>
                  <a:pt x="723" y="11920"/>
                </a:lnTo>
                <a:lnTo>
                  <a:pt x="632" y="12142"/>
                </a:lnTo>
                <a:lnTo>
                  <a:pt x="541" y="12376"/>
                </a:lnTo>
                <a:lnTo>
                  <a:pt x="456" y="12624"/>
                </a:lnTo>
                <a:lnTo>
                  <a:pt x="316" y="13119"/>
                </a:lnTo>
                <a:lnTo>
                  <a:pt x="246" y="13379"/>
                </a:lnTo>
                <a:lnTo>
                  <a:pt x="190" y="13653"/>
                </a:lnTo>
                <a:lnTo>
                  <a:pt x="140" y="13927"/>
                </a:lnTo>
                <a:lnTo>
                  <a:pt x="98" y="14213"/>
                </a:lnTo>
                <a:lnTo>
                  <a:pt x="63" y="14487"/>
                </a:lnTo>
                <a:lnTo>
                  <a:pt x="35" y="14786"/>
                </a:lnTo>
                <a:lnTo>
                  <a:pt x="14" y="15086"/>
                </a:lnTo>
                <a:lnTo>
                  <a:pt x="0" y="15386"/>
                </a:lnTo>
                <a:lnTo>
                  <a:pt x="0" y="15985"/>
                </a:lnTo>
                <a:lnTo>
                  <a:pt x="14" y="16285"/>
                </a:lnTo>
                <a:lnTo>
                  <a:pt x="35" y="16584"/>
                </a:lnTo>
                <a:lnTo>
                  <a:pt x="63" y="16871"/>
                </a:lnTo>
                <a:lnTo>
                  <a:pt x="98" y="17158"/>
                </a:lnTo>
                <a:lnTo>
                  <a:pt x="140" y="17444"/>
                </a:lnTo>
                <a:lnTo>
                  <a:pt x="190" y="17718"/>
                </a:lnTo>
                <a:lnTo>
                  <a:pt x="246" y="17991"/>
                </a:lnTo>
                <a:lnTo>
                  <a:pt x="316" y="18252"/>
                </a:lnTo>
                <a:lnTo>
                  <a:pt x="456" y="18747"/>
                </a:lnTo>
                <a:lnTo>
                  <a:pt x="541" y="18994"/>
                </a:lnTo>
                <a:lnTo>
                  <a:pt x="632" y="19229"/>
                </a:lnTo>
                <a:lnTo>
                  <a:pt x="723" y="19450"/>
                </a:lnTo>
                <a:lnTo>
                  <a:pt x="934" y="19867"/>
                </a:lnTo>
                <a:lnTo>
                  <a:pt x="1039" y="20063"/>
                </a:lnTo>
                <a:lnTo>
                  <a:pt x="1278" y="20428"/>
                </a:lnTo>
                <a:lnTo>
                  <a:pt x="1530" y="20740"/>
                </a:lnTo>
                <a:lnTo>
                  <a:pt x="1664" y="20883"/>
                </a:lnTo>
                <a:lnTo>
                  <a:pt x="1804" y="21014"/>
                </a:lnTo>
                <a:lnTo>
                  <a:pt x="1944" y="21131"/>
                </a:lnTo>
                <a:lnTo>
                  <a:pt x="2239" y="21339"/>
                </a:lnTo>
                <a:lnTo>
                  <a:pt x="2387" y="21418"/>
                </a:lnTo>
                <a:lnTo>
                  <a:pt x="2541" y="21483"/>
                </a:lnTo>
                <a:lnTo>
                  <a:pt x="2703" y="21535"/>
                </a:lnTo>
                <a:lnTo>
                  <a:pt x="2857" y="21574"/>
                </a:lnTo>
                <a:lnTo>
                  <a:pt x="3019" y="21587"/>
                </a:lnTo>
                <a:lnTo>
                  <a:pt x="3187" y="21600"/>
                </a:lnTo>
                <a:lnTo>
                  <a:pt x="19375" y="21600"/>
                </a:lnTo>
                <a:lnTo>
                  <a:pt x="19613" y="21548"/>
                </a:lnTo>
                <a:lnTo>
                  <a:pt x="19726" y="21509"/>
                </a:lnTo>
                <a:lnTo>
                  <a:pt x="19950" y="21405"/>
                </a:lnTo>
                <a:lnTo>
                  <a:pt x="20063" y="21339"/>
                </a:lnTo>
                <a:lnTo>
                  <a:pt x="20168" y="21261"/>
                </a:lnTo>
                <a:lnTo>
                  <a:pt x="20273" y="21170"/>
                </a:lnTo>
                <a:lnTo>
                  <a:pt x="20372" y="21079"/>
                </a:lnTo>
                <a:lnTo>
                  <a:pt x="20470" y="20975"/>
                </a:lnTo>
                <a:lnTo>
                  <a:pt x="20568" y="20857"/>
                </a:lnTo>
                <a:lnTo>
                  <a:pt x="20659" y="20740"/>
                </a:lnTo>
                <a:lnTo>
                  <a:pt x="20744" y="20610"/>
                </a:lnTo>
                <a:lnTo>
                  <a:pt x="20912" y="20323"/>
                </a:lnTo>
                <a:lnTo>
                  <a:pt x="21066" y="20011"/>
                </a:lnTo>
                <a:lnTo>
                  <a:pt x="21137" y="19854"/>
                </a:lnTo>
                <a:lnTo>
                  <a:pt x="21200" y="19685"/>
                </a:lnTo>
                <a:lnTo>
                  <a:pt x="21263" y="19503"/>
                </a:lnTo>
                <a:lnTo>
                  <a:pt x="21319" y="19320"/>
                </a:lnTo>
                <a:lnTo>
                  <a:pt x="21368" y="19138"/>
                </a:lnTo>
                <a:lnTo>
                  <a:pt x="21417" y="18942"/>
                </a:lnTo>
                <a:lnTo>
                  <a:pt x="21460" y="18747"/>
                </a:lnTo>
                <a:lnTo>
                  <a:pt x="21530" y="18330"/>
                </a:lnTo>
                <a:lnTo>
                  <a:pt x="21551" y="18122"/>
                </a:lnTo>
                <a:lnTo>
                  <a:pt x="21572" y="17900"/>
                </a:lnTo>
                <a:lnTo>
                  <a:pt x="21586" y="17692"/>
                </a:lnTo>
                <a:lnTo>
                  <a:pt x="21600" y="17470"/>
                </a:lnTo>
                <a:lnTo>
                  <a:pt x="21600" y="17027"/>
                </a:lnTo>
                <a:lnTo>
                  <a:pt x="21586" y="16806"/>
                </a:lnTo>
                <a:lnTo>
                  <a:pt x="21558" y="16389"/>
                </a:lnTo>
                <a:lnTo>
                  <a:pt x="21502" y="15972"/>
                </a:lnTo>
                <a:lnTo>
                  <a:pt x="21467" y="15777"/>
                </a:lnTo>
                <a:lnTo>
                  <a:pt x="21425" y="15581"/>
                </a:lnTo>
                <a:lnTo>
                  <a:pt x="21382" y="15399"/>
                </a:lnTo>
                <a:lnTo>
                  <a:pt x="21333" y="15216"/>
                </a:lnTo>
                <a:lnTo>
                  <a:pt x="21277" y="15034"/>
                </a:lnTo>
                <a:lnTo>
                  <a:pt x="21221" y="14865"/>
                </a:lnTo>
                <a:lnTo>
                  <a:pt x="21158" y="14695"/>
                </a:lnTo>
                <a:lnTo>
                  <a:pt x="21088" y="14526"/>
                </a:lnTo>
                <a:lnTo>
                  <a:pt x="21017" y="14370"/>
                </a:lnTo>
                <a:lnTo>
                  <a:pt x="20947" y="14226"/>
                </a:lnTo>
                <a:lnTo>
                  <a:pt x="20870" y="14083"/>
                </a:lnTo>
                <a:lnTo>
                  <a:pt x="20786" y="13940"/>
                </a:lnTo>
                <a:lnTo>
                  <a:pt x="20701" y="13809"/>
                </a:lnTo>
                <a:lnTo>
                  <a:pt x="20519" y="13575"/>
                </a:lnTo>
                <a:lnTo>
                  <a:pt x="20428" y="13471"/>
                </a:lnTo>
                <a:lnTo>
                  <a:pt x="20231" y="13288"/>
                </a:lnTo>
                <a:lnTo>
                  <a:pt x="20126" y="13197"/>
                </a:lnTo>
                <a:lnTo>
                  <a:pt x="19915" y="13067"/>
                </a:lnTo>
                <a:lnTo>
                  <a:pt x="19803" y="13015"/>
                </a:lnTo>
                <a:lnTo>
                  <a:pt x="19698" y="12963"/>
                </a:lnTo>
                <a:lnTo>
                  <a:pt x="19578" y="12937"/>
                </a:lnTo>
                <a:lnTo>
                  <a:pt x="19466" y="12910"/>
                </a:lnTo>
                <a:lnTo>
                  <a:pt x="19347" y="12897"/>
                </a:lnTo>
                <a:close/>
              </a:path>
            </a:pathLst>
          </a:cu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round/>
            <a:headEnd/>
            <a:tailEnd/>
          </a:ln>
          <a:effectLst/>
        </p:spPr>
        <p:txBody>
          <a:bodyPr wrap="none" lIns="182720" tIns="91360" rIns="182720" bIns="91360" anchor="ctr" anchorCtr="1"/>
          <a:lstStyle/>
          <a:p>
            <a:pPr marL="0" marR="0" lvl="0" indent="-313477" algn="ctr" defTabSz="2126872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1000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ea"/>
              <a:cs typeface="Arial" pitchFamily="34" charset="0"/>
              <a:sym typeface="Arial" panose="020B0604020202020204" pitchFamily="34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1CEEC346-2615-408C-B097-2A6813840307}"/>
              </a:ext>
            </a:extLst>
          </p:cNvPr>
          <p:cNvSpPr txBox="1"/>
          <p:nvPr/>
        </p:nvSpPr>
        <p:spPr>
          <a:xfrm>
            <a:off x="3818380" y="1972657"/>
            <a:ext cx="2160000" cy="720000"/>
          </a:xfrm>
          <a:prstGeom prst="ellips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txBody>
          <a:bodyPr wrap="none" lIns="0" tIns="0" rIns="0" bIns="0">
            <a:noAutofit/>
          </a:bodyPr>
          <a:lstStyle>
            <a:defPPr>
              <a:defRPr lang="zh-CN"/>
            </a:defPPr>
            <a:lvl1pPr lvl="0" algn="ctr" defTabSz="914583">
              <a:defRPr sz="1600" b="1" kern="0">
                <a:solidFill>
                  <a:srgbClr val="00B050"/>
                </a:solidFill>
                <a:latin typeface="微软雅黑"/>
                <a:ea typeface="微软雅黑"/>
              </a:defRPr>
            </a:lvl1pPr>
          </a:lstStyle>
          <a:p>
            <a:pPr lvl="0">
              <a:defRPr/>
            </a:pPr>
            <a:r>
              <a:rPr lang="zh-CN" altLang="en-US" sz="1100" dirty="0">
                <a:solidFill>
                  <a:srgbClr val="1D1D1A"/>
                </a:solidFill>
                <a:latin typeface="+mn-ea"/>
                <a:ea typeface="+mn-ea"/>
              </a:rPr>
              <a:t>项目</a:t>
            </a:r>
            <a:r>
              <a:rPr lang="en-US" altLang="zh-CN" sz="1100" dirty="0">
                <a:solidFill>
                  <a:srgbClr val="1D1D1A"/>
                </a:solidFill>
                <a:latin typeface="+mn-ea"/>
                <a:ea typeface="+mn-ea"/>
              </a:rPr>
              <a:t>2</a:t>
            </a:r>
            <a:r>
              <a:rPr lang="zh-CN" altLang="en-US" sz="1100" dirty="0">
                <a:solidFill>
                  <a:srgbClr val="1D1D1A"/>
                </a:solidFill>
                <a:latin typeface="+mn-ea"/>
                <a:ea typeface="+mn-ea"/>
              </a:rPr>
              <a:t>标题</a:t>
            </a: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4C7FF946-597B-4CEC-ADCF-EFCB1CC50078}"/>
              </a:ext>
            </a:extLst>
          </p:cNvPr>
          <p:cNvSpPr txBox="1"/>
          <p:nvPr/>
        </p:nvSpPr>
        <p:spPr>
          <a:xfrm>
            <a:off x="6146380" y="1972657"/>
            <a:ext cx="2160000" cy="720000"/>
          </a:xfrm>
          <a:prstGeom prst="ellips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txBody>
          <a:bodyPr wrap="none" lIns="0" tIns="0" rIns="0" bIns="0">
            <a:noAutofit/>
          </a:bodyPr>
          <a:lstStyle>
            <a:defPPr>
              <a:defRPr lang="zh-CN"/>
            </a:defPPr>
            <a:lvl1pPr lvl="0" algn="ctr" defTabSz="914583">
              <a:defRPr sz="1600" b="1" kern="0">
                <a:solidFill>
                  <a:srgbClr val="00B050"/>
                </a:solidFill>
                <a:latin typeface="微软雅黑"/>
                <a:ea typeface="微软雅黑"/>
              </a:defRPr>
            </a:lvl1pPr>
          </a:lstStyle>
          <a:p>
            <a:pPr lvl="0">
              <a:defRPr/>
            </a:pPr>
            <a:r>
              <a:rPr lang="zh-CN" altLang="en-US" sz="1100" dirty="0">
                <a:solidFill>
                  <a:srgbClr val="1D1D1A"/>
                </a:solidFill>
                <a:latin typeface="+mn-ea"/>
                <a:ea typeface="+mn-ea"/>
              </a:rPr>
              <a:t>项目</a:t>
            </a:r>
            <a:r>
              <a:rPr lang="en-US" altLang="zh-CN" sz="1100" dirty="0">
                <a:solidFill>
                  <a:srgbClr val="1D1D1A"/>
                </a:solidFill>
                <a:latin typeface="+mn-ea"/>
                <a:ea typeface="+mn-ea"/>
              </a:rPr>
              <a:t>3</a:t>
            </a:r>
            <a:r>
              <a:rPr lang="zh-CN" altLang="en-US" sz="1100" dirty="0">
                <a:solidFill>
                  <a:srgbClr val="1D1D1A"/>
                </a:solidFill>
                <a:latin typeface="+mn-ea"/>
                <a:ea typeface="+mn-ea"/>
              </a:rPr>
              <a:t>标题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BB0D241-8B08-4A8A-8794-E84607192909}"/>
              </a:ext>
            </a:extLst>
          </p:cNvPr>
          <p:cNvSpPr txBox="1"/>
          <p:nvPr/>
        </p:nvSpPr>
        <p:spPr>
          <a:xfrm>
            <a:off x="8474380" y="1972657"/>
            <a:ext cx="2160000" cy="720000"/>
          </a:xfrm>
          <a:prstGeom prst="ellips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txBody>
          <a:bodyPr wrap="none" lIns="0" tIns="0" rIns="0" bIns="0">
            <a:noAutofit/>
          </a:bodyPr>
          <a:lstStyle>
            <a:defPPr>
              <a:defRPr lang="en-US"/>
            </a:defPPr>
            <a:lvl1pPr lvl="0" algn="ctr" defTabSz="914583">
              <a:defRPr sz="14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sz="1100" dirty="0">
                <a:latin typeface="+mn-ea"/>
                <a:ea typeface="+mn-ea"/>
              </a:rPr>
              <a:t>项目</a:t>
            </a:r>
            <a:r>
              <a:rPr lang="en-US" altLang="zh-CN" sz="1100" dirty="0">
                <a:latin typeface="+mn-ea"/>
                <a:ea typeface="+mn-ea"/>
              </a:rPr>
              <a:t>4</a:t>
            </a:r>
            <a:r>
              <a:rPr lang="zh-CN" altLang="en-US" sz="1100" dirty="0">
                <a:latin typeface="+mn-ea"/>
                <a:ea typeface="+mn-ea"/>
              </a:rPr>
              <a:t>标题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90E92EE7-BCC8-41A4-86A9-EC6F28FE081D}"/>
              </a:ext>
            </a:extLst>
          </p:cNvPr>
          <p:cNvSpPr txBox="1"/>
          <p:nvPr/>
        </p:nvSpPr>
        <p:spPr>
          <a:xfrm>
            <a:off x="1490380" y="1972657"/>
            <a:ext cx="2160000" cy="720000"/>
          </a:xfrm>
          <a:prstGeom prst="ellipse">
            <a:avLst/>
          </a:prstGeom>
          <a:ln>
            <a:solidFill>
              <a:schemeClr val="bg1">
                <a:lumMod val="60000"/>
                <a:lumOff val="40000"/>
              </a:schemeClr>
            </a:solidFill>
            <a:prstDash val="dash"/>
          </a:ln>
        </p:spPr>
        <p:txBody>
          <a:bodyPr wrap="none" lIns="0" tIns="0" rIns="0" bIns="0">
            <a:noAutofit/>
          </a:bodyPr>
          <a:lstStyle>
            <a:defPPr>
              <a:defRPr lang="zh-CN"/>
            </a:defPPr>
            <a:lvl1pPr lvl="0" algn="ctr" defTabSz="914583">
              <a:defRPr sz="1600" b="1" kern="0">
                <a:solidFill>
                  <a:srgbClr val="00B050"/>
                </a:solidFill>
                <a:latin typeface="微软雅黑"/>
                <a:ea typeface="微软雅黑"/>
              </a:defRPr>
            </a:lvl1pPr>
          </a:lstStyle>
          <a:p>
            <a:pPr lvl="0">
              <a:defRPr/>
            </a:pPr>
            <a:r>
              <a:rPr lang="zh-CN" altLang="en-US" sz="1100" dirty="0">
                <a:solidFill>
                  <a:srgbClr val="1D1D1A"/>
                </a:solidFill>
                <a:latin typeface="+mn-ea"/>
                <a:ea typeface="+mn-ea"/>
              </a:rPr>
              <a:t>项目</a:t>
            </a:r>
            <a:r>
              <a:rPr lang="en-US" altLang="zh-CN" sz="1100" dirty="0">
                <a:solidFill>
                  <a:srgbClr val="1D1D1A"/>
                </a:solidFill>
                <a:latin typeface="+mn-ea"/>
                <a:ea typeface="+mn-ea"/>
              </a:rPr>
              <a:t>1</a:t>
            </a:r>
            <a:r>
              <a:rPr lang="zh-CN" altLang="en-US" sz="1100" dirty="0">
                <a:solidFill>
                  <a:srgbClr val="1D1D1A"/>
                </a:solidFill>
                <a:latin typeface="+mn-ea"/>
                <a:ea typeface="+mn-ea"/>
              </a:rPr>
              <a:t>标题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6F829402-BE1C-4C17-82A7-91A1191CDAB7}"/>
              </a:ext>
            </a:extLst>
          </p:cNvPr>
          <p:cNvSpPr/>
          <p:nvPr/>
        </p:nvSpPr>
        <p:spPr>
          <a:xfrm>
            <a:off x="11030380" y="908050"/>
            <a:ext cx="648000" cy="920607"/>
          </a:xfrm>
          <a:prstGeom prst="rect">
            <a:avLst/>
          </a:prstGeom>
          <a:gradFill>
            <a:gsLst>
              <a:gs pos="100000">
                <a:schemeClr val="tx2">
                  <a:lumMod val="95000"/>
                  <a:alpha val="0"/>
                </a:schemeClr>
              </a:gs>
              <a:gs pos="40000">
                <a:schemeClr val="tx2">
                  <a:lumMod val="95000"/>
                </a:schemeClr>
              </a:gs>
            </a:gsLst>
            <a:lin ang="5400000" scaled="0"/>
          </a:gradFill>
          <a:ln w="6350">
            <a:gradFill>
              <a:gsLst>
                <a:gs pos="40000">
                  <a:schemeClr val="bg1">
                    <a:lumMod val="40000"/>
                    <a:lumOff val="60000"/>
                  </a:schemeClr>
                </a:gs>
                <a:gs pos="96000">
                  <a:schemeClr val="bg1">
                    <a:lumMod val="40000"/>
                    <a:lumOff val="6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28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8" name="矩形 130">
            <a:extLst>
              <a:ext uri="{FF2B5EF4-FFF2-40B4-BE49-F238E27FC236}">
                <a16:creationId xmlns:a16="http://schemas.microsoft.com/office/drawing/2014/main" id="{57FE78DB-82BF-4E5B-8BFF-321AE8EE8AFA}"/>
              </a:ext>
            </a:extLst>
          </p:cNvPr>
          <p:cNvSpPr/>
          <p:nvPr/>
        </p:nvSpPr>
        <p:spPr>
          <a:xfrm>
            <a:off x="762964" y="1403102"/>
            <a:ext cx="230832" cy="276999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应用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75000"/>
                </a:srgb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领域</a:t>
            </a: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4E1BB9BD-DE05-4C3B-9BBE-E83A0F8F4814}"/>
              </a:ext>
            </a:extLst>
          </p:cNvPr>
          <p:cNvSpPr/>
          <p:nvPr/>
        </p:nvSpPr>
        <p:spPr>
          <a:xfrm>
            <a:off x="762964" y="3636673"/>
            <a:ext cx="230832" cy="138499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平台</a:t>
            </a: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1E31B308-DCDC-4737-AA52-46CB64601C34}"/>
              </a:ext>
            </a:extLst>
          </p:cNvPr>
          <p:cNvSpPr/>
          <p:nvPr/>
        </p:nvSpPr>
        <p:spPr>
          <a:xfrm>
            <a:off x="532132" y="5256971"/>
            <a:ext cx="692497" cy="276999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底座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75000"/>
                </a:srgb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（算力底座）</a:t>
            </a: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EFDD8A4F-C94F-4797-9E1E-A8E2E7D11837}"/>
              </a:ext>
            </a:extLst>
          </p:cNvPr>
          <p:cNvSpPr/>
          <p:nvPr/>
        </p:nvSpPr>
        <p:spPr>
          <a:xfrm>
            <a:off x="762964" y="2481665"/>
            <a:ext cx="230832" cy="138499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中心</a:t>
            </a:r>
          </a:p>
        </p:txBody>
      </p:sp>
      <p:sp>
        <p:nvSpPr>
          <p:cNvPr id="212" name="矩形 130">
            <a:extLst>
              <a:ext uri="{FF2B5EF4-FFF2-40B4-BE49-F238E27FC236}">
                <a16:creationId xmlns:a16="http://schemas.microsoft.com/office/drawing/2014/main" id="{E56DB822-196D-4B2D-AE79-F37478CB7CEE}"/>
              </a:ext>
            </a:extLst>
          </p:cNvPr>
          <p:cNvSpPr/>
          <p:nvPr/>
        </p:nvSpPr>
        <p:spPr>
          <a:xfrm>
            <a:off x="11242043" y="1403102"/>
            <a:ext cx="230832" cy="276999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规范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75000"/>
                </a:srgb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体系</a:t>
            </a:r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4EE337CD-E241-4429-AEED-E6FDE53B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层型架构</a:t>
            </a:r>
            <a:r>
              <a:rPr lang="en-US" altLang="zh-CN" sz="2000" dirty="0">
                <a:latin typeface="+mn-ea"/>
                <a:ea typeface="+mn-ea"/>
              </a:rPr>
              <a:t>2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33C5FFD-AA6E-4285-88B9-AA1472F2F22F}"/>
              </a:ext>
            </a:extLst>
          </p:cNvPr>
          <p:cNvGrpSpPr/>
          <p:nvPr/>
        </p:nvGrpSpPr>
        <p:grpSpPr>
          <a:xfrm>
            <a:off x="1526380" y="1358298"/>
            <a:ext cx="1944000" cy="216000"/>
            <a:chOff x="1482964" y="1393343"/>
            <a:chExt cx="1927878" cy="216000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9E43F1F4-9073-4134-BD5F-5F7ACEDD1EEF}"/>
                </a:ext>
              </a:extLst>
            </p:cNvPr>
            <p:cNvSpPr/>
            <p:nvPr/>
          </p:nvSpPr>
          <p:spPr>
            <a:xfrm>
              <a:off x="1482964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E5996DAC-0ACB-46AE-A607-5B7BCD992274}"/>
                </a:ext>
              </a:extLst>
            </p:cNvPr>
            <p:cNvSpPr/>
            <p:nvPr/>
          </p:nvSpPr>
          <p:spPr>
            <a:xfrm>
              <a:off x="2158903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AB66C76-6C04-412F-98AC-3079DB5777FC}"/>
                </a:ext>
              </a:extLst>
            </p:cNvPr>
            <p:cNvSpPr/>
            <p:nvPr/>
          </p:nvSpPr>
          <p:spPr>
            <a:xfrm>
              <a:off x="2834842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 dirty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C165DF56-06ED-4FE3-A3D4-7207EFD96C0F}"/>
              </a:ext>
            </a:extLst>
          </p:cNvPr>
          <p:cNvGrpSpPr/>
          <p:nvPr/>
        </p:nvGrpSpPr>
        <p:grpSpPr>
          <a:xfrm>
            <a:off x="3902380" y="1358298"/>
            <a:ext cx="2736000" cy="216000"/>
            <a:chOff x="1482964" y="1393343"/>
            <a:chExt cx="2598532" cy="2160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48B8E33-11EB-49DA-B36E-06385D13778B}"/>
                </a:ext>
              </a:extLst>
            </p:cNvPr>
            <p:cNvSpPr/>
            <p:nvPr/>
          </p:nvSpPr>
          <p:spPr>
            <a:xfrm>
              <a:off x="1482964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 dirty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16349630-BAB5-4C67-A23F-EC89C6EBD2F2}"/>
                </a:ext>
              </a:extLst>
            </p:cNvPr>
            <p:cNvSpPr/>
            <p:nvPr/>
          </p:nvSpPr>
          <p:spPr>
            <a:xfrm>
              <a:off x="2158903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113CF620-386A-491B-83D5-360F602CBC87}"/>
                </a:ext>
              </a:extLst>
            </p:cNvPr>
            <p:cNvSpPr/>
            <p:nvPr/>
          </p:nvSpPr>
          <p:spPr>
            <a:xfrm>
              <a:off x="2834842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CB784C99-EA68-4054-805F-9F838328086E}"/>
                </a:ext>
              </a:extLst>
            </p:cNvPr>
            <p:cNvSpPr/>
            <p:nvPr/>
          </p:nvSpPr>
          <p:spPr>
            <a:xfrm>
              <a:off x="3505496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D825260-1D6B-47D6-A0EC-67AC73468AEA}"/>
              </a:ext>
            </a:extLst>
          </p:cNvPr>
          <p:cNvGrpSpPr/>
          <p:nvPr/>
        </p:nvGrpSpPr>
        <p:grpSpPr>
          <a:xfrm>
            <a:off x="7070376" y="1358298"/>
            <a:ext cx="3060000" cy="216000"/>
            <a:chOff x="1482964" y="1393343"/>
            <a:chExt cx="3266194" cy="216000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074FB0A8-E6D9-4D24-91FC-228523DEA8C9}"/>
                </a:ext>
              </a:extLst>
            </p:cNvPr>
            <p:cNvSpPr/>
            <p:nvPr/>
          </p:nvSpPr>
          <p:spPr>
            <a:xfrm>
              <a:off x="1482964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4BF28446-1335-476E-BD5E-DD5D12E92370}"/>
                </a:ext>
              </a:extLst>
            </p:cNvPr>
            <p:cNvSpPr/>
            <p:nvPr/>
          </p:nvSpPr>
          <p:spPr>
            <a:xfrm>
              <a:off x="2155513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0FBBFEED-1362-40BD-B43D-803CB20FDE70}"/>
                </a:ext>
              </a:extLst>
            </p:cNvPr>
            <p:cNvSpPr/>
            <p:nvPr/>
          </p:nvSpPr>
          <p:spPr>
            <a:xfrm>
              <a:off x="2828061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8FD9162E-C7C3-4319-ADA8-3F5FA7817980}"/>
                </a:ext>
              </a:extLst>
            </p:cNvPr>
            <p:cNvSpPr/>
            <p:nvPr/>
          </p:nvSpPr>
          <p:spPr>
            <a:xfrm>
              <a:off x="3500610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A3F01C26-D238-491B-A78D-7B20A0826CBF}"/>
                </a:ext>
              </a:extLst>
            </p:cNvPr>
            <p:cNvSpPr/>
            <p:nvPr/>
          </p:nvSpPr>
          <p:spPr>
            <a:xfrm>
              <a:off x="4173158" y="1393343"/>
              <a:ext cx="576000" cy="216000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  <a:alpha val="67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 defTabSz="914400"/>
              <a:r>
                <a:rPr lang="zh-CN" altLang="en-US" sz="800" kern="0">
                  <a:latin typeface="+mn-ea"/>
                </a:rPr>
                <a:t>内容样式</a:t>
              </a:r>
              <a:endParaRPr lang="en-US" altLang="zh-CN" sz="800" kern="0" dirty="0">
                <a:latin typeface="+mn-ea"/>
              </a:endParaRPr>
            </a:p>
          </p:txBody>
        </p:sp>
      </p:grpSp>
      <p:sp>
        <p:nvSpPr>
          <p:cNvPr id="112" name="矩形 111">
            <a:extLst>
              <a:ext uri="{FF2B5EF4-FFF2-40B4-BE49-F238E27FC236}">
                <a16:creationId xmlns:a16="http://schemas.microsoft.com/office/drawing/2014/main" id="{61BAD3EF-4C75-44C4-AE92-EB69709D0517}"/>
              </a:ext>
            </a:extLst>
          </p:cNvPr>
          <p:cNvSpPr/>
          <p:nvPr/>
        </p:nvSpPr>
        <p:spPr>
          <a:xfrm>
            <a:off x="8690380" y="2348904"/>
            <a:ext cx="1728000" cy="157287"/>
          </a:xfrm>
          <a:prstGeom prst="rect">
            <a:avLst/>
          </a:prstGeom>
          <a:ln>
            <a:noFill/>
            <a:prstDash val="dash"/>
          </a:ln>
        </p:spPr>
        <p:txBody>
          <a:bodyPr wrap="square" lIns="0" tIns="0" rIns="0" bIns="0">
            <a:spAutoFit/>
          </a:bodyPr>
          <a:lstStyle/>
          <a:p>
            <a:pPr lvl="0" algn="ctr" defTabSz="1218590">
              <a:lnSpc>
                <a:spcPct val="125000"/>
              </a:lnSpc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</a:rPr>
              <a:t>这里是内容区域样式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91E7BE-7370-4C58-B6BE-0F7DE3FFCC76}"/>
              </a:ext>
            </a:extLst>
          </p:cNvPr>
          <p:cNvGrpSpPr/>
          <p:nvPr/>
        </p:nvGrpSpPr>
        <p:grpSpPr>
          <a:xfrm>
            <a:off x="1382380" y="3652735"/>
            <a:ext cx="2556000" cy="324000"/>
            <a:chOff x="1382380" y="3652735"/>
            <a:chExt cx="2464443" cy="324000"/>
          </a:xfrm>
        </p:grpSpPr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8AF79741-570E-4B1F-9BA8-911C5EFD5193}"/>
                </a:ext>
              </a:extLst>
            </p:cNvPr>
            <p:cNvSpPr txBox="1"/>
            <p:nvPr/>
          </p:nvSpPr>
          <p:spPr>
            <a:xfrm>
              <a:off x="1382380" y="3652735"/>
              <a:ext cx="540000" cy="324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rgbClr val="C5D5ED"/>
              </a:solidFill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en-US"/>
              </a:defPPr>
              <a:lvl1pPr lvl="0" algn="ctr" defTabSz="914400">
                <a:defRPr sz="800" kern="0">
                  <a:solidFill>
                    <a:srgbClr val="1C35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latin typeface="+mn-ea"/>
                  <a:ea typeface="+mn-ea"/>
                </a:rPr>
                <a:t>内容样式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541DBFE1-8E9D-4D97-86A5-06A1C8145133}"/>
                </a:ext>
              </a:extLst>
            </p:cNvPr>
            <p:cNvSpPr txBox="1"/>
            <p:nvPr/>
          </p:nvSpPr>
          <p:spPr>
            <a:xfrm>
              <a:off x="2665342" y="3652735"/>
              <a:ext cx="540000" cy="324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rgbClr val="C5D5ED"/>
              </a:solidFill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en-US"/>
              </a:defPPr>
              <a:lvl1pPr lvl="0" algn="ctr" defTabSz="914400">
                <a:defRPr sz="800" kern="0">
                  <a:solidFill>
                    <a:srgbClr val="1C35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latin typeface="+mn-ea"/>
                  <a:ea typeface="+mn-ea"/>
                </a:rPr>
                <a:t>内容样式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A0D5788C-2848-49A3-B27D-8BBECEF053B0}"/>
                </a:ext>
              </a:extLst>
            </p:cNvPr>
            <p:cNvSpPr txBox="1"/>
            <p:nvPr/>
          </p:nvSpPr>
          <p:spPr>
            <a:xfrm>
              <a:off x="2023861" y="3652735"/>
              <a:ext cx="540000" cy="324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rgbClr val="C5D5ED"/>
              </a:solidFill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en-US"/>
              </a:defPPr>
              <a:lvl1pPr lvl="0" algn="ctr" defTabSz="914400">
                <a:defRPr sz="800" kern="0">
                  <a:solidFill>
                    <a:srgbClr val="1C35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latin typeface="+mn-ea"/>
                  <a:ea typeface="+mn-ea"/>
                </a:rPr>
                <a:t>内容样式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F5E636BA-041F-4540-9963-39D0ED375724}"/>
                </a:ext>
              </a:extLst>
            </p:cNvPr>
            <p:cNvSpPr txBox="1"/>
            <p:nvPr/>
          </p:nvSpPr>
          <p:spPr>
            <a:xfrm>
              <a:off x="3306823" y="3652735"/>
              <a:ext cx="540000" cy="32400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rgbClr val="C5D5ED"/>
              </a:solidFill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en-US"/>
              </a:defPPr>
              <a:lvl1pPr lvl="0" algn="ctr" defTabSz="914400">
                <a:defRPr sz="800" kern="0">
                  <a:solidFill>
                    <a:srgbClr val="1C355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latin typeface="+mn-ea"/>
                  <a:ea typeface="+mn-ea"/>
                </a:rPr>
                <a:t>内容样式</a:t>
              </a:r>
              <a:endParaRPr lang="en-US" altLang="zh-CN" dirty="0">
                <a:latin typeface="+mn-ea"/>
                <a:ea typeface="+mn-ea"/>
              </a:endParaRPr>
            </a:p>
          </p:txBody>
        </p:sp>
      </p:grpSp>
      <p:sp>
        <p:nvSpPr>
          <p:cNvPr id="127" name="矩形 126">
            <a:extLst>
              <a:ext uri="{FF2B5EF4-FFF2-40B4-BE49-F238E27FC236}">
                <a16:creationId xmlns:a16="http://schemas.microsoft.com/office/drawing/2014/main" id="{D1143AC4-64A1-4AE0-BA00-91A6FDC635AB}"/>
              </a:ext>
            </a:extLst>
          </p:cNvPr>
          <p:cNvSpPr/>
          <p:nvPr/>
        </p:nvSpPr>
        <p:spPr>
          <a:xfrm>
            <a:off x="6138083" y="4780657"/>
            <a:ext cx="4608000" cy="576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36000" rIns="0" bIns="0" rtlCol="0" anchor="t" anchorCtr="0">
            <a:noAutofit/>
          </a:bodyPr>
          <a:lstStyle/>
          <a:p>
            <a:pPr algn="ctr" defTabSz="929019"/>
            <a:r>
              <a:rPr lang="zh-CN" altLang="en-US" sz="1000" b="1" kern="0" dirty="0">
                <a:solidFill>
                  <a:srgbClr val="C00000"/>
                </a:solidFill>
                <a:latin typeface="+mn-ea"/>
              </a:rPr>
              <a:t>小标题</a:t>
            </a: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685154E3-1CD5-4FA3-B04A-5D7D4059F989}"/>
              </a:ext>
            </a:extLst>
          </p:cNvPr>
          <p:cNvGrpSpPr/>
          <p:nvPr/>
        </p:nvGrpSpPr>
        <p:grpSpPr>
          <a:xfrm>
            <a:off x="6282083" y="5068657"/>
            <a:ext cx="4320000" cy="180000"/>
            <a:chOff x="1490380" y="5068657"/>
            <a:chExt cx="4380000" cy="180000"/>
          </a:xfrm>
        </p:grpSpPr>
        <p:sp>
          <p:nvSpPr>
            <p:cNvPr id="144" name="圆角矩形 392">
              <a:extLst>
                <a:ext uri="{FF2B5EF4-FFF2-40B4-BE49-F238E27FC236}">
                  <a16:creationId xmlns:a16="http://schemas.microsoft.com/office/drawing/2014/main" id="{2E9FC811-4156-4949-9336-896AA87257CD}"/>
                </a:ext>
              </a:extLst>
            </p:cNvPr>
            <p:cNvSpPr/>
            <p:nvPr/>
          </p:nvSpPr>
          <p:spPr bwMode="auto">
            <a:xfrm>
              <a:off x="5654380" y="5068657"/>
              <a:ext cx="216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…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45" name="圆角矩形 357">
              <a:extLst>
                <a:ext uri="{FF2B5EF4-FFF2-40B4-BE49-F238E27FC236}">
                  <a16:creationId xmlns:a16="http://schemas.microsoft.com/office/drawing/2014/main" id="{6E47FA1C-2B4A-43F8-AE6C-00BC266A1BEA}"/>
                </a:ext>
              </a:extLst>
            </p:cNvPr>
            <p:cNvSpPr/>
            <p:nvPr/>
          </p:nvSpPr>
          <p:spPr bwMode="auto">
            <a:xfrm>
              <a:off x="48215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64" name="圆角矩形 354">
              <a:extLst>
                <a:ext uri="{FF2B5EF4-FFF2-40B4-BE49-F238E27FC236}">
                  <a16:creationId xmlns:a16="http://schemas.microsoft.com/office/drawing/2014/main" id="{9F2483DD-A01A-4529-9EE9-8B5E64F62315}"/>
                </a:ext>
              </a:extLst>
            </p:cNvPr>
            <p:cNvSpPr/>
            <p:nvPr/>
          </p:nvSpPr>
          <p:spPr bwMode="auto">
            <a:xfrm>
              <a:off x="23231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65" name="圆角矩形 355">
              <a:extLst>
                <a:ext uri="{FF2B5EF4-FFF2-40B4-BE49-F238E27FC236}">
                  <a16:creationId xmlns:a16="http://schemas.microsoft.com/office/drawing/2014/main" id="{39C7D44B-9DBC-4569-AEC0-CF9282192CA7}"/>
                </a:ext>
              </a:extLst>
            </p:cNvPr>
            <p:cNvSpPr/>
            <p:nvPr/>
          </p:nvSpPr>
          <p:spPr bwMode="auto">
            <a:xfrm>
              <a:off x="31559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66" name="圆角矩形 356">
              <a:extLst>
                <a:ext uri="{FF2B5EF4-FFF2-40B4-BE49-F238E27FC236}">
                  <a16:creationId xmlns:a16="http://schemas.microsoft.com/office/drawing/2014/main" id="{9E42761B-9428-4FF6-A14B-AB9D8D738AD5}"/>
                </a:ext>
              </a:extLst>
            </p:cNvPr>
            <p:cNvSpPr/>
            <p:nvPr/>
          </p:nvSpPr>
          <p:spPr bwMode="auto">
            <a:xfrm>
              <a:off x="39887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r>
                <a:rPr lang="zh-CN" altLang="en-US" sz="800" kern="0" dirty="0">
                  <a:solidFill>
                    <a:srgbClr val="1D1D1A"/>
                  </a:solidFill>
                  <a:latin typeface="+mn-ea"/>
                </a:rPr>
                <a:t>内容样式</a:t>
              </a:r>
            </a:p>
          </p:txBody>
        </p:sp>
        <p:sp>
          <p:nvSpPr>
            <p:cNvPr id="167" name="圆角矩形 361">
              <a:extLst>
                <a:ext uri="{FF2B5EF4-FFF2-40B4-BE49-F238E27FC236}">
                  <a16:creationId xmlns:a16="http://schemas.microsoft.com/office/drawing/2014/main" id="{3FCB8C11-9300-4773-AF55-294E82408A74}"/>
                </a:ext>
              </a:extLst>
            </p:cNvPr>
            <p:cNvSpPr/>
            <p:nvPr/>
          </p:nvSpPr>
          <p:spPr bwMode="auto">
            <a:xfrm>
              <a:off x="1490380" y="5068657"/>
              <a:ext cx="720000" cy="18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E09E7A">
                  <a:alpha val="40000"/>
                </a:srgbClr>
              </a:solidFill>
              <a:prstDash val="solid"/>
            </a:ln>
            <a:effectLst/>
          </p:spPr>
          <p:txBody>
            <a:bodyPr vert="horz" wrap="none" lIns="0" tIns="0" rIns="0" bIns="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内容样式</a:t>
              </a:r>
            </a:p>
          </p:txBody>
        </p:sp>
      </p:grpSp>
      <p:sp>
        <p:nvSpPr>
          <p:cNvPr id="130" name="矩形 129">
            <a:extLst>
              <a:ext uri="{FF2B5EF4-FFF2-40B4-BE49-F238E27FC236}">
                <a16:creationId xmlns:a16="http://schemas.microsoft.com/office/drawing/2014/main" id="{9726123F-D4F3-4BD8-AAC4-6FE3BCD0322C}"/>
              </a:ext>
            </a:extLst>
          </p:cNvPr>
          <p:cNvSpPr/>
          <p:nvPr/>
        </p:nvSpPr>
        <p:spPr>
          <a:xfrm>
            <a:off x="6362380" y="2348904"/>
            <a:ext cx="1728000" cy="157287"/>
          </a:xfrm>
          <a:prstGeom prst="rect">
            <a:avLst/>
          </a:prstGeom>
          <a:ln>
            <a:noFill/>
            <a:prstDash val="dash"/>
          </a:ln>
        </p:spPr>
        <p:txBody>
          <a:bodyPr wrap="square" lIns="0" tIns="0" rIns="0" bIns="0">
            <a:spAutoFit/>
          </a:bodyPr>
          <a:lstStyle/>
          <a:p>
            <a:pPr lvl="0" algn="ctr" defTabSz="1218590">
              <a:lnSpc>
                <a:spcPct val="125000"/>
              </a:lnSpc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</a:rPr>
              <a:t>这里是内容区域样式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286567FE-5F60-419D-A8C1-131B7E23DE82}"/>
              </a:ext>
            </a:extLst>
          </p:cNvPr>
          <p:cNvSpPr/>
          <p:nvPr/>
        </p:nvSpPr>
        <p:spPr>
          <a:xfrm>
            <a:off x="4034380" y="2348904"/>
            <a:ext cx="1728000" cy="157287"/>
          </a:xfrm>
          <a:prstGeom prst="rect">
            <a:avLst/>
          </a:prstGeom>
          <a:ln>
            <a:noFill/>
            <a:prstDash val="dash"/>
          </a:ln>
        </p:spPr>
        <p:txBody>
          <a:bodyPr wrap="square" lIns="0" tIns="0" rIns="0" bIns="0">
            <a:spAutoFit/>
          </a:bodyPr>
          <a:lstStyle/>
          <a:p>
            <a:pPr lvl="0" algn="ctr" defTabSz="1218590">
              <a:lnSpc>
                <a:spcPct val="125000"/>
              </a:lnSpc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</a:rPr>
              <a:t>这里是内容区域样式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7E2B1A0-CFC7-460D-B6D1-5F3440A341E3}"/>
              </a:ext>
            </a:extLst>
          </p:cNvPr>
          <p:cNvSpPr/>
          <p:nvPr/>
        </p:nvSpPr>
        <p:spPr>
          <a:xfrm>
            <a:off x="1706380" y="2348904"/>
            <a:ext cx="1728000" cy="157287"/>
          </a:xfrm>
          <a:prstGeom prst="rect">
            <a:avLst/>
          </a:prstGeom>
          <a:ln>
            <a:noFill/>
            <a:prstDash val="dash"/>
          </a:ln>
        </p:spPr>
        <p:txBody>
          <a:bodyPr wrap="square" lIns="0" tIns="0" rIns="0" bIns="0">
            <a:spAutoFit/>
          </a:bodyPr>
          <a:lstStyle/>
          <a:p>
            <a:pPr lvl="0" algn="ctr" defTabSz="1218590">
              <a:lnSpc>
                <a:spcPct val="125000"/>
              </a:lnSpc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+mn-ea"/>
              </a:rPr>
              <a:t>这里是内容区域样式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51F826FE-3376-4D86-8126-CCE5273A5C8B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97" name="矩形 96">
              <a:hlinkClick r:id="rId2" action="ppaction://hlinksldjump"/>
              <a:extLst>
                <a:ext uri="{FF2B5EF4-FFF2-40B4-BE49-F238E27FC236}">
                  <a16:creationId xmlns:a16="http://schemas.microsoft.com/office/drawing/2014/main" id="{EEBE8D40-7392-436D-9FE8-E648B85FB053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8" name="直接连接符 97">
              <a:hlinkClick r:id="rId2" action="ppaction://hlinksldjump"/>
              <a:extLst>
                <a:ext uri="{FF2B5EF4-FFF2-40B4-BE49-F238E27FC236}">
                  <a16:creationId xmlns:a16="http://schemas.microsoft.com/office/drawing/2014/main" id="{B7B9F55A-ECC4-4B81-8D3B-2423F6683823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7965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6618CD1-E7E4-4500-A792-55C6DC2ADA79}"/>
              </a:ext>
            </a:extLst>
          </p:cNvPr>
          <p:cNvSpPr/>
          <p:nvPr/>
        </p:nvSpPr>
        <p:spPr>
          <a:xfrm>
            <a:off x="515559" y="3291910"/>
            <a:ext cx="662538" cy="288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圆角矩形 2576">
            <a:extLst>
              <a:ext uri="{FF2B5EF4-FFF2-40B4-BE49-F238E27FC236}">
                <a16:creationId xmlns:a16="http://schemas.microsoft.com/office/drawing/2014/main" id="{63917221-129D-4774-AE32-095C2B1CC6A1}"/>
              </a:ext>
            </a:extLst>
          </p:cNvPr>
          <p:cNvSpPr/>
          <p:nvPr/>
        </p:nvSpPr>
        <p:spPr>
          <a:xfrm>
            <a:off x="3325814" y="5101456"/>
            <a:ext cx="8353424" cy="1070453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" name="圆角矩形 2569">
            <a:extLst>
              <a:ext uri="{FF2B5EF4-FFF2-40B4-BE49-F238E27FC236}">
                <a16:creationId xmlns:a16="http://schemas.microsoft.com/office/drawing/2014/main" id="{9DA80794-4714-4DD3-8C89-33232191E5BA}"/>
              </a:ext>
            </a:extLst>
          </p:cNvPr>
          <p:cNvSpPr/>
          <p:nvPr/>
        </p:nvSpPr>
        <p:spPr>
          <a:xfrm>
            <a:off x="1697122" y="903080"/>
            <a:ext cx="1152000" cy="1980000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AF9D2A-BA9B-4970-AF49-D30D945CE7DB}"/>
              </a:ext>
            </a:extLst>
          </p:cNvPr>
          <p:cNvSpPr/>
          <p:nvPr/>
        </p:nvSpPr>
        <p:spPr>
          <a:xfrm>
            <a:off x="1841122" y="1346597"/>
            <a:ext cx="360000" cy="1841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内容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385964-98DB-4AB7-921D-BF193D7223AD}"/>
              </a:ext>
            </a:extLst>
          </p:cNvPr>
          <p:cNvSpPr/>
          <p:nvPr/>
        </p:nvSpPr>
        <p:spPr>
          <a:xfrm>
            <a:off x="2345122" y="1352947"/>
            <a:ext cx="360000" cy="1841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AAA988-535D-480F-AC6D-95928AC61E54}"/>
              </a:ext>
            </a:extLst>
          </p:cNvPr>
          <p:cNvSpPr/>
          <p:nvPr/>
        </p:nvSpPr>
        <p:spPr>
          <a:xfrm>
            <a:off x="1841122" y="1730294"/>
            <a:ext cx="360000" cy="1841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30DE1A-21CA-4703-BCAD-235D44EE89E5}"/>
              </a:ext>
            </a:extLst>
          </p:cNvPr>
          <p:cNvSpPr/>
          <p:nvPr/>
        </p:nvSpPr>
        <p:spPr>
          <a:xfrm>
            <a:off x="2345122" y="1734527"/>
            <a:ext cx="360000" cy="1841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0B3EC-7273-43DA-943E-1121C8E2B116}"/>
              </a:ext>
            </a:extLst>
          </p:cNvPr>
          <p:cNvSpPr/>
          <p:nvPr/>
        </p:nvSpPr>
        <p:spPr>
          <a:xfrm>
            <a:off x="1841122" y="2113991"/>
            <a:ext cx="360000" cy="1841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982CA3-C798-47C4-BFCA-A363B61FC553}"/>
              </a:ext>
            </a:extLst>
          </p:cNvPr>
          <p:cNvSpPr/>
          <p:nvPr/>
        </p:nvSpPr>
        <p:spPr>
          <a:xfrm>
            <a:off x="2345122" y="2116107"/>
            <a:ext cx="360000" cy="1841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….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D6ABEA-884A-4A97-9776-A98841D7763C}"/>
              </a:ext>
            </a:extLst>
          </p:cNvPr>
          <p:cNvSpPr/>
          <p:nvPr/>
        </p:nvSpPr>
        <p:spPr>
          <a:xfrm>
            <a:off x="1841122" y="2497687"/>
            <a:ext cx="864000" cy="1841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内容样式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0D53C4-820F-4986-A852-E92DE7B2F412}"/>
              </a:ext>
            </a:extLst>
          </p:cNvPr>
          <p:cNvSpPr txBox="1"/>
          <p:nvPr/>
        </p:nvSpPr>
        <p:spPr>
          <a:xfrm>
            <a:off x="2015410" y="984046"/>
            <a:ext cx="515424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大标题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3158E5-3807-4986-8E72-304A4B1EE663}"/>
              </a:ext>
            </a:extLst>
          </p:cNvPr>
          <p:cNvSpPr txBox="1"/>
          <p:nvPr/>
        </p:nvSpPr>
        <p:spPr>
          <a:xfrm>
            <a:off x="6791328" y="5200282"/>
            <a:ext cx="14223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1050" b="1" kern="0" dirty="0">
                <a:solidFill>
                  <a:srgbClr val="C00000"/>
                </a:solidFill>
                <a:latin typeface="+mn-ea"/>
              </a:rPr>
              <a:t>这里是大标题样式</a:t>
            </a:r>
          </a:p>
        </p:txBody>
      </p:sp>
      <p:grpSp>
        <p:nvGrpSpPr>
          <p:cNvPr id="2528" name="组合 2527">
            <a:extLst>
              <a:ext uri="{FF2B5EF4-FFF2-40B4-BE49-F238E27FC236}">
                <a16:creationId xmlns:a16="http://schemas.microsoft.com/office/drawing/2014/main" id="{33DD36B3-6E0A-4BF1-9D3B-1BA6F519DD07}"/>
              </a:ext>
            </a:extLst>
          </p:cNvPr>
          <p:cNvGrpSpPr/>
          <p:nvPr/>
        </p:nvGrpSpPr>
        <p:grpSpPr>
          <a:xfrm>
            <a:off x="3794714" y="5418237"/>
            <a:ext cx="1264056" cy="636102"/>
            <a:chOff x="3459572" y="5421412"/>
            <a:chExt cx="1064157" cy="636102"/>
          </a:xfrm>
        </p:grpSpPr>
        <p:grpSp>
          <p:nvGrpSpPr>
            <p:cNvPr id="15" name="视频分配器">
              <a:extLst>
                <a:ext uri="{FF2B5EF4-FFF2-40B4-BE49-F238E27FC236}">
                  <a16:creationId xmlns:a16="http://schemas.microsoft.com/office/drawing/2014/main" id="{67614CDA-DA2F-45E2-8198-B9E54C98774D}"/>
                </a:ext>
              </a:extLst>
            </p:cNvPr>
            <p:cNvGrpSpPr/>
            <p:nvPr/>
          </p:nvGrpSpPr>
          <p:grpSpPr>
            <a:xfrm>
              <a:off x="3459572" y="5421412"/>
              <a:ext cx="1064157" cy="268252"/>
              <a:chOff x="4017556" y="5085739"/>
              <a:chExt cx="981420" cy="268252"/>
            </a:xfrm>
          </p:grpSpPr>
          <p:sp>
            <p:nvSpPr>
              <p:cNvPr id="16" name="任意多边形 2579">
                <a:extLst>
                  <a:ext uri="{FF2B5EF4-FFF2-40B4-BE49-F238E27FC236}">
                    <a16:creationId xmlns:a16="http://schemas.microsoft.com/office/drawing/2014/main" id="{76B5AFA9-117A-4D5F-BE5B-D9DF7FBB5320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17" name="任意多边形 2580">
                <a:extLst>
                  <a:ext uri="{FF2B5EF4-FFF2-40B4-BE49-F238E27FC236}">
                    <a16:creationId xmlns:a16="http://schemas.microsoft.com/office/drawing/2014/main" id="{86F6A969-88C8-4BE3-84B6-0731BF2BE691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C11D62C5-4B44-4A66-AC6C-01CB1E9C0E6D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420" name="任意多边形 3035">
                  <a:extLst>
                    <a:ext uri="{FF2B5EF4-FFF2-40B4-BE49-F238E27FC236}">
                      <a16:creationId xmlns:a16="http://schemas.microsoft.com/office/drawing/2014/main" id="{10218A68-4461-4A69-A2A0-221641F2B40C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1" name="任意多边形 3036">
                  <a:extLst>
                    <a:ext uri="{FF2B5EF4-FFF2-40B4-BE49-F238E27FC236}">
                      <a16:creationId xmlns:a16="http://schemas.microsoft.com/office/drawing/2014/main" id="{9BFBEC1E-92B9-498E-8465-8122887DCCAA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2" name="任意多边形 3037">
                  <a:extLst>
                    <a:ext uri="{FF2B5EF4-FFF2-40B4-BE49-F238E27FC236}">
                      <a16:creationId xmlns:a16="http://schemas.microsoft.com/office/drawing/2014/main" id="{FACBCE36-A625-42C6-A3D4-DE57320DE02A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FD199CA8-3CF3-46E8-A267-9C32AD1F8728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417" name="任意多边形 3032">
                  <a:extLst>
                    <a:ext uri="{FF2B5EF4-FFF2-40B4-BE49-F238E27FC236}">
                      <a16:creationId xmlns:a16="http://schemas.microsoft.com/office/drawing/2014/main" id="{6DCD146A-0A46-42A6-A89A-FA546AC4FE8C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18" name="任意多边形 3033">
                  <a:extLst>
                    <a:ext uri="{FF2B5EF4-FFF2-40B4-BE49-F238E27FC236}">
                      <a16:creationId xmlns:a16="http://schemas.microsoft.com/office/drawing/2014/main" id="{9101CB8E-C29D-4667-A82D-6AF0252AD528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19" name="任意多边形 3034">
                  <a:extLst>
                    <a:ext uri="{FF2B5EF4-FFF2-40B4-BE49-F238E27FC236}">
                      <a16:creationId xmlns:a16="http://schemas.microsoft.com/office/drawing/2014/main" id="{950C458B-E46A-400C-B835-05105EA9523C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B7A20FD5-4775-418E-A202-3892F1FB4932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414" name="任意多边形 3029">
                  <a:extLst>
                    <a:ext uri="{FF2B5EF4-FFF2-40B4-BE49-F238E27FC236}">
                      <a16:creationId xmlns:a16="http://schemas.microsoft.com/office/drawing/2014/main" id="{6A025213-B5FD-4567-A048-969BA428B12F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15" name="任意多边形 3030">
                  <a:extLst>
                    <a:ext uri="{FF2B5EF4-FFF2-40B4-BE49-F238E27FC236}">
                      <a16:creationId xmlns:a16="http://schemas.microsoft.com/office/drawing/2014/main" id="{7592F477-C4DC-431E-B843-BD2C425F0079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16" name="任意多边形 3031">
                  <a:extLst>
                    <a:ext uri="{FF2B5EF4-FFF2-40B4-BE49-F238E27FC236}">
                      <a16:creationId xmlns:a16="http://schemas.microsoft.com/office/drawing/2014/main" id="{8FCABD49-5060-49D9-8821-26F09387419E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21" name="任意多边形 2584">
                <a:extLst>
                  <a:ext uri="{FF2B5EF4-FFF2-40B4-BE49-F238E27FC236}">
                    <a16:creationId xmlns:a16="http://schemas.microsoft.com/office/drawing/2014/main" id="{C145CFF7-699A-4C9B-BA35-62D227B3CF12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2" name="任意多边形 2585">
                <a:extLst>
                  <a:ext uri="{FF2B5EF4-FFF2-40B4-BE49-F238E27FC236}">
                    <a16:creationId xmlns:a16="http://schemas.microsoft.com/office/drawing/2014/main" id="{E8A39948-4817-4407-829D-F7E33FA87870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3" name="任意多边形 2586">
                <a:extLst>
                  <a:ext uri="{FF2B5EF4-FFF2-40B4-BE49-F238E27FC236}">
                    <a16:creationId xmlns:a16="http://schemas.microsoft.com/office/drawing/2014/main" id="{11D38F14-FE07-4C24-8266-FDCDDEB1E09F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24" name="任意多边形 2587">
                <a:extLst>
                  <a:ext uri="{FF2B5EF4-FFF2-40B4-BE49-F238E27FC236}">
                    <a16:creationId xmlns:a16="http://schemas.microsoft.com/office/drawing/2014/main" id="{B2C5AD72-1105-457B-91FB-47F138FC9AF9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25" name="任意多边形 2593">
                <a:extLst>
                  <a:ext uri="{FF2B5EF4-FFF2-40B4-BE49-F238E27FC236}">
                    <a16:creationId xmlns:a16="http://schemas.microsoft.com/office/drawing/2014/main" id="{D8BA8E64-08DE-4020-A2A6-00E88285A4A8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8847A65D-612E-42D9-B294-452E3852A85D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318" name="组合 317">
                  <a:extLst>
                    <a:ext uri="{FF2B5EF4-FFF2-40B4-BE49-F238E27FC236}">
                      <a16:creationId xmlns:a16="http://schemas.microsoft.com/office/drawing/2014/main" id="{0BBF5254-B2C9-4C46-9A39-B4941E39E191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399" name="任意多边形 3014">
                    <a:extLst>
                      <a:ext uri="{FF2B5EF4-FFF2-40B4-BE49-F238E27FC236}">
                        <a16:creationId xmlns:a16="http://schemas.microsoft.com/office/drawing/2014/main" id="{854084CB-DF87-427A-A480-E872B63C3BEB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0" name="任意多边形 3015">
                    <a:extLst>
                      <a:ext uri="{FF2B5EF4-FFF2-40B4-BE49-F238E27FC236}">
                        <a16:creationId xmlns:a16="http://schemas.microsoft.com/office/drawing/2014/main" id="{7E289B3B-AD89-4A49-8857-6785F99AB030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1" name="组合 400">
                    <a:extLst>
                      <a:ext uri="{FF2B5EF4-FFF2-40B4-BE49-F238E27FC236}">
                        <a16:creationId xmlns:a16="http://schemas.microsoft.com/office/drawing/2014/main" id="{66365034-4DD6-425B-9F40-8D3AA7248B1F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402" name="组合 401">
                      <a:extLst>
                        <a:ext uri="{FF2B5EF4-FFF2-40B4-BE49-F238E27FC236}">
                          <a16:creationId xmlns:a16="http://schemas.microsoft.com/office/drawing/2014/main" id="{665C8072-95B7-4188-92A3-CEBA6BD52A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411" name="任意多边形 3026">
                        <a:extLst>
                          <a:ext uri="{FF2B5EF4-FFF2-40B4-BE49-F238E27FC236}">
                            <a16:creationId xmlns:a16="http://schemas.microsoft.com/office/drawing/2014/main" id="{E69E5C58-34CF-4B1E-9872-A0137E00D8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2" name="任意多边形 3027">
                        <a:extLst>
                          <a:ext uri="{FF2B5EF4-FFF2-40B4-BE49-F238E27FC236}">
                            <a16:creationId xmlns:a16="http://schemas.microsoft.com/office/drawing/2014/main" id="{0C01EE50-25B2-4922-9E76-0E64F1B28C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3" name="任意多边形 3028">
                        <a:extLst>
                          <a:ext uri="{FF2B5EF4-FFF2-40B4-BE49-F238E27FC236}">
                            <a16:creationId xmlns:a16="http://schemas.microsoft.com/office/drawing/2014/main" id="{B4305C00-7821-450C-AC1A-24BAF6D337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3" name="组合 402">
                      <a:extLst>
                        <a:ext uri="{FF2B5EF4-FFF2-40B4-BE49-F238E27FC236}">
                          <a16:creationId xmlns:a16="http://schemas.microsoft.com/office/drawing/2014/main" id="{DB7EBA94-F2FF-4AB4-B99A-22538AD12D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408" name="任意多边形 3023">
                        <a:extLst>
                          <a:ext uri="{FF2B5EF4-FFF2-40B4-BE49-F238E27FC236}">
                            <a16:creationId xmlns:a16="http://schemas.microsoft.com/office/drawing/2014/main" id="{FCF981A5-88F7-40B7-88B7-B047CD571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9" name="任意多边形 3024">
                        <a:extLst>
                          <a:ext uri="{FF2B5EF4-FFF2-40B4-BE49-F238E27FC236}">
                            <a16:creationId xmlns:a16="http://schemas.microsoft.com/office/drawing/2014/main" id="{B657D7A1-5AA9-49D4-A9AA-AE2CBEF8C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0" name="任意多边形 3025">
                        <a:extLst>
                          <a:ext uri="{FF2B5EF4-FFF2-40B4-BE49-F238E27FC236}">
                            <a16:creationId xmlns:a16="http://schemas.microsoft.com/office/drawing/2014/main" id="{E5F87360-E36A-43A7-936D-0A9D784CAA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4" name="组合 403">
                      <a:extLst>
                        <a:ext uri="{FF2B5EF4-FFF2-40B4-BE49-F238E27FC236}">
                          <a16:creationId xmlns:a16="http://schemas.microsoft.com/office/drawing/2014/main" id="{3CD90240-C4A8-4BB0-9803-F3065486EE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405" name="任意多边形 3020">
                        <a:extLst>
                          <a:ext uri="{FF2B5EF4-FFF2-40B4-BE49-F238E27FC236}">
                            <a16:creationId xmlns:a16="http://schemas.microsoft.com/office/drawing/2014/main" id="{819B9336-3D01-4B87-9783-2BFEDF53BB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6" name="任意多边形 3021">
                        <a:extLst>
                          <a:ext uri="{FF2B5EF4-FFF2-40B4-BE49-F238E27FC236}">
                            <a16:creationId xmlns:a16="http://schemas.microsoft.com/office/drawing/2014/main" id="{4F27C470-5729-467F-8C8D-C70FA98282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7" name="任意多边形 3022">
                        <a:extLst>
                          <a:ext uri="{FF2B5EF4-FFF2-40B4-BE49-F238E27FC236}">
                            <a16:creationId xmlns:a16="http://schemas.microsoft.com/office/drawing/2014/main" id="{22325810-422A-4413-BB63-1060E3C60F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19" name="组合 318">
                  <a:extLst>
                    <a:ext uri="{FF2B5EF4-FFF2-40B4-BE49-F238E27FC236}">
                      <a16:creationId xmlns:a16="http://schemas.microsoft.com/office/drawing/2014/main" id="{04180F70-16E2-41AB-BA11-B0F73E2A5B6D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384" name="任意多边形 2999">
                    <a:extLst>
                      <a:ext uri="{FF2B5EF4-FFF2-40B4-BE49-F238E27FC236}">
                        <a16:creationId xmlns:a16="http://schemas.microsoft.com/office/drawing/2014/main" id="{C8EBFDBD-22AA-46AB-80D8-648EEF96D06D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85" name="任意多边形 3000">
                    <a:extLst>
                      <a:ext uri="{FF2B5EF4-FFF2-40B4-BE49-F238E27FC236}">
                        <a16:creationId xmlns:a16="http://schemas.microsoft.com/office/drawing/2014/main" id="{713D3DBA-966D-43B0-9F62-B0699DAC8D96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86" name="组合 385">
                    <a:extLst>
                      <a:ext uri="{FF2B5EF4-FFF2-40B4-BE49-F238E27FC236}">
                        <a16:creationId xmlns:a16="http://schemas.microsoft.com/office/drawing/2014/main" id="{3063515F-2D3C-40B0-B266-AAE0F82EBF8A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387" name="组合 386">
                      <a:extLst>
                        <a:ext uri="{FF2B5EF4-FFF2-40B4-BE49-F238E27FC236}">
                          <a16:creationId xmlns:a16="http://schemas.microsoft.com/office/drawing/2014/main" id="{43366434-0352-4011-8F29-6FD566B431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396" name="任意多边形 3011">
                        <a:extLst>
                          <a:ext uri="{FF2B5EF4-FFF2-40B4-BE49-F238E27FC236}">
                            <a16:creationId xmlns:a16="http://schemas.microsoft.com/office/drawing/2014/main" id="{39AB58B5-BF5E-490C-87CC-B42EF67BAB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7" name="任意多边形 3012">
                        <a:extLst>
                          <a:ext uri="{FF2B5EF4-FFF2-40B4-BE49-F238E27FC236}">
                            <a16:creationId xmlns:a16="http://schemas.microsoft.com/office/drawing/2014/main" id="{085E3997-27C1-4529-853C-E57C50391B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8" name="任意多边形 3013">
                        <a:extLst>
                          <a:ext uri="{FF2B5EF4-FFF2-40B4-BE49-F238E27FC236}">
                            <a16:creationId xmlns:a16="http://schemas.microsoft.com/office/drawing/2014/main" id="{831A3D8B-700C-4296-B5AD-333408FEF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8" name="组合 387">
                      <a:extLst>
                        <a:ext uri="{FF2B5EF4-FFF2-40B4-BE49-F238E27FC236}">
                          <a16:creationId xmlns:a16="http://schemas.microsoft.com/office/drawing/2014/main" id="{C9341172-945F-44C2-9664-9BF224F6E5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393" name="任意多边形 3008">
                        <a:extLst>
                          <a:ext uri="{FF2B5EF4-FFF2-40B4-BE49-F238E27FC236}">
                            <a16:creationId xmlns:a16="http://schemas.microsoft.com/office/drawing/2014/main" id="{0C9A6FB8-5CE0-4838-931C-85191487AC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4" name="任意多边形 3009">
                        <a:extLst>
                          <a:ext uri="{FF2B5EF4-FFF2-40B4-BE49-F238E27FC236}">
                            <a16:creationId xmlns:a16="http://schemas.microsoft.com/office/drawing/2014/main" id="{C4180A1C-2F71-49E4-98F1-70938C5DB5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5" name="任意多边形 3010">
                        <a:extLst>
                          <a:ext uri="{FF2B5EF4-FFF2-40B4-BE49-F238E27FC236}">
                            <a16:creationId xmlns:a16="http://schemas.microsoft.com/office/drawing/2014/main" id="{AA97A547-BE0D-4129-8B2A-058AE41A4B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9" name="组合 388">
                      <a:extLst>
                        <a:ext uri="{FF2B5EF4-FFF2-40B4-BE49-F238E27FC236}">
                          <a16:creationId xmlns:a16="http://schemas.microsoft.com/office/drawing/2014/main" id="{64B558E8-34D7-4453-AD65-136BB3A8B7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390" name="任意多边形 3005">
                        <a:extLst>
                          <a:ext uri="{FF2B5EF4-FFF2-40B4-BE49-F238E27FC236}">
                            <a16:creationId xmlns:a16="http://schemas.microsoft.com/office/drawing/2014/main" id="{C5705907-ECAF-4E7E-A819-41F023AF72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1" name="任意多边形 3006">
                        <a:extLst>
                          <a:ext uri="{FF2B5EF4-FFF2-40B4-BE49-F238E27FC236}">
                            <a16:creationId xmlns:a16="http://schemas.microsoft.com/office/drawing/2014/main" id="{AFE71F90-2382-402E-B930-CF01C6A1C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2" name="任意多边形 3007">
                        <a:extLst>
                          <a:ext uri="{FF2B5EF4-FFF2-40B4-BE49-F238E27FC236}">
                            <a16:creationId xmlns:a16="http://schemas.microsoft.com/office/drawing/2014/main" id="{0E77B904-43C6-407A-B279-4E982FEED9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0" name="组合 319">
                  <a:extLst>
                    <a:ext uri="{FF2B5EF4-FFF2-40B4-BE49-F238E27FC236}">
                      <a16:creationId xmlns:a16="http://schemas.microsoft.com/office/drawing/2014/main" id="{8DC0F893-5258-40AE-9B50-CF6DFCC1B312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369" name="任意多边形 2984">
                    <a:extLst>
                      <a:ext uri="{FF2B5EF4-FFF2-40B4-BE49-F238E27FC236}">
                        <a16:creationId xmlns:a16="http://schemas.microsoft.com/office/drawing/2014/main" id="{65C85DDB-A5DE-412C-8882-03F7454E4488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0" name="任意多边形 2985">
                    <a:extLst>
                      <a:ext uri="{FF2B5EF4-FFF2-40B4-BE49-F238E27FC236}">
                        <a16:creationId xmlns:a16="http://schemas.microsoft.com/office/drawing/2014/main" id="{00FE087F-0D29-41AD-9573-2096F17976F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71" name="组合 370">
                    <a:extLst>
                      <a:ext uri="{FF2B5EF4-FFF2-40B4-BE49-F238E27FC236}">
                        <a16:creationId xmlns:a16="http://schemas.microsoft.com/office/drawing/2014/main" id="{EE77E3CF-E60F-4B71-ADB1-9ED091CDC4E7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372" name="组合 371">
                      <a:extLst>
                        <a:ext uri="{FF2B5EF4-FFF2-40B4-BE49-F238E27FC236}">
                          <a16:creationId xmlns:a16="http://schemas.microsoft.com/office/drawing/2014/main" id="{68D58828-65DC-401F-8545-9A7640B031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381" name="任意多边形 2996">
                        <a:extLst>
                          <a:ext uri="{FF2B5EF4-FFF2-40B4-BE49-F238E27FC236}">
                            <a16:creationId xmlns:a16="http://schemas.microsoft.com/office/drawing/2014/main" id="{15C54F91-1A5E-41CE-B20E-1B7A2AF587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2" name="任意多边形 2997">
                        <a:extLst>
                          <a:ext uri="{FF2B5EF4-FFF2-40B4-BE49-F238E27FC236}">
                            <a16:creationId xmlns:a16="http://schemas.microsoft.com/office/drawing/2014/main" id="{A1366AA2-BC47-42D2-A77E-4051E523B1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3" name="任意多边形 2998">
                        <a:extLst>
                          <a:ext uri="{FF2B5EF4-FFF2-40B4-BE49-F238E27FC236}">
                            <a16:creationId xmlns:a16="http://schemas.microsoft.com/office/drawing/2014/main" id="{4CB7E875-B46C-4250-BC39-6C629B996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3" name="组合 372">
                      <a:extLst>
                        <a:ext uri="{FF2B5EF4-FFF2-40B4-BE49-F238E27FC236}">
                          <a16:creationId xmlns:a16="http://schemas.microsoft.com/office/drawing/2014/main" id="{2B7A0F23-CDF1-4D28-9BDF-270A5FB817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378" name="任意多边形 2993">
                        <a:extLst>
                          <a:ext uri="{FF2B5EF4-FFF2-40B4-BE49-F238E27FC236}">
                            <a16:creationId xmlns:a16="http://schemas.microsoft.com/office/drawing/2014/main" id="{73EEA5D2-0A72-44F3-9F6B-EFC9B31F8A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9" name="任意多边形 2994">
                        <a:extLst>
                          <a:ext uri="{FF2B5EF4-FFF2-40B4-BE49-F238E27FC236}">
                            <a16:creationId xmlns:a16="http://schemas.microsoft.com/office/drawing/2014/main" id="{84419433-7720-4B2A-BF3B-BDB2234481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0" name="任意多边形 2995">
                        <a:extLst>
                          <a:ext uri="{FF2B5EF4-FFF2-40B4-BE49-F238E27FC236}">
                            <a16:creationId xmlns:a16="http://schemas.microsoft.com/office/drawing/2014/main" id="{7DF4F6A7-8FD0-420F-B6DF-A09212994E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4" name="组合 373">
                      <a:extLst>
                        <a:ext uri="{FF2B5EF4-FFF2-40B4-BE49-F238E27FC236}">
                          <a16:creationId xmlns:a16="http://schemas.microsoft.com/office/drawing/2014/main" id="{1BFE14FA-7D66-4337-AB00-5E14B4D168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375" name="任意多边形 2990">
                        <a:extLst>
                          <a:ext uri="{FF2B5EF4-FFF2-40B4-BE49-F238E27FC236}">
                            <a16:creationId xmlns:a16="http://schemas.microsoft.com/office/drawing/2014/main" id="{D802B078-EF21-4470-A326-BB1A30EFB5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6" name="任意多边形 2991">
                        <a:extLst>
                          <a:ext uri="{FF2B5EF4-FFF2-40B4-BE49-F238E27FC236}">
                            <a16:creationId xmlns:a16="http://schemas.microsoft.com/office/drawing/2014/main" id="{3121EF00-CF86-437C-A484-3CE90E87EB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7" name="任意多边形 2992">
                        <a:extLst>
                          <a:ext uri="{FF2B5EF4-FFF2-40B4-BE49-F238E27FC236}">
                            <a16:creationId xmlns:a16="http://schemas.microsoft.com/office/drawing/2014/main" id="{95A8917F-E5A4-4477-993D-96020393B3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1" name="组合 320">
                  <a:extLst>
                    <a:ext uri="{FF2B5EF4-FFF2-40B4-BE49-F238E27FC236}">
                      <a16:creationId xmlns:a16="http://schemas.microsoft.com/office/drawing/2014/main" id="{8A590096-03FA-4C2F-A3B0-86186041BE34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354" name="任意多边形 2969">
                    <a:extLst>
                      <a:ext uri="{FF2B5EF4-FFF2-40B4-BE49-F238E27FC236}">
                        <a16:creationId xmlns:a16="http://schemas.microsoft.com/office/drawing/2014/main" id="{68FB486B-9780-481E-8C0E-CBFB1D8EFFF9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55" name="任意多边形 2970">
                    <a:extLst>
                      <a:ext uri="{FF2B5EF4-FFF2-40B4-BE49-F238E27FC236}">
                        <a16:creationId xmlns:a16="http://schemas.microsoft.com/office/drawing/2014/main" id="{957797CA-493A-4C17-A9F3-FB041DE51DA1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56" name="组合 355">
                    <a:extLst>
                      <a:ext uri="{FF2B5EF4-FFF2-40B4-BE49-F238E27FC236}">
                        <a16:creationId xmlns:a16="http://schemas.microsoft.com/office/drawing/2014/main" id="{18182280-8A77-4895-A3E2-1B1A452A7224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357" name="组合 356">
                      <a:extLst>
                        <a:ext uri="{FF2B5EF4-FFF2-40B4-BE49-F238E27FC236}">
                          <a16:creationId xmlns:a16="http://schemas.microsoft.com/office/drawing/2014/main" id="{E315235D-9E2A-43F4-AF33-343F3CD77C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366" name="任意多边形 2981">
                        <a:extLst>
                          <a:ext uri="{FF2B5EF4-FFF2-40B4-BE49-F238E27FC236}">
                            <a16:creationId xmlns:a16="http://schemas.microsoft.com/office/drawing/2014/main" id="{1A8CB86B-E470-49BF-A63B-CFBDC24C54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7" name="任意多边形 2982">
                        <a:extLst>
                          <a:ext uri="{FF2B5EF4-FFF2-40B4-BE49-F238E27FC236}">
                            <a16:creationId xmlns:a16="http://schemas.microsoft.com/office/drawing/2014/main" id="{1DDA8469-D7AF-42E6-8C89-F6A6343374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8" name="任意多边形 2983">
                        <a:extLst>
                          <a:ext uri="{FF2B5EF4-FFF2-40B4-BE49-F238E27FC236}">
                            <a16:creationId xmlns:a16="http://schemas.microsoft.com/office/drawing/2014/main" id="{4D55BB47-2727-4842-B488-3AA49923BE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8" name="组合 357">
                      <a:extLst>
                        <a:ext uri="{FF2B5EF4-FFF2-40B4-BE49-F238E27FC236}">
                          <a16:creationId xmlns:a16="http://schemas.microsoft.com/office/drawing/2014/main" id="{33038B5E-869E-4FDF-8B62-C656A44225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363" name="任意多边形 2978">
                        <a:extLst>
                          <a:ext uri="{FF2B5EF4-FFF2-40B4-BE49-F238E27FC236}">
                            <a16:creationId xmlns:a16="http://schemas.microsoft.com/office/drawing/2014/main" id="{C3C6C583-EB4B-47EA-9AEC-7B1C05C99F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4" name="任意多边形 2979">
                        <a:extLst>
                          <a:ext uri="{FF2B5EF4-FFF2-40B4-BE49-F238E27FC236}">
                            <a16:creationId xmlns:a16="http://schemas.microsoft.com/office/drawing/2014/main" id="{78BA1D31-05A8-4051-87CF-EDC35C0C20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5" name="任意多边形 2980">
                        <a:extLst>
                          <a:ext uri="{FF2B5EF4-FFF2-40B4-BE49-F238E27FC236}">
                            <a16:creationId xmlns:a16="http://schemas.microsoft.com/office/drawing/2014/main" id="{19A3145B-1439-4120-9B46-D7EB03C396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9" name="组合 358">
                      <a:extLst>
                        <a:ext uri="{FF2B5EF4-FFF2-40B4-BE49-F238E27FC236}">
                          <a16:creationId xmlns:a16="http://schemas.microsoft.com/office/drawing/2014/main" id="{6C39E8C2-B747-4219-8602-0A5EC59DDC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360" name="任意多边形 2975">
                        <a:extLst>
                          <a:ext uri="{FF2B5EF4-FFF2-40B4-BE49-F238E27FC236}">
                            <a16:creationId xmlns:a16="http://schemas.microsoft.com/office/drawing/2014/main" id="{4A4A219E-F93F-4829-BACE-2E695FBEFD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1" name="任意多边形 2976">
                        <a:extLst>
                          <a:ext uri="{FF2B5EF4-FFF2-40B4-BE49-F238E27FC236}">
                            <a16:creationId xmlns:a16="http://schemas.microsoft.com/office/drawing/2014/main" id="{702C761A-0ECE-48FA-AEA6-A43C7295EB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2" name="任意多边形 2977">
                        <a:extLst>
                          <a:ext uri="{FF2B5EF4-FFF2-40B4-BE49-F238E27FC236}">
                            <a16:creationId xmlns:a16="http://schemas.microsoft.com/office/drawing/2014/main" id="{BEADBBB5-40AF-4A08-86ED-E032099BB7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2" name="组合 321">
                  <a:extLst>
                    <a:ext uri="{FF2B5EF4-FFF2-40B4-BE49-F238E27FC236}">
                      <a16:creationId xmlns:a16="http://schemas.microsoft.com/office/drawing/2014/main" id="{9FB640C6-7549-4E5F-826B-240493655809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339" name="任意多边形 2954">
                    <a:extLst>
                      <a:ext uri="{FF2B5EF4-FFF2-40B4-BE49-F238E27FC236}">
                        <a16:creationId xmlns:a16="http://schemas.microsoft.com/office/drawing/2014/main" id="{41F6A3F5-AF79-44DE-9D5A-20C84CEC1B0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40" name="任意多边形 2955">
                    <a:extLst>
                      <a:ext uri="{FF2B5EF4-FFF2-40B4-BE49-F238E27FC236}">
                        <a16:creationId xmlns:a16="http://schemas.microsoft.com/office/drawing/2014/main" id="{336F94A0-3D3A-4E6A-892D-D1C16FD98B34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41" name="组合 340">
                    <a:extLst>
                      <a:ext uri="{FF2B5EF4-FFF2-40B4-BE49-F238E27FC236}">
                        <a16:creationId xmlns:a16="http://schemas.microsoft.com/office/drawing/2014/main" id="{AB9E3EB8-CCBD-41A7-95A3-6B49EAA078D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342" name="组合 341">
                      <a:extLst>
                        <a:ext uri="{FF2B5EF4-FFF2-40B4-BE49-F238E27FC236}">
                          <a16:creationId xmlns:a16="http://schemas.microsoft.com/office/drawing/2014/main" id="{64ED52FC-9B8B-481B-84B6-1E2C47FD6A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351" name="任意多边形 2966">
                        <a:extLst>
                          <a:ext uri="{FF2B5EF4-FFF2-40B4-BE49-F238E27FC236}">
                            <a16:creationId xmlns:a16="http://schemas.microsoft.com/office/drawing/2014/main" id="{A3132EDA-0BA7-4BC8-9803-5A25A5AD30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2" name="任意多边形 2967">
                        <a:extLst>
                          <a:ext uri="{FF2B5EF4-FFF2-40B4-BE49-F238E27FC236}">
                            <a16:creationId xmlns:a16="http://schemas.microsoft.com/office/drawing/2014/main" id="{87057868-167C-4F29-85FE-7CCE09C2C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3" name="任意多边形 2968">
                        <a:extLst>
                          <a:ext uri="{FF2B5EF4-FFF2-40B4-BE49-F238E27FC236}">
                            <a16:creationId xmlns:a16="http://schemas.microsoft.com/office/drawing/2014/main" id="{F5214F29-F3DC-4DC9-9CEE-6DD3946F11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3" name="组合 342">
                      <a:extLst>
                        <a:ext uri="{FF2B5EF4-FFF2-40B4-BE49-F238E27FC236}">
                          <a16:creationId xmlns:a16="http://schemas.microsoft.com/office/drawing/2014/main" id="{E490DE69-B313-49BE-8C0B-3ED7A8EAAC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348" name="任意多边形 2963">
                        <a:extLst>
                          <a:ext uri="{FF2B5EF4-FFF2-40B4-BE49-F238E27FC236}">
                            <a16:creationId xmlns:a16="http://schemas.microsoft.com/office/drawing/2014/main" id="{83DF93C6-4DC3-48C8-B8B2-613166EAEB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9" name="任意多边形 2964">
                        <a:extLst>
                          <a:ext uri="{FF2B5EF4-FFF2-40B4-BE49-F238E27FC236}">
                            <a16:creationId xmlns:a16="http://schemas.microsoft.com/office/drawing/2014/main" id="{BA2AC30E-DFBA-4603-B55D-F6C1CB2B26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0" name="任意多边形 2965">
                        <a:extLst>
                          <a:ext uri="{FF2B5EF4-FFF2-40B4-BE49-F238E27FC236}">
                            <a16:creationId xmlns:a16="http://schemas.microsoft.com/office/drawing/2014/main" id="{8FF4445D-20A3-434F-8980-A8314EB9E3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4" name="组合 343">
                      <a:extLst>
                        <a:ext uri="{FF2B5EF4-FFF2-40B4-BE49-F238E27FC236}">
                          <a16:creationId xmlns:a16="http://schemas.microsoft.com/office/drawing/2014/main" id="{16FE4483-B9B3-4F5F-8287-FF3091D0F1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345" name="任意多边形 2960">
                        <a:extLst>
                          <a:ext uri="{FF2B5EF4-FFF2-40B4-BE49-F238E27FC236}">
                            <a16:creationId xmlns:a16="http://schemas.microsoft.com/office/drawing/2014/main" id="{149325BE-20D8-482D-95A0-6B3D1FC456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6" name="任意多边形 2961">
                        <a:extLst>
                          <a:ext uri="{FF2B5EF4-FFF2-40B4-BE49-F238E27FC236}">
                            <a16:creationId xmlns:a16="http://schemas.microsoft.com/office/drawing/2014/main" id="{3037B9B2-55F0-47BC-A2B4-A05125D317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7" name="任意多边形 2962">
                        <a:extLst>
                          <a:ext uri="{FF2B5EF4-FFF2-40B4-BE49-F238E27FC236}">
                            <a16:creationId xmlns:a16="http://schemas.microsoft.com/office/drawing/2014/main" id="{5E3A25A1-7139-4B35-920C-324E8F4460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3" name="组合 322">
                  <a:extLst>
                    <a:ext uri="{FF2B5EF4-FFF2-40B4-BE49-F238E27FC236}">
                      <a16:creationId xmlns:a16="http://schemas.microsoft.com/office/drawing/2014/main" id="{18061166-DB61-4A06-B856-3827CFD27E3E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324" name="任意多边形 2939">
                    <a:extLst>
                      <a:ext uri="{FF2B5EF4-FFF2-40B4-BE49-F238E27FC236}">
                        <a16:creationId xmlns:a16="http://schemas.microsoft.com/office/drawing/2014/main" id="{453E7174-71DF-4F49-A1F9-BE6C524187D3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5" name="任意多边形 2940">
                    <a:extLst>
                      <a:ext uri="{FF2B5EF4-FFF2-40B4-BE49-F238E27FC236}">
                        <a16:creationId xmlns:a16="http://schemas.microsoft.com/office/drawing/2014/main" id="{658EEDDF-E914-48DE-9126-DC3BF9621E71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6" name="组合 325">
                    <a:extLst>
                      <a:ext uri="{FF2B5EF4-FFF2-40B4-BE49-F238E27FC236}">
                        <a16:creationId xmlns:a16="http://schemas.microsoft.com/office/drawing/2014/main" id="{7211D391-AAFA-411A-BC7B-B9FDB8335310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327" name="组合 326">
                      <a:extLst>
                        <a:ext uri="{FF2B5EF4-FFF2-40B4-BE49-F238E27FC236}">
                          <a16:creationId xmlns:a16="http://schemas.microsoft.com/office/drawing/2014/main" id="{EC31EF2C-1AB5-4E6F-8F3F-FD83993F26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336" name="任意多边形 2951">
                        <a:extLst>
                          <a:ext uri="{FF2B5EF4-FFF2-40B4-BE49-F238E27FC236}">
                            <a16:creationId xmlns:a16="http://schemas.microsoft.com/office/drawing/2014/main" id="{7C1EB5D0-C8BD-4B20-92A5-3DF862C7AF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7" name="任意多边形 2952">
                        <a:extLst>
                          <a:ext uri="{FF2B5EF4-FFF2-40B4-BE49-F238E27FC236}">
                            <a16:creationId xmlns:a16="http://schemas.microsoft.com/office/drawing/2014/main" id="{6B5BF2A6-344C-4163-A20C-278C27F888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8" name="任意多边形 2953">
                        <a:extLst>
                          <a:ext uri="{FF2B5EF4-FFF2-40B4-BE49-F238E27FC236}">
                            <a16:creationId xmlns:a16="http://schemas.microsoft.com/office/drawing/2014/main" id="{15206AF7-2A10-45DF-9BAF-068CA1C3CD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8" name="组合 327">
                      <a:extLst>
                        <a:ext uri="{FF2B5EF4-FFF2-40B4-BE49-F238E27FC236}">
                          <a16:creationId xmlns:a16="http://schemas.microsoft.com/office/drawing/2014/main" id="{5054176C-31A1-4FC8-B59F-80D92B87AC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333" name="任意多边形 2948">
                        <a:extLst>
                          <a:ext uri="{FF2B5EF4-FFF2-40B4-BE49-F238E27FC236}">
                            <a16:creationId xmlns:a16="http://schemas.microsoft.com/office/drawing/2014/main" id="{E554BFB7-812F-45DC-9986-A4C04FAC22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4" name="任意多边形 2949">
                        <a:extLst>
                          <a:ext uri="{FF2B5EF4-FFF2-40B4-BE49-F238E27FC236}">
                            <a16:creationId xmlns:a16="http://schemas.microsoft.com/office/drawing/2014/main" id="{BBB9C861-A4AE-445D-85FD-DBF1F55F2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5" name="任意多边形 2950">
                        <a:extLst>
                          <a:ext uri="{FF2B5EF4-FFF2-40B4-BE49-F238E27FC236}">
                            <a16:creationId xmlns:a16="http://schemas.microsoft.com/office/drawing/2014/main" id="{15F92BBE-2A3F-4B85-B0C0-62DD1F868E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9" name="组合 328">
                      <a:extLst>
                        <a:ext uri="{FF2B5EF4-FFF2-40B4-BE49-F238E27FC236}">
                          <a16:creationId xmlns:a16="http://schemas.microsoft.com/office/drawing/2014/main" id="{3D6A98D1-76A6-4641-B36C-3BF06F6755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330" name="任意多边形 2945">
                        <a:extLst>
                          <a:ext uri="{FF2B5EF4-FFF2-40B4-BE49-F238E27FC236}">
                            <a16:creationId xmlns:a16="http://schemas.microsoft.com/office/drawing/2014/main" id="{862603CB-C5C4-470E-8ACC-F079BF8AAC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1" name="任意多边形 2946">
                        <a:extLst>
                          <a:ext uri="{FF2B5EF4-FFF2-40B4-BE49-F238E27FC236}">
                            <a16:creationId xmlns:a16="http://schemas.microsoft.com/office/drawing/2014/main" id="{A42C3D3B-9CC2-493E-AC9F-09CF4DA9A8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2" name="任意多边形 2947">
                        <a:extLst>
                          <a:ext uri="{FF2B5EF4-FFF2-40B4-BE49-F238E27FC236}">
                            <a16:creationId xmlns:a16="http://schemas.microsoft.com/office/drawing/2014/main" id="{2A761887-EDA8-40F0-BDE6-B3F5FB2C9E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DDD1475A-A68C-472E-9C5B-F2ABAA83047C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222" name="组合 221">
                  <a:extLst>
                    <a:ext uri="{FF2B5EF4-FFF2-40B4-BE49-F238E27FC236}">
                      <a16:creationId xmlns:a16="http://schemas.microsoft.com/office/drawing/2014/main" id="{BC407EE7-CDFF-4FB2-B7AA-6732314D2AF7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303" name="任意多边形 2918">
                    <a:extLst>
                      <a:ext uri="{FF2B5EF4-FFF2-40B4-BE49-F238E27FC236}">
                        <a16:creationId xmlns:a16="http://schemas.microsoft.com/office/drawing/2014/main" id="{DE468103-C2A9-418A-BC25-2516CFF81ED4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04" name="任意多边形 2919">
                    <a:extLst>
                      <a:ext uri="{FF2B5EF4-FFF2-40B4-BE49-F238E27FC236}">
                        <a16:creationId xmlns:a16="http://schemas.microsoft.com/office/drawing/2014/main" id="{57431883-17C0-497E-9C82-00D58495D1E8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05" name="组合 304">
                    <a:extLst>
                      <a:ext uri="{FF2B5EF4-FFF2-40B4-BE49-F238E27FC236}">
                        <a16:creationId xmlns:a16="http://schemas.microsoft.com/office/drawing/2014/main" id="{0CA53B5D-2A34-443B-8E28-B7B88912A8CF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306" name="组合 305">
                      <a:extLst>
                        <a:ext uri="{FF2B5EF4-FFF2-40B4-BE49-F238E27FC236}">
                          <a16:creationId xmlns:a16="http://schemas.microsoft.com/office/drawing/2014/main" id="{FBC96979-E92A-4EB5-9E00-C27A4ECC46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315" name="任意多边形 2930">
                        <a:extLst>
                          <a:ext uri="{FF2B5EF4-FFF2-40B4-BE49-F238E27FC236}">
                            <a16:creationId xmlns:a16="http://schemas.microsoft.com/office/drawing/2014/main" id="{B999D88B-C49D-4B51-A70D-82AC79F46B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6" name="任意多边形 2931">
                        <a:extLst>
                          <a:ext uri="{FF2B5EF4-FFF2-40B4-BE49-F238E27FC236}">
                            <a16:creationId xmlns:a16="http://schemas.microsoft.com/office/drawing/2014/main" id="{5F16D130-0310-49ED-9A37-355E67E085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7" name="任意多边形 2932">
                        <a:extLst>
                          <a:ext uri="{FF2B5EF4-FFF2-40B4-BE49-F238E27FC236}">
                            <a16:creationId xmlns:a16="http://schemas.microsoft.com/office/drawing/2014/main" id="{8852A398-7AE9-44A8-8F5C-48AC4D6C52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7" name="组合 306">
                      <a:extLst>
                        <a:ext uri="{FF2B5EF4-FFF2-40B4-BE49-F238E27FC236}">
                          <a16:creationId xmlns:a16="http://schemas.microsoft.com/office/drawing/2014/main" id="{0F831A18-7ECF-4BF5-8E20-3228DAF388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312" name="任意多边形 2927">
                        <a:extLst>
                          <a:ext uri="{FF2B5EF4-FFF2-40B4-BE49-F238E27FC236}">
                            <a16:creationId xmlns:a16="http://schemas.microsoft.com/office/drawing/2014/main" id="{9C955534-8571-47A0-973C-29161AD7D0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3" name="任意多边形 2928">
                        <a:extLst>
                          <a:ext uri="{FF2B5EF4-FFF2-40B4-BE49-F238E27FC236}">
                            <a16:creationId xmlns:a16="http://schemas.microsoft.com/office/drawing/2014/main" id="{C11FD4CC-484A-4B08-A248-F9812D7BFF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4" name="任意多边形 2929">
                        <a:extLst>
                          <a:ext uri="{FF2B5EF4-FFF2-40B4-BE49-F238E27FC236}">
                            <a16:creationId xmlns:a16="http://schemas.microsoft.com/office/drawing/2014/main" id="{2E7685AB-D784-4A5D-BEF9-3187087584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8" name="组合 307">
                      <a:extLst>
                        <a:ext uri="{FF2B5EF4-FFF2-40B4-BE49-F238E27FC236}">
                          <a16:creationId xmlns:a16="http://schemas.microsoft.com/office/drawing/2014/main" id="{68833E5D-0D76-4E75-ADDC-65CBFE9DD5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309" name="任意多边形 2924">
                        <a:extLst>
                          <a:ext uri="{FF2B5EF4-FFF2-40B4-BE49-F238E27FC236}">
                            <a16:creationId xmlns:a16="http://schemas.microsoft.com/office/drawing/2014/main" id="{E48DD11F-ACA4-473B-AE3E-A83A79C4E9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0" name="任意多边形 2925">
                        <a:extLst>
                          <a:ext uri="{FF2B5EF4-FFF2-40B4-BE49-F238E27FC236}">
                            <a16:creationId xmlns:a16="http://schemas.microsoft.com/office/drawing/2014/main" id="{E3DFA8F9-B32A-4D1F-AA18-B7EABB56BF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1" name="任意多边形 2926">
                        <a:extLst>
                          <a:ext uri="{FF2B5EF4-FFF2-40B4-BE49-F238E27FC236}">
                            <a16:creationId xmlns:a16="http://schemas.microsoft.com/office/drawing/2014/main" id="{8F5D0EE5-5935-4C38-8F18-83A91582E1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3" name="组合 222">
                  <a:extLst>
                    <a:ext uri="{FF2B5EF4-FFF2-40B4-BE49-F238E27FC236}">
                      <a16:creationId xmlns:a16="http://schemas.microsoft.com/office/drawing/2014/main" id="{5DDACDE2-5D22-4F55-9893-16239DB540BC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288" name="任意多边形 2903">
                    <a:extLst>
                      <a:ext uri="{FF2B5EF4-FFF2-40B4-BE49-F238E27FC236}">
                        <a16:creationId xmlns:a16="http://schemas.microsoft.com/office/drawing/2014/main" id="{3ECEDD44-2D9D-4F8A-8436-F3DD4A5ADB9B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89" name="任意多边形 2904">
                    <a:extLst>
                      <a:ext uri="{FF2B5EF4-FFF2-40B4-BE49-F238E27FC236}">
                        <a16:creationId xmlns:a16="http://schemas.microsoft.com/office/drawing/2014/main" id="{59D14D2B-E4C9-4FCA-A68A-F96F53DB06E2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90" name="组合 289">
                    <a:extLst>
                      <a:ext uri="{FF2B5EF4-FFF2-40B4-BE49-F238E27FC236}">
                        <a16:creationId xmlns:a16="http://schemas.microsoft.com/office/drawing/2014/main" id="{4A01674C-18CC-4F59-9176-81C48904D617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291" name="组合 290">
                      <a:extLst>
                        <a:ext uri="{FF2B5EF4-FFF2-40B4-BE49-F238E27FC236}">
                          <a16:creationId xmlns:a16="http://schemas.microsoft.com/office/drawing/2014/main" id="{27563D95-1904-4906-9EB7-9BB5967FA2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300" name="任意多边形 2915">
                        <a:extLst>
                          <a:ext uri="{FF2B5EF4-FFF2-40B4-BE49-F238E27FC236}">
                            <a16:creationId xmlns:a16="http://schemas.microsoft.com/office/drawing/2014/main" id="{63C951D8-7C21-4866-8199-AB9A7CC49E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1" name="任意多边形 2916">
                        <a:extLst>
                          <a:ext uri="{FF2B5EF4-FFF2-40B4-BE49-F238E27FC236}">
                            <a16:creationId xmlns:a16="http://schemas.microsoft.com/office/drawing/2014/main" id="{FC7055A4-74A8-4BA3-9E8C-BB46347264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2" name="任意多边形 2917">
                        <a:extLst>
                          <a:ext uri="{FF2B5EF4-FFF2-40B4-BE49-F238E27FC236}">
                            <a16:creationId xmlns:a16="http://schemas.microsoft.com/office/drawing/2014/main" id="{038BB17B-C45A-4F21-A7B0-8457B7CEA7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2" name="组合 291">
                      <a:extLst>
                        <a:ext uri="{FF2B5EF4-FFF2-40B4-BE49-F238E27FC236}">
                          <a16:creationId xmlns:a16="http://schemas.microsoft.com/office/drawing/2014/main" id="{4B4F3FDF-3FBB-4078-B146-BA84C1D3DB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297" name="任意多边形 2912">
                        <a:extLst>
                          <a:ext uri="{FF2B5EF4-FFF2-40B4-BE49-F238E27FC236}">
                            <a16:creationId xmlns:a16="http://schemas.microsoft.com/office/drawing/2014/main" id="{E575678E-6FD5-41BD-BCB6-FC66AAC117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8" name="任意多边形 2913">
                        <a:extLst>
                          <a:ext uri="{FF2B5EF4-FFF2-40B4-BE49-F238E27FC236}">
                            <a16:creationId xmlns:a16="http://schemas.microsoft.com/office/drawing/2014/main" id="{E6685729-C764-457B-9663-5C98E93011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9" name="任意多边形 2914">
                        <a:extLst>
                          <a:ext uri="{FF2B5EF4-FFF2-40B4-BE49-F238E27FC236}">
                            <a16:creationId xmlns:a16="http://schemas.microsoft.com/office/drawing/2014/main" id="{5B3D82C9-4B04-4619-A2F9-2E99AB793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3" name="组合 292">
                      <a:extLst>
                        <a:ext uri="{FF2B5EF4-FFF2-40B4-BE49-F238E27FC236}">
                          <a16:creationId xmlns:a16="http://schemas.microsoft.com/office/drawing/2014/main" id="{EEBC6A99-6FDA-4120-8C6B-BCBC30C43D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294" name="任意多边形 2909">
                        <a:extLst>
                          <a:ext uri="{FF2B5EF4-FFF2-40B4-BE49-F238E27FC236}">
                            <a16:creationId xmlns:a16="http://schemas.microsoft.com/office/drawing/2014/main" id="{CA39D8CF-6AFD-45BD-B9B1-BAAD368441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5" name="任意多边形 2910">
                        <a:extLst>
                          <a:ext uri="{FF2B5EF4-FFF2-40B4-BE49-F238E27FC236}">
                            <a16:creationId xmlns:a16="http://schemas.microsoft.com/office/drawing/2014/main" id="{B9337E38-253E-4E52-8441-E3CD2A2C6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6" name="任意多边形 2911">
                        <a:extLst>
                          <a:ext uri="{FF2B5EF4-FFF2-40B4-BE49-F238E27FC236}">
                            <a16:creationId xmlns:a16="http://schemas.microsoft.com/office/drawing/2014/main" id="{A344397F-934F-43B4-BAF3-8446A1B322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4" name="组合 223">
                  <a:extLst>
                    <a:ext uri="{FF2B5EF4-FFF2-40B4-BE49-F238E27FC236}">
                      <a16:creationId xmlns:a16="http://schemas.microsoft.com/office/drawing/2014/main" id="{B962AE80-1E6B-4E58-A52A-C52D40D7E52B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273" name="任意多边形 2888">
                    <a:extLst>
                      <a:ext uri="{FF2B5EF4-FFF2-40B4-BE49-F238E27FC236}">
                        <a16:creationId xmlns:a16="http://schemas.microsoft.com/office/drawing/2014/main" id="{5CF395BB-0DE8-4A52-95A8-1073D2B32F44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74" name="任意多边形 2889">
                    <a:extLst>
                      <a:ext uri="{FF2B5EF4-FFF2-40B4-BE49-F238E27FC236}">
                        <a16:creationId xmlns:a16="http://schemas.microsoft.com/office/drawing/2014/main" id="{21F0EC45-C7FD-4DAD-B2DF-434721134C9D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75" name="组合 274">
                    <a:extLst>
                      <a:ext uri="{FF2B5EF4-FFF2-40B4-BE49-F238E27FC236}">
                        <a16:creationId xmlns:a16="http://schemas.microsoft.com/office/drawing/2014/main" id="{CF6269D6-A480-4CBE-84C3-043BD11EFE22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276" name="组合 275">
                      <a:extLst>
                        <a:ext uri="{FF2B5EF4-FFF2-40B4-BE49-F238E27FC236}">
                          <a16:creationId xmlns:a16="http://schemas.microsoft.com/office/drawing/2014/main" id="{331E2D78-F241-4867-B5D6-006346C599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285" name="任意多边形 2900">
                        <a:extLst>
                          <a:ext uri="{FF2B5EF4-FFF2-40B4-BE49-F238E27FC236}">
                            <a16:creationId xmlns:a16="http://schemas.microsoft.com/office/drawing/2014/main" id="{6BA05434-5A3D-42DA-9F49-1AA785053D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6" name="任意多边形 2901">
                        <a:extLst>
                          <a:ext uri="{FF2B5EF4-FFF2-40B4-BE49-F238E27FC236}">
                            <a16:creationId xmlns:a16="http://schemas.microsoft.com/office/drawing/2014/main" id="{05230CE2-282C-4418-87F5-7281791C1B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7" name="任意多边形 2902">
                        <a:extLst>
                          <a:ext uri="{FF2B5EF4-FFF2-40B4-BE49-F238E27FC236}">
                            <a16:creationId xmlns:a16="http://schemas.microsoft.com/office/drawing/2014/main" id="{92A20F3F-1B85-4DF6-B9E4-DD2E39E9BD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7" name="组合 276">
                      <a:extLst>
                        <a:ext uri="{FF2B5EF4-FFF2-40B4-BE49-F238E27FC236}">
                          <a16:creationId xmlns:a16="http://schemas.microsoft.com/office/drawing/2014/main" id="{39F09D0C-7AAD-4822-9BE6-C2878F662B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282" name="任意多边形 2897">
                        <a:extLst>
                          <a:ext uri="{FF2B5EF4-FFF2-40B4-BE49-F238E27FC236}">
                            <a16:creationId xmlns:a16="http://schemas.microsoft.com/office/drawing/2014/main" id="{9A8FE453-C332-4CB0-8FE8-934996026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3" name="任意多边形 2898">
                        <a:extLst>
                          <a:ext uri="{FF2B5EF4-FFF2-40B4-BE49-F238E27FC236}">
                            <a16:creationId xmlns:a16="http://schemas.microsoft.com/office/drawing/2014/main" id="{5FD26110-1443-4EE3-896F-5D376F40CE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4" name="任意多边形 2899">
                        <a:extLst>
                          <a:ext uri="{FF2B5EF4-FFF2-40B4-BE49-F238E27FC236}">
                            <a16:creationId xmlns:a16="http://schemas.microsoft.com/office/drawing/2014/main" id="{58E385CA-8121-4C59-8989-DBD5A19FB3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8" name="组合 277">
                      <a:extLst>
                        <a:ext uri="{FF2B5EF4-FFF2-40B4-BE49-F238E27FC236}">
                          <a16:creationId xmlns:a16="http://schemas.microsoft.com/office/drawing/2014/main" id="{879BE2BB-FB44-4CF9-AE9D-C1B493DFD6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279" name="任意多边形 2894">
                        <a:extLst>
                          <a:ext uri="{FF2B5EF4-FFF2-40B4-BE49-F238E27FC236}">
                            <a16:creationId xmlns:a16="http://schemas.microsoft.com/office/drawing/2014/main" id="{5AAC986F-C983-45D7-AA11-6F9AB4E077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0" name="任意多边形 2895">
                        <a:extLst>
                          <a:ext uri="{FF2B5EF4-FFF2-40B4-BE49-F238E27FC236}">
                            <a16:creationId xmlns:a16="http://schemas.microsoft.com/office/drawing/2014/main" id="{1975EB86-E209-4E2D-989F-B2233C8F15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1" name="任意多边形 2896">
                        <a:extLst>
                          <a:ext uri="{FF2B5EF4-FFF2-40B4-BE49-F238E27FC236}">
                            <a16:creationId xmlns:a16="http://schemas.microsoft.com/office/drawing/2014/main" id="{BB9B47C8-52D8-480B-8927-745B859BFB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5" name="组合 224">
                  <a:extLst>
                    <a:ext uri="{FF2B5EF4-FFF2-40B4-BE49-F238E27FC236}">
                      <a16:creationId xmlns:a16="http://schemas.microsoft.com/office/drawing/2014/main" id="{F20CE316-E694-4F5D-B0F6-5214B46A5CAE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258" name="任意多边形 2873">
                    <a:extLst>
                      <a:ext uri="{FF2B5EF4-FFF2-40B4-BE49-F238E27FC236}">
                        <a16:creationId xmlns:a16="http://schemas.microsoft.com/office/drawing/2014/main" id="{CB88FC01-C154-4437-9E63-292166DD31F7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59" name="任意多边形 2874">
                    <a:extLst>
                      <a:ext uri="{FF2B5EF4-FFF2-40B4-BE49-F238E27FC236}">
                        <a16:creationId xmlns:a16="http://schemas.microsoft.com/office/drawing/2014/main" id="{5EE7712F-4C06-4F15-A020-0628BFA5746A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60" name="组合 259">
                    <a:extLst>
                      <a:ext uri="{FF2B5EF4-FFF2-40B4-BE49-F238E27FC236}">
                        <a16:creationId xmlns:a16="http://schemas.microsoft.com/office/drawing/2014/main" id="{93ED83E5-442A-437F-A765-86A33923D052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261" name="组合 260">
                      <a:extLst>
                        <a:ext uri="{FF2B5EF4-FFF2-40B4-BE49-F238E27FC236}">
                          <a16:creationId xmlns:a16="http://schemas.microsoft.com/office/drawing/2014/main" id="{19C2A152-24AB-4F65-A37A-39DC94269C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270" name="任意多边形 2885">
                        <a:extLst>
                          <a:ext uri="{FF2B5EF4-FFF2-40B4-BE49-F238E27FC236}">
                            <a16:creationId xmlns:a16="http://schemas.microsoft.com/office/drawing/2014/main" id="{50822900-8BB5-4C9B-A4D7-F67A386E8F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1" name="任意多边形 2886">
                        <a:extLst>
                          <a:ext uri="{FF2B5EF4-FFF2-40B4-BE49-F238E27FC236}">
                            <a16:creationId xmlns:a16="http://schemas.microsoft.com/office/drawing/2014/main" id="{BD25421D-4AD8-4A8A-94C2-2B70CD5C47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2" name="任意多边形 2887">
                        <a:extLst>
                          <a:ext uri="{FF2B5EF4-FFF2-40B4-BE49-F238E27FC236}">
                            <a16:creationId xmlns:a16="http://schemas.microsoft.com/office/drawing/2014/main" id="{07A9BAF7-3048-4B6B-B11B-37AE6C5608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2" name="组合 261">
                      <a:extLst>
                        <a:ext uri="{FF2B5EF4-FFF2-40B4-BE49-F238E27FC236}">
                          <a16:creationId xmlns:a16="http://schemas.microsoft.com/office/drawing/2014/main" id="{8A0C8146-C0F3-4F00-890E-B389DD0EB0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267" name="任意多边形 2882">
                        <a:extLst>
                          <a:ext uri="{FF2B5EF4-FFF2-40B4-BE49-F238E27FC236}">
                            <a16:creationId xmlns:a16="http://schemas.microsoft.com/office/drawing/2014/main" id="{0DEDAA88-71C1-454B-878D-9D4585B84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8" name="任意多边形 2883">
                        <a:extLst>
                          <a:ext uri="{FF2B5EF4-FFF2-40B4-BE49-F238E27FC236}">
                            <a16:creationId xmlns:a16="http://schemas.microsoft.com/office/drawing/2014/main" id="{EF7271BE-B3F0-40B3-9FA6-C1C211735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9" name="任意多边形 2884">
                        <a:extLst>
                          <a:ext uri="{FF2B5EF4-FFF2-40B4-BE49-F238E27FC236}">
                            <a16:creationId xmlns:a16="http://schemas.microsoft.com/office/drawing/2014/main" id="{0BEBD67B-65A0-49BB-A826-DA0E59B1E7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3" name="组合 262">
                      <a:extLst>
                        <a:ext uri="{FF2B5EF4-FFF2-40B4-BE49-F238E27FC236}">
                          <a16:creationId xmlns:a16="http://schemas.microsoft.com/office/drawing/2014/main" id="{3FD55E51-0A70-4074-9772-E877BBDAA0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264" name="任意多边形 2879">
                        <a:extLst>
                          <a:ext uri="{FF2B5EF4-FFF2-40B4-BE49-F238E27FC236}">
                            <a16:creationId xmlns:a16="http://schemas.microsoft.com/office/drawing/2014/main" id="{F7D96CB1-C0EC-4422-AEBE-1D514DD310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5" name="任意多边形 2880">
                        <a:extLst>
                          <a:ext uri="{FF2B5EF4-FFF2-40B4-BE49-F238E27FC236}">
                            <a16:creationId xmlns:a16="http://schemas.microsoft.com/office/drawing/2014/main" id="{26A2CF72-E277-4D1D-877E-42249AB848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6" name="任意多边形 2881">
                        <a:extLst>
                          <a:ext uri="{FF2B5EF4-FFF2-40B4-BE49-F238E27FC236}">
                            <a16:creationId xmlns:a16="http://schemas.microsoft.com/office/drawing/2014/main" id="{5EE08656-BD54-480A-AC59-D9FA8D0D76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6" name="组合 225">
                  <a:extLst>
                    <a:ext uri="{FF2B5EF4-FFF2-40B4-BE49-F238E27FC236}">
                      <a16:creationId xmlns:a16="http://schemas.microsoft.com/office/drawing/2014/main" id="{908DBD5B-5ADD-4192-91B0-008EF6F323D9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243" name="任意多边形 2858">
                    <a:extLst>
                      <a:ext uri="{FF2B5EF4-FFF2-40B4-BE49-F238E27FC236}">
                        <a16:creationId xmlns:a16="http://schemas.microsoft.com/office/drawing/2014/main" id="{327D82F0-0890-4DB9-A5C5-01799EA699C0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44" name="任意多边形 2859">
                    <a:extLst>
                      <a:ext uri="{FF2B5EF4-FFF2-40B4-BE49-F238E27FC236}">
                        <a16:creationId xmlns:a16="http://schemas.microsoft.com/office/drawing/2014/main" id="{2F91F44A-B7F0-421B-AF56-5583D1401E97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45" name="组合 244">
                    <a:extLst>
                      <a:ext uri="{FF2B5EF4-FFF2-40B4-BE49-F238E27FC236}">
                        <a16:creationId xmlns:a16="http://schemas.microsoft.com/office/drawing/2014/main" id="{89A96D33-046F-4570-B695-90E79782DED8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246" name="组合 245">
                      <a:extLst>
                        <a:ext uri="{FF2B5EF4-FFF2-40B4-BE49-F238E27FC236}">
                          <a16:creationId xmlns:a16="http://schemas.microsoft.com/office/drawing/2014/main" id="{BBAD97A3-0931-4889-B626-8DF4EC4B5C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255" name="任意多边形 2870">
                        <a:extLst>
                          <a:ext uri="{FF2B5EF4-FFF2-40B4-BE49-F238E27FC236}">
                            <a16:creationId xmlns:a16="http://schemas.microsoft.com/office/drawing/2014/main" id="{AE311335-75DA-4CFE-899D-843E8D8C9D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6" name="任意多边形 2871">
                        <a:extLst>
                          <a:ext uri="{FF2B5EF4-FFF2-40B4-BE49-F238E27FC236}">
                            <a16:creationId xmlns:a16="http://schemas.microsoft.com/office/drawing/2014/main" id="{19C03D74-2FA9-4CC6-9A52-2FB2C12500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7" name="任意多边形 2872">
                        <a:extLst>
                          <a:ext uri="{FF2B5EF4-FFF2-40B4-BE49-F238E27FC236}">
                            <a16:creationId xmlns:a16="http://schemas.microsoft.com/office/drawing/2014/main" id="{33D50B8D-DA9F-4EA0-91C2-0B33F03119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7" name="组合 246">
                      <a:extLst>
                        <a:ext uri="{FF2B5EF4-FFF2-40B4-BE49-F238E27FC236}">
                          <a16:creationId xmlns:a16="http://schemas.microsoft.com/office/drawing/2014/main" id="{965B6536-E7BD-4FB0-ACFB-EA6F4D5AB6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252" name="任意多边形 2867">
                        <a:extLst>
                          <a:ext uri="{FF2B5EF4-FFF2-40B4-BE49-F238E27FC236}">
                            <a16:creationId xmlns:a16="http://schemas.microsoft.com/office/drawing/2014/main" id="{C68FF8F5-CCCA-4850-B2BF-4C530D7D5F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3" name="任意多边形 2868">
                        <a:extLst>
                          <a:ext uri="{FF2B5EF4-FFF2-40B4-BE49-F238E27FC236}">
                            <a16:creationId xmlns:a16="http://schemas.microsoft.com/office/drawing/2014/main" id="{93F17BFD-4A3A-4FD1-8F42-06028E7B51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4" name="任意多边形 2869">
                        <a:extLst>
                          <a:ext uri="{FF2B5EF4-FFF2-40B4-BE49-F238E27FC236}">
                            <a16:creationId xmlns:a16="http://schemas.microsoft.com/office/drawing/2014/main" id="{EB7142D5-E278-4CCE-9694-ADED78F766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8" name="组合 247">
                      <a:extLst>
                        <a:ext uri="{FF2B5EF4-FFF2-40B4-BE49-F238E27FC236}">
                          <a16:creationId xmlns:a16="http://schemas.microsoft.com/office/drawing/2014/main" id="{AE3CF13C-4F4D-4031-B757-9B9317776F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249" name="任意多边形 2864">
                        <a:extLst>
                          <a:ext uri="{FF2B5EF4-FFF2-40B4-BE49-F238E27FC236}">
                            <a16:creationId xmlns:a16="http://schemas.microsoft.com/office/drawing/2014/main" id="{790773A3-24C6-4CE2-A613-090E0D9F34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0" name="任意多边形 2865">
                        <a:extLst>
                          <a:ext uri="{FF2B5EF4-FFF2-40B4-BE49-F238E27FC236}">
                            <a16:creationId xmlns:a16="http://schemas.microsoft.com/office/drawing/2014/main" id="{C8BC77EB-BE18-47EA-948B-7F6527BC52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1" name="任意多边形 2866">
                        <a:extLst>
                          <a:ext uri="{FF2B5EF4-FFF2-40B4-BE49-F238E27FC236}">
                            <a16:creationId xmlns:a16="http://schemas.microsoft.com/office/drawing/2014/main" id="{9C99DD8C-D2FF-4F9E-8E71-7EEAFEE453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7" name="组合 226">
                  <a:extLst>
                    <a:ext uri="{FF2B5EF4-FFF2-40B4-BE49-F238E27FC236}">
                      <a16:creationId xmlns:a16="http://schemas.microsoft.com/office/drawing/2014/main" id="{726FF269-3C65-4B57-B45F-3E24EEE17ABF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228" name="任意多边形 2843">
                    <a:extLst>
                      <a:ext uri="{FF2B5EF4-FFF2-40B4-BE49-F238E27FC236}">
                        <a16:creationId xmlns:a16="http://schemas.microsoft.com/office/drawing/2014/main" id="{C7DBF7A5-10FD-413F-B35A-9E011324DE47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9" name="任意多边形 2844">
                    <a:extLst>
                      <a:ext uri="{FF2B5EF4-FFF2-40B4-BE49-F238E27FC236}">
                        <a16:creationId xmlns:a16="http://schemas.microsoft.com/office/drawing/2014/main" id="{30EE682F-0419-4BB4-974F-C867062DC4C1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0" name="组合 229">
                    <a:extLst>
                      <a:ext uri="{FF2B5EF4-FFF2-40B4-BE49-F238E27FC236}">
                        <a16:creationId xmlns:a16="http://schemas.microsoft.com/office/drawing/2014/main" id="{2D1C25F0-5EE5-4F81-9725-50F44312AA54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231" name="组合 230">
                      <a:extLst>
                        <a:ext uri="{FF2B5EF4-FFF2-40B4-BE49-F238E27FC236}">
                          <a16:creationId xmlns:a16="http://schemas.microsoft.com/office/drawing/2014/main" id="{B7814FD4-A858-4D88-8F48-B021CDE079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240" name="任意多边形 2855">
                        <a:extLst>
                          <a:ext uri="{FF2B5EF4-FFF2-40B4-BE49-F238E27FC236}">
                            <a16:creationId xmlns:a16="http://schemas.microsoft.com/office/drawing/2014/main" id="{E8B9961A-BFCE-4C5C-9A2C-A6C480D93E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1" name="任意多边形 2856">
                        <a:extLst>
                          <a:ext uri="{FF2B5EF4-FFF2-40B4-BE49-F238E27FC236}">
                            <a16:creationId xmlns:a16="http://schemas.microsoft.com/office/drawing/2014/main" id="{A01C3586-BC67-4295-A7F4-D8803BEB93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2" name="任意多边形 2857">
                        <a:extLst>
                          <a:ext uri="{FF2B5EF4-FFF2-40B4-BE49-F238E27FC236}">
                            <a16:creationId xmlns:a16="http://schemas.microsoft.com/office/drawing/2014/main" id="{FC9910B8-5D1F-4EDD-A96B-B0CDDAEB14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2" name="组合 231">
                      <a:extLst>
                        <a:ext uri="{FF2B5EF4-FFF2-40B4-BE49-F238E27FC236}">
                          <a16:creationId xmlns:a16="http://schemas.microsoft.com/office/drawing/2014/main" id="{8538E3B0-130F-4A0D-BEF8-02F7B8309D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237" name="任意多边形 2852">
                        <a:extLst>
                          <a:ext uri="{FF2B5EF4-FFF2-40B4-BE49-F238E27FC236}">
                            <a16:creationId xmlns:a16="http://schemas.microsoft.com/office/drawing/2014/main" id="{4B26CB66-F055-470E-B01A-F86DA76B1B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8" name="任意多边形 2853">
                        <a:extLst>
                          <a:ext uri="{FF2B5EF4-FFF2-40B4-BE49-F238E27FC236}">
                            <a16:creationId xmlns:a16="http://schemas.microsoft.com/office/drawing/2014/main" id="{7162E2E1-B5FB-4934-AF2D-1B5BA6B4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9" name="任意多边形 2854">
                        <a:extLst>
                          <a:ext uri="{FF2B5EF4-FFF2-40B4-BE49-F238E27FC236}">
                            <a16:creationId xmlns:a16="http://schemas.microsoft.com/office/drawing/2014/main" id="{C6B29D67-E60A-43B4-9CCA-329FA2E9D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3" name="组合 232">
                      <a:extLst>
                        <a:ext uri="{FF2B5EF4-FFF2-40B4-BE49-F238E27FC236}">
                          <a16:creationId xmlns:a16="http://schemas.microsoft.com/office/drawing/2014/main" id="{717721ED-C028-493C-BDD1-F33B14B06D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234" name="任意多边形 2849">
                        <a:extLst>
                          <a:ext uri="{FF2B5EF4-FFF2-40B4-BE49-F238E27FC236}">
                            <a16:creationId xmlns:a16="http://schemas.microsoft.com/office/drawing/2014/main" id="{AEAB5EF3-2D6D-4EAB-9365-BC4346C826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5" name="任意多边形 2850">
                        <a:extLst>
                          <a:ext uri="{FF2B5EF4-FFF2-40B4-BE49-F238E27FC236}">
                            <a16:creationId xmlns:a16="http://schemas.microsoft.com/office/drawing/2014/main" id="{AAADA0F0-244E-4487-B45D-356A323C21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6" name="任意多边形 2851">
                        <a:extLst>
                          <a:ext uri="{FF2B5EF4-FFF2-40B4-BE49-F238E27FC236}">
                            <a16:creationId xmlns:a16="http://schemas.microsoft.com/office/drawing/2014/main" id="{F5C794D3-9572-4972-ADD0-B103CD0B9D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28C9C6F5-C1CF-47E9-9AAA-3FFBA1BE3969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126" name="组合 125">
                  <a:extLst>
                    <a:ext uri="{FF2B5EF4-FFF2-40B4-BE49-F238E27FC236}">
                      <a16:creationId xmlns:a16="http://schemas.microsoft.com/office/drawing/2014/main" id="{1E3207FB-7728-4211-87D2-004F902A1E35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207" name="任意多边形 2822">
                    <a:extLst>
                      <a:ext uri="{FF2B5EF4-FFF2-40B4-BE49-F238E27FC236}">
                        <a16:creationId xmlns:a16="http://schemas.microsoft.com/office/drawing/2014/main" id="{1BE29862-5792-4DD2-BCE5-8876337B7CFE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08" name="任意多边形 2823">
                    <a:extLst>
                      <a:ext uri="{FF2B5EF4-FFF2-40B4-BE49-F238E27FC236}">
                        <a16:creationId xmlns:a16="http://schemas.microsoft.com/office/drawing/2014/main" id="{92BD3E26-E384-461F-B701-224D32431624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09" name="组合 208">
                    <a:extLst>
                      <a:ext uri="{FF2B5EF4-FFF2-40B4-BE49-F238E27FC236}">
                        <a16:creationId xmlns:a16="http://schemas.microsoft.com/office/drawing/2014/main" id="{0520989C-B0E1-4C52-A75A-0CB7069A166D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210" name="组合 209">
                      <a:extLst>
                        <a:ext uri="{FF2B5EF4-FFF2-40B4-BE49-F238E27FC236}">
                          <a16:creationId xmlns:a16="http://schemas.microsoft.com/office/drawing/2014/main" id="{1397297A-6427-4B4C-90CC-28B816519D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219" name="任意多边形 2834">
                        <a:extLst>
                          <a:ext uri="{FF2B5EF4-FFF2-40B4-BE49-F238E27FC236}">
                            <a16:creationId xmlns:a16="http://schemas.microsoft.com/office/drawing/2014/main" id="{AC9BDF60-9A54-4FAD-83D5-864FDE3785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0" name="任意多边形 2835">
                        <a:extLst>
                          <a:ext uri="{FF2B5EF4-FFF2-40B4-BE49-F238E27FC236}">
                            <a16:creationId xmlns:a16="http://schemas.microsoft.com/office/drawing/2014/main" id="{92963E64-5518-4DE6-9F58-F93D74712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1" name="任意多边形 2836">
                        <a:extLst>
                          <a:ext uri="{FF2B5EF4-FFF2-40B4-BE49-F238E27FC236}">
                            <a16:creationId xmlns:a16="http://schemas.microsoft.com/office/drawing/2014/main" id="{24362B9F-A8E9-464E-B05C-A760D35AF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1" name="组合 210">
                      <a:extLst>
                        <a:ext uri="{FF2B5EF4-FFF2-40B4-BE49-F238E27FC236}">
                          <a16:creationId xmlns:a16="http://schemas.microsoft.com/office/drawing/2014/main" id="{455EB643-9CEB-4066-BD0F-D1BEB64D98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216" name="任意多边形 2831">
                        <a:extLst>
                          <a:ext uri="{FF2B5EF4-FFF2-40B4-BE49-F238E27FC236}">
                            <a16:creationId xmlns:a16="http://schemas.microsoft.com/office/drawing/2014/main" id="{9091EDFF-AF35-4938-A595-A3256B1C2F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7" name="任意多边形 2832">
                        <a:extLst>
                          <a:ext uri="{FF2B5EF4-FFF2-40B4-BE49-F238E27FC236}">
                            <a16:creationId xmlns:a16="http://schemas.microsoft.com/office/drawing/2014/main" id="{1C546FE6-6F51-47E3-A229-832FCAFCCF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8" name="任意多边形 2833">
                        <a:extLst>
                          <a:ext uri="{FF2B5EF4-FFF2-40B4-BE49-F238E27FC236}">
                            <a16:creationId xmlns:a16="http://schemas.microsoft.com/office/drawing/2014/main" id="{D1BFF768-EFA5-4686-9DF5-4B8ADD64A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2" name="组合 211">
                      <a:extLst>
                        <a:ext uri="{FF2B5EF4-FFF2-40B4-BE49-F238E27FC236}">
                          <a16:creationId xmlns:a16="http://schemas.microsoft.com/office/drawing/2014/main" id="{DC99FE57-9055-442E-93BC-B574FC2628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213" name="任意多边形 2828">
                        <a:extLst>
                          <a:ext uri="{FF2B5EF4-FFF2-40B4-BE49-F238E27FC236}">
                            <a16:creationId xmlns:a16="http://schemas.microsoft.com/office/drawing/2014/main" id="{7BB8A653-A098-4E39-8ECB-E07F198387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4" name="任意多边形 2829">
                        <a:extLst>
                          <a:ext uri="{FF2B5EF4-FFF2-40B4-BE49-F238E27FC236}">
                            <a16:creationId xmlns:a16="http://schemas.microsoft.com/office/drawing/2014/main" id="{6EF18C35-3CA6-4B31-A060-1C5A468E2D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5" name="任意多边形 2830">
                        <a:extLst>
                          <a:ext uri="{FF2B5EF4-FFF2-40B4-BE49-F238E27FC236}">
                            <a16:creationId xmlns:a16="http://schemas.microsoft.com/office/drawing/2014/main" id="{1ECF3AFA-78C9-460D-B8AB-41697F3AF4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7" name="组合 126">
                  <a:extLst>
                    <a:ext uri="{FF2B5EF4-FFF2-40B4-BE49-F238E27FC236}">
                      <a16:creationId xmlns:a16="http://schemas.microsoft.com/office/drawing/2014/main" id="{C34C5ED2-E569-4256-B0CC-A0E2618DA2A1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192" name="任意多边形 2807">
                    <a:extLst>
                      <a:ext uri="{FF2B5EF4-FFF2-40B4-BE49-F238E27FC236}">
                        <a16:creationId xmlns:a16="http://schemas.microsoft.com/office/drawing/2014/main" id="{55CDB9B1-2753-4F51-ACC7-00C3D825D2CA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93" name="任意多边形 2808">
                    <a:extLst>
                      <a:ext uri="{FF2B5EF4-FFF2-40B4-BE49-F238E27FC236}">
                        <a16:creationId xmlns:a16="http://schemas.microsoft.com/office/drawing/2014/main" id="{844F42A8-632B-4A96-9489-6F6F83956923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94" name="组合 193">
                    <a:extLst>
                      <a:ext uri="{FF2B5EF4-FFF2-40B4-BE49-F238E27FC236}">
                        <a16:creationId xmlns:a16="http://schemas.microsoft.com/office/drawing/2014/main" id="{70599E39-6F63-48F0-A136-CBE645C4EF7C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195" name="组合 194">
                      <a:extLst>
                        <a:ext uri="{FF2B5EF4-FFF2-40B4-BE49-F238E27FC236}">
                          <a16:creationId xmlns:a16="http://schemas.microsoft.com/office/drawing/2014/main" id="{96E4D3B0-16B1-42F8-ABBD-6FD7818384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204" name="任意多边形 2819">
                        <a:extLst>
                          <a:ext uri="{FF2B5EF4-FFF2-40B4-BE49-F238E27FC236}">
                            <a16:creationId xmlns:a16="http://schemas.microsoft.com/office/drawing/2014/main" id="{9E6142DD-DA5A-41BC-BDF6-36B5466E6A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5" name="任意多边形 2820">
                        <a:extLst>
                          <a:ext uri="{FF2B5EF4-FFF2-40B4-BE49-F238E27FC236}">
                            <a16:creationId xmlns:a16="http://schemas.microsoft.com/office/drawing/2014/main" id="{95AEC67C-4639-4EB8-B3B1-6BBB1EADA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6" name="任意多边形 2821">
                        <a:extLst>
                          <a:ext uri="{FF2B5EF4-FFF2-40B4-BE49-F238E27FC236}">
                            <a16:creationId xmlns:a16="http://schemas.microsoft.com/office/drawing/2014/main" id="{C1890ADD-0ACA-4E0B-95A5-A0C72F0B8B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6" name="组合 195">
                      <a:extLst>
                        <a:ext uri="{FF2B5EF4-FFF2-40B4-BE49-F238E27FC236}">
                          <a16:creationId xmlns:a16="http://schemas.microsoft.com/office/drawing/2014/main" id="{63A81AC5-F865-409B-99E4-CFDEC8B79B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201" name="任意多边形 2816">
                        <a:extLst>
                          <a:ext uri="{FF2B5EF4-FFF2-40B4-BE49-F238E27FC236}">
                            <a16:creationId xmlns:a16="http://schemas.microsoft.com/office/drawing/2014/main" id="{3A905EC8-A978-417D-B50F-65513382EB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2" name="任意多边形 2817">
                        <a:extLst>
                          <a:ext uri="{FF2B5EF4-FFF2-40B4-BE49-F238E27FC236}">
                            <a16:creationId xmlns:a16="http://schemas.microsoft.com/office/drawing/2014/main" id="{B6DE7D2F-BA5D-4373-BCFD-497C9CE823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3" name="任意多边形 2818">
                        <a:extLst>
                          <a:ext uri="{FF2B5EF4-FFF2-40B4-BE49-F238E27FC236}">
                            <a16:creationId xmlns:a16="http://schemas.microsoft.com/office/drawing/2014/main" id="{CDDF3297-FAC1-44EB-9D55-BCF69D22A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7" name="组合 196">
                      <a:extLst>
                        <a:ext uri="{FF2B5EF4-FFF2-40B4-BE49-F238E27FC236}">
                          <a16:creationId xmlns:a16="http://schemas.microsoft.com/office/drawing/2014/main" id="{B16DD3AF-07AF-4E2D-A134-5F43437B26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198" name="任意多边形 2813">
                        <a:extLst>
                          <a:ext uri="{FF2B5EF4-FFF2-40B4-BE49-F238E27FC236}">
                            <a16:creationId xmlns:a16="http://schemas.microsoft.com/office/drawing/2014/main" id="{0AEED839-E13C-499D-966D-A84FA506DE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9" name="任意多边形 2814">
                        <a:extLst>
                          <a:ext uri="{FF2B5EF4-FFF2-40B4-BE49-F238E27FC236}">
                            <a16:creationId xmlns:a16="http://schemas.microsoft.com/office/drawing/2014/main" id="{4D20B22F-1572-44AD-B805-39FA033F5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0" name="任意多边形 2815">
                        <a:extLst>
                          <a:ext uri="{FF2B5EF4-FFF2-40B4-BE49-F238E27FC236}">
                            <a16:creationId xmlns:a16="http://schemas.microsoft.com/office/drawing/2014/main" id="{08E2699F-AC7A-4BEC-B933-5C19D6BDEC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8" name="组合 127">
                  <a:extLst>
                    <a:ext uri="{FF2B5EF4-FFF2-40B4-BE49-F238E27FC236}">
                      <a16:creationId xmlns:a16="http://schemas.microsoft.com/office/drawing/2014/main" id="{05C7CC80-2026-4C5C-BB34-FAB5CC6FAA07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177" name="任意多边形 2779">
                    <a:extLst>
                      <a:ext uri="{FF2B5EF4-FFF2-40B4-BE49-F238E27FC236}">
                        <a16:creationId xmlns:a16="http://schemas.microsoft.com/office/drawing/2014/main" id="{2D19CDA8-7A88-4D4E-BD56-136E1B1C83FE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78" name="任意多边形 2784">
                    <a:extLst>
                      <a:ext uri="{FF2B5EF4-FFF2-40B4-BE49-F238E27FC236}">
                        <a16:creationId xmlns:a16="http://schemas.microsoft.com/office/drawing/2014/main" id="{6643632F-8E08-401C-BAA1-4497F788B15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9" name="组合 178">
                    <a:extLst>
                      <a:ext uri="{FF2B5EF4-FFF2-40B4-BE49-F238E27FC236}">
                        <a16:creationId xmlns:a16="http://schemas.microsoft.com/office/drawing/2014/main" id="{7FC10F00-E288-4285-BBA1-BD3A6911158D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180" name="组合 179">
                      <a:extLst>
                        <a:ext uri="{FF2B5EF4-FFF2-40B4-BE49-F238E27FC236}">
                          <a16:creationId xmlns:a16="http://schemas.microsoft.com/office/drawing/2014/main" id="{8537D44A-0DB1-4CC2-886D-A41FADF8AA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189" name="任意多边形 2804">
                        <a:extLst>
                          <a:ext uri="{FF2B5EF4-FFF2-40B4-BE49-F238E27FC236}">
                            <a16:creationId xmlns:a16="http://schemas.microsoft.com/office/drawing/2014/main" id="{D29C65BA-456A-4C94-B751-D631E95955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0" name="任意多边形 2805">
                        <a:extLst>
                          <a:ext uri="{FF2B5EF4-FFF2-40B4-BE49-F238E27FC236}">
                            <a16:creationId xmlns:a16="http://schemas.microsoft.com/office/drawing/2014/main" id="{72EAFBC1-896D-4EE0-A470-808EC77037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1" name="任意多边形 2806">
                        <a:extLst>
                          <a:ext uri="{FF2B5EF4-FFF2-40B4-BE49-F238E27FC236}">
                            <a16:creationId xmlns:a16="http://schemas.microsoft.com/office/drawing/2014/main" id="{7AE3C074-3412-49EE-BF73-4B01BCBC31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1" name="组合 180">
                      <a:extLst>
                        <a:ext uri="{FF2B5EF4-FFF2-40B4-BE49-F238E27FC236}">
                          <a16:creationId xmlns:a16="http://schemas.microsoft.com/office/drawing/2014/main" id="{FC5A641E-6B67-4906-BE31-45722577EB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186" name="任意多边形 2801">
                        <a:extLst>
                          <a:ext uri="{FF2B5EF4-FFF2-40B4-BE49-F238E27FC236}">
                            <a16:creationId xmlns:a16="http://schemas.microsoft.com/office/drawing/2014/main" id="{A5D187C2-3DF0-4CDC-9EC3-A0CEA45CC1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7" name="任意多边形 2802">
                        <a:extLst>
                          <a:ext uri="{FF2B5EF4-FFF2-40B4-BE49-F238E27FC236}">
                            <a16:creationId xmlns:a16="http://schemas.microsoft.com/office/drawing/2014/main" id="{23FC52C9-ABD6-4AFA-B2CF-317EAEE1FE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8" name="任意多边形 2803">
                        <a:extLst>
                          <a:ext uri="{FF2B5EF4-FFF2-40B4-BE49-F238E27FC236}">
                            <a16:creationId xmlns:a16="http://schemas.microsoft.com/office/drawing/2014/main" id="{C0577E4F-83EE-491A-AD03-A918A86EA2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2" name="组合 181">
                      <a:extLst>
                        <a:ext uri="{FF2B5EF4-FFF2-40B4-BE49-F238E27FC236}">
                          <a16:creationId xmlns:a16="http://schemas.microsoft.com/office/drawing/2014/main" id="{5ABFBDF7-0D13-4218-A507-82C9CCB4AC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183" name="任意多边形 2796">
                        <a:extLst>
                          <a:ext uri="{FF2B5EF4-FFF2-40B4-BE49-F238E27FC236}">
                            <a16:creationId xmlns:a16="http://schemas.microsoft.com/office/drawing/2014/main" id="{884D3028-4B71-4E9C-B36A-97EC3314F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4" name="任意多边形 2799">
                        <a:extLst>
                          <a:ext uri="{FF2B5EF4-FFF2-40B4-BE49-F238E27FC236}">
                            <a16:creationId xmlns:a16="http://schemas.microsoft.com/office/drawing/2014/main" id="{B6FAC551-59C1-4703-8502-9D04D8E19A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5" name="任意多边形 2800">
                        <a:extLst>
                          <a:ext uri="{FF2B5EF4-FFF2-40B4-BE49-F238E27FC236}">
                            <a16:creationId xmlns:a16="http://schemas.microsoft.com/office/drawing/2014/main" id="{15254A62-F962-4CA5-8970-9D0B3215CA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824D536C-707C-4C34-B9DA-1B5675E2C1B6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162" name="任意多边形 2739">
                    <a:extLst>
                      <a:ext uri="{FF2B5EF4-FFF2-40B4-BE49-F238E27FC236}">
                        <a16:creationId xmlns:a16="http://schemas.microsoft.com/office/drawing/2014/main" id="{2917B955-A9E8-4638-8B4C-07A49B5C05F0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63" name="任意多边形 2740">
                    <a:extLst>
                      <a:ext uri="{FF2B5EF4-FFF2-40B4-BE49-F238E27FC236}">
                        <a16:creationId xmlns:a16="http://schemas.microsoft.com/office/drawing/2014/main" id="{34B58FF7-C44A-482A-8DE1-FC5F7BA1494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64" name="组合 163">
                    <a:extLst>
                      <a:ext uri="{FF2B5EF4-FFF2-40B4-BE49-F238E27FC236}">
                        <a16:creationId xmlns:a16="http://schemas.microsoft.com/office/drawing/2014/main" id="{F6FB9CEB-1EF9-4A84-A966-B96108A19512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165" name="组合 164">
                      <a:extLst>
                        <a:ext uri="{FF2B5EF4-FFF2-40B4-BE49-F238E27FC236}">
                          <a16:creationId xmlns:a16="http://schemas.microsoft.com/office/drawing/2014/main" id="{23C25047-C696-4A63-BDAE-B0E87997BC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174" name="任意多边形 2772">
                        <a:extLst>
                          <a:ext uri="{FF2B5EF4-FFF2-40B4-BE49-F238E27FC236}">
                            <a16:creationId xmlns:a16="http://schemas.microsoft.com/office/drawing/2014/main" id="{812B1ED9-78BA-4AEE-9765-C57E25CF3F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5" name="任意多边形 2773">
                        <a:extLst>
                          <a:ext uri="{FF2B5EF4-FFF2-40B4-BE49-F238E27FC236}">
                            <a16:creationId xmlns:a16="http://schemas.microsoft.com/office/drawing/2014/main" id="{3F1D31F7-AEFF-446B-8090-5EEB55852F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6" name="任意多边形 2774">
                        <a:extLst>
                          <a:ext uri="{FF2B5EF4-FFF2-40B4-BE49-F238E27FC236}">
                            <a16:creationId xmlns:a16="http://schemas.microsoft.com/office/drawing/2014/main" id="{BF71D965-FB8A-40C8-9DF9-A72706DBD3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6" name="组合 165">
                      <a:extLst>
                        <a:ext uri="{FF2B5EF4-FFF2-40B4-BE49-F238E27FC236}">
                          <a16:creationId xmlns:a16="http://schemas.microsoft.com/office/drawing/2014/main" id="{603F20E9-C6A6-4F1F-A0CF-10CF0D5BFC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171" name="任意多边形 2751">
                        <a:extLst>
                          <a:ext uri="{FF2B5EF4-FFF2-40B4-BE49-F238E27FC236}">
                            <a16:creationId xmlns:a16="http://schemas.microsoft.com/office/drawing/2014/main" id="{823132C8-0268-48B6-ACD8-83E3DA485D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2" name="任意多边形 2758">
                        <a:extLst>
                          <a:ext uri="{FF2B5EF4-FFF2-40B4-BE49-F238E27FC236}">
                            <a16:creationId xmlns:a16="http://schemas.microsoft.com/office/drawing/2014/main" id="{AC803934-7806-43E5-821C-A594E9F6E0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3" name="任意多边形 2759">
                        <a:extLst>
                          <a:ext uri="{FF2B5EF4-FFF2-40B4-BE49-F238E27FC236}">
                            <a16:creationId xmlns:a16="http://schemas.microsoft.com/office/drawing/2014/main" id="{9C968248-115F-492E-A0C7-BFE6F8DE22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7" name="组合 166">
                      <a:extLst>
                        <a:ext uri="{FF2B5EF4-FFF2-40B4-BE49-F238E27FC236}">
                          <a16:creationId xmlns:a16="http://schemas.microsoft.com/office/drawing/2014/main" id="{6EB03A11-ABC7-45C6-8B2D-387FCA16AE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168" name="任意多边形 2745">
                        <a:extLst>
                          <a:ext uri="{FF2B5EF4-FFF2-40B4-BE49-F238E27FC236}">
                            <a16:creationId xmlns:a16="http://schemas.microsoft.com/office/drawing/2014/main" id="{B913C187-DFF3-4441-8162-2D6DFAEC5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9" name="任意多边形 2747">
                        <a:extLst>
                          <a:ext uri="{FF2B5EF4-FFF2-40B4-BE49-F238E27FC236}">
                            <a16:creationId xmlns:a16="http://schemas.microsoft.com/office/drawing/2014/main" id="{50DFB3A2-CC6D-4BEB-8CAC-D7FD9DE82B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0" name="任意多边形 2749">
                        <a:extLst>
                          <a:ext uri="{FF2B5EF4-FFF2-40B4-BE49-F238E27FC236}">
                            <a16:creationId xmlns:a16="http://schemas.microsoft.com/office/drawing/2014/main" id="{250D5494-7C97-4149-80E9-0E20346BAB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30" name="组合 129">
                  <a:extLst>
                    <a:ext uri="{FF2B5EF4-FFF2-40B4-BE49-F238E27FC236}">
                      <a16:creationId xmlns:a16="http://schemas.microsoft.com/office/drawing/2014/main" id="{164D9AA7-6D46-46B9-9190-9EB185D02918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147" name="任意多边形 2724">
                    <a:extLst>
                      <a:ext uri="{FF2B5EF4-FFF2-40B4-BE49-F238E27FC236}">
                        <a16:creationId xmlns:a16="http://schemas.microsoft.com/office/drawing/2014/main" id="{85658E6A-8ED3-4E17-A9B0-635710C6CB9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8" name="任意多边形 2725">
                    <a:extLst>
                      <a:ext uri="{FF2B5EF4-FFF2-40B4-BE49-F238E27FC236}">
                        <a16:creationId xmlns:a16="http://schemas.microsoft.com/office/drawing/2014/main" id="{028013CA-CDF9-4644-BCC4-AC1905708A06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9" name="组合 148">
                    <a:extLst>
                      <a:ext uri="{FF2B5EF4-FFF2-40B4-BE49-F238E27FC236}">
                        <a16:creationId xmlns:a16="http://schemas.microsoft.com/office/drawing/2014/main" id="{F0140018-07DA-4E8C-97DE-33474CAA86BE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150" name="组合 149">
                      <a:extLst>
                        <a:ext uri="{FF2B5EF4-FFF2-40B4-BE49-F238E27FC236}">
                          <a16:creationId xmlns:a16="http://schemas.microsoft.com/office/drawing/2014/main" id="{6A5FB571-EA3A-47F1-A9AE-9D35EF039F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159" name="任意多边形 2736">
                        <a:extLst>
                          <a:ext uri="{FF2B5EF4-FFF2-40B4-BE49-F238E27FC236}">
                            <a16:creationId xmlns:a16="http://schemas.microsoft.com/office/drawing/2014/main" id="{A321E929-7447-401F-8D8C-4C41128679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0" name="任意多边形 2737">
                        <a:extLst>
                          <a:ext uri="{FF2B5EF4-FFF2-40B4-BE49-F238E27FC236}">
                            <a16:creationId xmlns:a16="http://schemas.microsoft.com/office/drawing/2014/main" id="{982D48C8-3409-4457-A887-7211C68096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1" name="任意多边形 2738">
                        <a:extLst>
                          <a:ext uri="{FF2B5EF4-FFF2-40B4-BE49-F238E27FC236}">
                            <a16:creationId xmlns:a16="http://schemas.microsoft.com/office/drawing/2014/main" id="{528E743F-A15E-4057-857C-C7CB98E6A9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1" name="组合 150">
                      <a:extLst>
                        <a:ext uri="{FF2B5EF4-FFF2-40B4-BE49-F238E27FC236}">
                          <a16:creationId xmlns:a16="http://schemas.microsoft.com/office/drawing/2014/main" id="{25CCFF20-17D1-4B03-B5B9-3AAB3BFA19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156" name="任意多边形 2733">
                        <a:extLst>
                          <a:ext uri="{FF2B5EF4-FFF2-40B4-BE49-F238E27FC236}">
                            <a16:creationId xmlns:a16="http://schemas.microsoft.com/office/drawing/2014/main" id="{C05C7D79-57BE-420C-8A7E-43B687A9D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7" name="任意多边形 2734">
                        <a:extLst>
                          <a:ext uri="{FF2B5EF4-FFF2-40B4-BE49-F238E27FC236}">
                            <a16:creationId xmlns:a16="http://schemas.microsoft.com/office/drawing/2014/main" id="{9256DDF1-4266-49F8-9D80-B2834ED438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8" name="任意多边形 2735">
                        <a:extLst>
                          <a:ext uri="{FF2B5EF4-FFF2-40B4-BE49-F238E27FC236}">
                            <a16:creationId xmlns:a16="http://schemas.microsoft.com/office/drawing/2014/main" id="{19AC8C5C-FB16-46BD-8497-1D5E1A1DE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2" name="组合 151">
                      <a:extLst>
                        <a:ext uri="{FF2B5EF4-FFF2-40B4-BE49-F238E27FC236}">
                          <a16:creationId xmlns:a16="http://schemas.microsoft.com/office/drawing/2014/main" id="{4267E504-1F03-4329-AB09-35199A9A6F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153" name="任意多边形 2730">
                        <a:extLst>
                          <a:ext uri="{FF2B5EF4-FFF2-40B4-BE49-F238E27FC236}">
                            <a16:creationId xmlns:a16="http://schemas.microsoft.com/office/drawing/2014/main" id="{31FCDBD8-E0E2-46EA-AED9-E084A3C310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4" name="任意多边形 2731">
                        <a:extLst>
                          <a:ext uri="{FF2B5EF4-FFF2-40B4-BE49-F238E27FC236}">
                            <a16:creationId xmlns:a16="http://schemas.microsoft.com/office/drawing/2014/main" id="{DC261608-FA03-4A6C-A561-D57ACF4511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5" name="任意多边形 2732">
                        <a:extLst>
                          <a:ext uri="{FF2B5EF4-FFF2-40B4-BE49-F238E27FC236}">
                            <a16:creationId xmlns:a16="http://schemas.microsoft.com/office/drawing/2014/main" id="{5B160E2D-98F1-434F-A688-2F2BEC8F85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31" name="组合 130">
                  <a:extLst>
                    <a:ext uri="{FF2B5EF4-FFF2-40B4-BE49-F238E27FC236}">
                      <a16:creationId xmlns:a16="http://schemas.microsoft.com/office/drawing/2014/main" id="{EAA3B356-6D19-49A7-911E-2AD4BAD661B7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132" name="任意多边形 2709">
                    <a:extLst>
                      <a:ext uri="{FF2B5EF4-FFF2-40B4-BE49-F238E27FC236}">
                        <a16:creationId xmlns:a16="http://schemas.microsoft.com/office/drawing/2014/main" id="{4F44971C-5D66-466B-AAA7-7BE1AAB4540B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33" name="任意多边形 2710">
                    <a:extLst>
                      <a:ext uri="{FF2B5EF4-FFF2-40B4-BE49-F238E27FC236}">
                        <a16:creationId xmlns:a16="http://schemas.microsoft.com/office/drawing/2014/main" id="{63240621-4E8E-4197-83AA-5CD6EEC2F817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34" name="组合 133">
                    <a:extLst>
                      <a:ext uri="{FF2B5EF4-FFF2-40B4-BE49-F238E27FC236}">
                        <a16:creationId xmlns:a16="http://schemas.microsoft.com/office/drawing/2014/main" id="{23D3C1B7-13B3-4704-B0B7-9605075DC205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135" name="组合 134">
                      <a:extLst>
                        <a:ext uri="{FF2B5EF4-FFF2-40B4-BE49-F238E27FC236}">
                          <a16:creationId xmlns:a16="http://schemas.microsoft.com/office/drawing/2014/main" id="{23A138C4-3F64-450E-B2D7-7BBB962218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144" name="任意多边形 2721">
                        <a:extLst>
                          <a:ext uri="{FF2B5EF4-FFF2-40B4-BE49-F238E27FC236}">
                            <a16:creationId xmlns:a16="http://schemas.microsoft.com/office/drawing/2014/main" id="{2D61B208-28B7-4FAA-A6CE-2E584D281F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5" name="任意多边形 2722">
                        <a:extLst>
                          <a:ext uri="{FF2B5EF4-FFF2-40B4-BE49-F238E27FC236}">
                            <a16:creationId xmlns:a16="http://schemas.microsoft.com/office/drawing/2014/main" id="{2CC56D50-BC29-403E-B874-F195DCE92D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6" name="任意多边形 2723">
                        <a:extLst>
                          <a:ext uri="{FF2B5EF4-FFF2-40B4-BE49-F238E27FC236}">
                            <a16:creationId xmlns:a16="http://schemas.microsoft.com/office/drawing/2014/main" id="{B182D3FB-2069-46A3-A510-F9450BE96A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6" name="组合 135">
                      <a:extLst>
                        <a:ext uri="{FF2B5EF4-FFF2-40B4-BE49-F238E27FC236}">
                          <a16:creationId xmlns:a16="http://schemas.microsoft.com/office/drawing/2014/main" id="{3C343B0E-9A2F-45A1-9CF9-A25F6506F9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141" name="任意多边形 2718">
                        <a:extLst>
                          <a:ext uri="{FF2B5EF4-FFF2-40B4-BE49-F238E27FC236}">
                            <a16:creationId xmlns:a16="http://schemas.microsoft.com/office/drawing/2014/main" id="{4224F70E-4D69-46D1-B474-438C50DF60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2" name="任意多边形 2719">
                        <a:extLst>
                          <a:ext uri="{FF2B5EF4-FFF2-40B4-BE49-F238E27FC236}">
                            <a16:creationId xmlns:a16="http://schemas.microsoft.com/office/drawing/2014/main" id="{D593E877-4508-4927-9196-52A92A004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3" name="任意多边形 2720">
                        <a:extLst>
                          <a:ext uri="{FF2B5EF4-FFF2-40B4-BE49-F238E27FC236}">
                            <a16:creationId xmlns:a16="http://schemas.microsoft.com/office/drawing/2014/main" id="{43FEC96D-456C-40CF-A9E7-C772D4402D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7" name="组合 136">
                      <a:extLst>
                        <a:ext uri="{FF2B5EF4-FFF2-40B4-BE49-F238E27FC236}">
                          <a16:creationId xmlns:a16="http://schemas.microsoft.com/office/drawing/2014/main" id="{89A1B782-32FE-4F80-A985-9ACA1A902F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138" name="任意多边形 2715">
                        <a:extLst>
                          <a:ext uri="{FF2B5EF4-FFF2-40B4-BE49-F238E27FC236}">
                            <a16:creationId xmlns:a16="http://schemas.microsoft.com/office/drawing/2014/main" id="{AB1D04DC-00A6-43C7-A8E3-0BFC51FA3F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9" name="任意多边形 2716">
                        <a:extLst>
                          <a:ext uri="{FF2B5EF4-FFF2-40B4-BE49-F238E27FC236}">
                            <a16:creationId xmlns:a16="http://schemas.microsoft.com/office/drawing/2014/main" id="{43C0A853-057E-4B2B-AFF2-50BFE50322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0" name="任意多边形 2717">
                        <a:extLst>
                          <a:ext uri="{FF2B5EF4-FFF2-40B4-BE49-F238E27FC236}">
                            <a16:creationId xmlns:a16="http://schemas.microsoft.com/office/drawing/2014/main" id="{5669BFF5-063A-4312-BB79-27207CF2BD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3D982A2B-D09D-4964-8C65-EE93DEBB4E02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2B810D2A-6BC7-49B1-85B1-A29E8D97F9B1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111" name="任意多边形 2688">
                    <a:extLst>
                      <a:ext uri="{FF2B5EF4-FFF2-40B4-BE49-F238E27FC236}">
                        <a16:creationId xmlns:a16="http://schemas.microsoft.com/office/drawing/2014/main" id="{F917E0EC-08C7-4B4F-9DD2-623EFFE3DE8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12" name="任意多边形 2689">
                    <a:extLst>
                      <a:ext uri="{FF2B5EF4-FFF2-40B4-BE49-F238E27FC236}">
                        <a16:creationId xmlns:a16="http://schemas.microsoft.com/office/drawing/2014/main" id="{AD6CBD85-6F86-4122-BCA3-B8E6EEF0E589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13" name="组合 112">
                    <a:extLst>
                      <a:ext uri="{FF2B5EF4-FFF2-40B4-BE49-F238E27FC236}">
                        <a16:creationId xmlns:a16="http://schemas.microsoft.com/office/drawing/2014/main" id="{CD6ADC75-BF98-4B60-A955-C3FE217284B7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114" name="组合 113">
                      <a:extLst>
                        <a:ext uri="{FF2B5EF4-FFF2-40B4-BE49-F238E27FC236}">
                          <a16:creationId xmlns:a16="http://schemas.microsoft.com/office/drawing/2014/main" id="{534420D9-D899-4063-8F8B-214356A1C6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123" name="任意多边形 2700">
                        <a:extLst>
                          <a:ext uri="{FF2B5EF4-FFF2-40B4-BE49-F238E27FC236}">
                            <a16:creationId xmlns:a16="http://schemas.microsoft.com/office/drawing/2014/main" id="{840B23CB-02F2-45DB-94CC-C34A53A2B3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4" name="任意多边形 2701">
                        <a:extLst>
                          <a:ext uri="{FF2B5EF4-FFF2-40B4-BE49-F238E27FC236}">
                            <a16:creationId xmlns:a16="http://schemas.microsoft.com/office/drawing/2014/main" id="{579DC6B7-9694-46B2-85F4-B54126F348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5" name="任意多边形 2702">
                        <a:extLst>
                          <a:ext uri="{FF2B5EF4-FFF2-40B4-BE49-F238E27FC236}">
                            <a16:creationId xmlns:a16="http://schemas.microsoft.com/office/drawing/2014/main" id="{58418EEB-F2A1-47F4-8C12-E6529D9A70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5" name="组合 114">
                      <a:extLst>
                        <a:ext uri="{FF2B5EF4-FFF2-40B4-BE49-F238E27FC236}">
                          <a16:creationId xmlns:a16="http://schemas.microsoft.com/office/drawing/2014/main" id="{ECF82981-1842-4D4D-B754-4A78427AB3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120" name="任意多边形 2697">
                        <a:extLst>
                          <a:ext uri="{FF2B5EF4-FFF2-40B4-BE49-F238E27FC236}">
                            <a16:creationId xmlns:a16="http://schemas.microsoft.com/office/drawing/2014/main" id="{6AD69705-B800-4553-9DD1-40DA4B4912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1" name="任意多边形 2698">
                        <a:extLst>
                          <a:ext uri="{FF2B5EF4-FFF2-40B4-BE49-F238E27FC236}">
                            <a16:creationId xmlns:a16="http://schemas.microsoft.com/office/drawing/2014/main" id="{E64B79E4-EB4D-4438-BEFB-782DF9D3C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2" name="任意多边形 2699">
                        <a:extLst>
                          <a:ext uri="{FF2B5EF4-FFF2-40B4-BE49-F238E27FC236}">
                            <a16:creationId xmlns:a16="http://schemas.microsoft.com/office/drawing/2014/main" id="{C5BC001C-D176-41D5-AA39-88B3835AD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6" name="组合 115">
                      <a:extLst>
                        <a:ext uri="{FF2B5EF4-FFF2-40B4-BE49-F238E27FC236}">
                          <a16:creationId xmlns:a16="http://schemas.microsoft.com/office/drawing/2014/main" id="{5C60DFD5-490B-44CA-A8B5-C6BCC87A13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117" name="任意多边形 2694">
                        <a:extLst>
                          <a:ext uri="{FF2B5EF4-FFF2-40B4-BE49-F238E27FC236}">
                            <a16:creationId xmlns:a16="http://schemas.microsoft.com/office/drawing/2014/main" id="{E654E293-1674-40D6-B7BC-A43BF3ECCF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8" name="任意多边形 2695">
                        <a:extLst>
                          <a:ext uri="{FF2B5EF4-FFF2-40B4-BE49-F238E27FC236}">
                            <a16:creationId xmlns:a16="http://schemas.microsoft.com/office/drawing/2014/main" id="{F3BAE4F7-071D-4F47-9995-9D156CE261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9" name="任意多边形 2696">
                        <a:extLst>
                          <a:ext uri="{FF2B5EF4-FFF2-40B4-BE49-F238E27FC236}">
                            <a16:creationId xmlns:a16="http://schemas.microsoft.com/office/drawing/2014/main" id="{A3CC3578-6179-4E22-9C32-69BDEE0369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C21E10B4-A5A7-482A-83CC-C978740ED79F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96" name="任意多边形 2673">
                    <a:extLst>
                      <a:ext uri="{FF2B5EF4-FFF2-40B4-BE49-F238E27FC236}">
                        <a16:creationId xmlns:a16="http://schemas.microsoft.com/office/drawing/2014/main" id="{263C8F04-CD47-4D6C-A333-6ACBC2FA9637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97" name="任意多边形 2674">
                    <a:extLst>
                      <a:ext uri="{FF2B5EF4-FFF2-40B4-BE49-F238E27FC236}">
                        <a16:creationId xmlns:a16="http://schemas.microsoft.com/office/drawing/2014/main" id="{2FC35AA4-1268-4F34-A3F4-6BD8F037FBF9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98" name="组合 97">
                    <a:extLst>
                      <a:ext uri="{FF2B5EF4-FFF2-40B4-BE49-F238E27FC236}">
                        <a16:creationId xmlns:a16="http://schemas.microsoft.com/office/drawing/2014/main" id="{672D8B0D-CDC0-4F00-8063-10676C93D17F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99" name="组合 98">
                      <a:extLst>
                        <a:ext uri="{FF2B5EF4-FFF2-40B4-BE49-F238E27FC236}">
                          <a16:creationId xmlns:a16="http://schemas.microsoft.com/office/drawing/2014/main" id="{50FC0C57-065C-461E-81DC-B5935715DA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108" name="任意多边形 2685">
                        <a:extLst>
                          <a:ext uri="{FF2B5EF4-FFF2-40B4-BE49-F238E27FC236}">
                            <a16:creationId xmlns:a16="http://schemas.microsoft.com/office/drawing/2014/main" id="{A72032BB-FA5F-4BAE-8468-A634CC94DA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9" name="任意多边形 2686">
                        <a:extLst>
                          <a:ext uri="{FF2B5EF4-FFF2-40B4-BE49-F238E27FC236}">
                            <a16:creationId xmlns:a16="http://schemas.microsoft.com/office/drawing/2014/main" id="{8FA7376E-6810-4BAA-A08E-C7E9C6C5D1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0" name="任意多边形 2687">
                        <a:extLst>
                          <a:ext uri="{FF2B5EF4-FFF2-40B4-BE49-F238E27FC236}">
                            <a16:creationId xmlns:a16="http://schemas.microsoft.com/office/drawing/2014/main" id="{B3E108A0-7F08-43C7-AC1D-47BF7F6D98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0" name="组合 99">
                      <a:extLst>
                        <a:ext uri="{FF2B5EF4-FFF2-40B4-BE49-F238E27FC236}">
                          <a16:creationId xmlns:a16="http://schemas.microsoft.com/office/drawing/2014/main" id="{906B6730-533E-4047-A4F0-5E6F194BCD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105" name="任意多边形 2682">
                        <a:extLst>
                          <a:ext uri="{FF2B5EF4-FFF2-40B4-BE49-F238E27FC236}">
                            <a16:creationId xmlns:a16="http://schemas.microsoft.com/office/drawing/2014/main" id="{DD2963EF-65E1-436C-B4A3-01EF839D9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6" name="任意多边形 2683">
                        <a:extLst>
                          <a:ext uri="{FF2B5EF4-FFF2-40B4-BE49-F238E27FC236}">
                            <a16:creationId xmlns:a16="http://schemas.microsoft.com/office/drawing/2014/main" id="{77231019-511B-466A-841D-59302E235C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7" name="任意多边形 2684">
                        <a:extLst>
                          <a:ext uri="{FF2B5EF4-FFF2-40B4-BE49-F238E27FC236}">
                            <a16:creationId xmlns:a16="http://schemas.microsoft.com/office/drawing/2014/main" id="{BC55DBAD-AF0F-402B-B6E4-05705CC5B7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1" name="组合 100">
                      <a:extLst>
                        <a:ext uri="{FF2B5EF4-FFF2-40B4-BE49-F238E27FC236}">
                          <a16:creationId xmlns:a16="http://schemas.microsoft.com/office/drawing/2014/main" id="{0947A007-0558-4193-9F74-DBBF659B5B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102" name="任意多边形 2679">
                        <a:extLst>
                          <a:ext uri="{FF2B5EF4-FFF2-40B4-BE49-F238E27FC236}">
                            <a16:creationId xmlns:a16="http://schemas.microsoft.com/office/drawing/2014/main" id="{30135F3D-97F6-400E-924F-BB68296C37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3" name="任意多边形 2680">
                        <a:extLst>
                          <a:ext uri="{FF2B5EF4-FFF2-40B4-BE49-F238E27FC236}">
                            <a16:creationId xmlns:a16="http://schemas.microsoft.com/office/drawing/2014/main" id="{3BC137ED-FF78-41BE-8116-1C2EE4CF6D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4" name="任意多边形 2681">
                        <a:extLst>
                          <a:ext uri="{FF2B5EF4-FFF2-40B4-BE49-F238E27FC236}">
                            <a16:creationId xmlns:a16="http://schemas.microsoft.com/office/drawing/2014/main" id="{96524758-F7FB-4C4B-97B2-28C1EBD41F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" name="组合 31">
                  <a:extLst>
                    <a:ext uri="{FF2B5EF4-FFF2-40B4-BE49-F238E27FC236}">
                      <a16:creationId xmlns:a16="http://schemas.microsoft.com/office/drawing/2014/main" id="{7DE37EAA-C7A7-4BFD-9967-B4C098C2D7EC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81" name="任意多边形 2658">
                    <a:extLst>
                      <a:ext uri="{FF2B5EF4-FFF2-40B4-BE49-F238E27FC236}">
                        <a16:creationId xmlns:a16="http://schemas.microsoft.com/office/drawing/2014/main" id="{03271CB5-4865-42E8-85E1-AFB6F6500B99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82" name="任意多边形 2659">
                    <a:extLst>
                      <a:ext uri="{FF2B5EF4-FFF2-40B4-BE49-F238E27FC236}">
                        <a16:creationId xmlns:a16="http://schemas.microsoft.com/office/drawing/2014/main" id="{7A988119-98E4-4AB1-AFD3-302DB17AF8B9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83" name="组合 82">
                    <a:extLst>
                      <a:ext uri="{FF2B5EF4-FFF2-40B4-BE49-F238E27FC236}">
                        <a16:creationId xmlns:a16="http://schemas.microsoft.com/office/drawing/2014/main" id="{2DB16BAD-C16B-46D3-AB5E-5C587F9AE52D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84" name="组合 83">
                      <a:extLst>
                        <a:ext uri="{FF2B5EF4-FFF2-40B4-BE49-F238E27FC236}">
                          <a16:creationId xmlns:a16="http://schemas.microsoft.com/office/drawing/2014/main" id="{0B925246-01EC-47CA-B6CB-832755AE60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93" name="任意多边形 2670">
                        <a:extLst>
                          <a:ext uri="{FF2B5EF4-FFF2-40B4-BE49-F238E27FC236}">
                            <a16:creationId xmlns:a16="http://schemas.microsoft.com/office/drawing/2014/main" id="{03C0DEBE-9ECB-4649-AD84-EBF0B4C157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4" name="任意多边形 2671">
                        <a:extLst>
                          <a:ext uri="{FF2B5EF4-FFF2-40B4-BE49-F238E27FC236}">
                            <a16:creationId xmlns:a16="http://schemas.microsoft.com/office/drawing/2014/main" id="{0FD90434-7F06-4D85-8C1B-2428260CC3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5" name="任意多边形 2672">
                        <a:extLst>
                          <a:ext uri="{FF2B5EF4-FFF2-40B4-BE49-F238E27FC236}">
                            <a16:creationId xmlns:a16="http://schemas.microsoft.com/office/drawing/2014/main" id="{2A54E8C2-84B6-4C32-80AE-39BBF6B8DD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5" name="组合 84">
                      <a:extLst>
                        <a:ext uri="{FF2B5EF4-FFF2-40B4-BE49-F238E27FC236}">
                          <a16:creationId xmlns:a16="http://schemas.microsoft.com/office/drawing/2014/main" id="{0FB3B897-149F-40DE-AF32-3ED79AC8B1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90" name="任意多边形 2667">
                        <a:extLst>
                          <a:ext uri="{FF2B5EF4-FFF2-40B4-BE49-F238E27FC236}">
                            <a16:creationId xmlns:a16="http://schemas.microsoft.com/office/drawing/2014/main" id="{58AA2299-326D-4D33-83A3-1BE2ACB2A5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1" name="任意多边形 2668">
                        <a:extLst>
                          <a:ext uri="{FF2B5EF4-FFF2-40B4-BE49-F238E27FC236}">
                            <a16:creationId xmlns:a16="http://schemas.microsoft.com/office/drawing/2014/main" id="{148BF470-1715-4A48-B5CE-1EAF1297F0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2" name="任意多边形 2669">
                        <a:extLst>
                          <a:ext uri="{FF2B5EF4-FFF2-40B4-BE49-F238E27FC236}">
                            <a16:creationId xmlns:a16="http://schemas.microsoft.com/office/drawing/2014/main" id="{A52B9771-4991-4062-9482-7DD493EDB8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6" name="组合 85">
                      <a:extLst>
                        <a:ext uri="{FF2B5EF4-FFF2-40B4-BE49-F238E27FC236}">
                          <a16:creationId xmlns:a16="http://schemas.microsoft.com/office/drawing/2014/main" id="{236056F9-330A-42F4-A584-BBB563BB6C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87" name="任意多边形 2664">
                        <a:extLst>
                          <a:ext uri="{FF2B5EF4-FFF2-40B4-BE49-F238E27FC236}">
                            <a16:creationId xmlns:a16="http://schemas.microsoft.com/office/drawing/2014/main" id="{6DEE61FA-6D26-40C9-82FD-D6EBBC8BB9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8" name="任意多边形 2665">
                        <a:extLst>
                          <a:ext uri="{FF2B5EF4-FFF2-40B4-BE49-F238E27FC236}">
                            <a16:creationId xmlns:a16="http://schemas.microsoft.com/office/drawing/2014/main" id="{FF5FAE14-835A-4B37-801F-6C99AC2D04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9" name="任意多边形 2666">
                        <a:extLst>
                          <a:ext uri="{FF2B5EF4-FFF2-40B4-BE49-F238E27FC236}">
                            <a16:creationId xmlns:a16="http://schemas.microsoft.com/office/drawing/2014/main" id="{381638AB-4D3E-4399-81EC-D6B51E3925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F74AB868-EE4C-4EDF-8EE6-1F15193BB180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66" name="任意多边形 2641">
                    <a:extLst>
                      <a:ext uri="{FF2B5EF4-FFF2-40B4-BE49-F238E27FC236}">
                        <a16:creationId xmlns:a16="http://schemas.microsoft.com/office/drawing/2014/main" id="{1768080C-96C4-400A-BE85-273AB42EF876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7" name="任意多边形 2642">
                    <a:extLst>
                      <a:ext uri="{FF2B5EF4-FFF2-40B4-BE49-F238E27FC236}">
                        <a16:creationId xmlns:a16="http://schemas.microsoft.com/office/drawing/2014/main" id="{46A0EBD9-8FA7-4E6B-B916-1BB28A24CDDD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8" name="组合 67">
                    <a:extLst>
                      <a:ext uri="{FF2B5EF4-FFF2-40B4-BE49-F238E27FC236}">
                        <a16:creationId xmlns:a16="http://schemas.microsoft.com/office/drawing/2014/main" id="{5052D1F1-1188-448E-8C68-D21F8738FADB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69" name="组合 68">
                      <a:extLst>
                        <a:ext uri="{FF2B5EF4-FFF2-40B4-BE49-F238E27FC236}">
                          <a16:creationId xmlns:a16="http://schemas.microsoft.com/office/drawing/2014/main" id="{AB7533B3-E04A-478E-AB07-81C6368987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78" name="任意多边形 2655">
                        <a:extLst>
                          <a:ext uri="{FF2B5EF4-FFF2-40B4-BE49-F238E27FC236}">
                            <a16:creationId xmlns:a16="http://schemas.microsoft.com/office/drawing/2014/main" id="{AE60AF1A-00B5-4333-B693-111C522739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9" name="任意多边形 2656">
                        <a:extLst>
                          <a:ext uri="{FF2B5EF4-FFF2-40B4-BE49-F238E27FC236}">
                            <a16:creationId xmlns:a16="http://schemas.microsoft.com/office/drawing/2014/main" id="{889CAC05-1DF6-42D7-85E0-95EFD5618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0" name="任意多边形 2657">
                        <a:extLst>
                          <a:ext uri="{FF2B5EF4-FFF2-40B4-BE49-F238E27FC236}">
                            <a16:creationId xmlns:a16="http://schemas.microsoft.com/office/drawing/2014/main" id="{79A492AD-0D75-447F-9D2E-D0091D240B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0" name="组合 69">
                      <a:extLst>
                        <a:ext uri="{FF2B5EF4-FFF2-40B4-BE49-F238E27FC236}">
                          <a16:creationId xmlns:a16="http://schemas.microsoft.com/office/drawing/2014/main" id="{943DA9CB-B434-4FEF-9A24-681DFD75FE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75" name="任意多边形 2652">
                        <a:extLst>
                          <a:ext uri="{FF2B5EF4-FFF2-40B4-BE49-F238E27FC236}">
                            <a16:creationId xmlns:a16="http://schemas.microsoft.com/office/drawing/2014/main" id="{5CC8785F-8341-45D5-8883-6A9CDF35B5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6" name="任意多边形 2653">
                        <a:extLst>
                          <a:ext uri="{FF2B5EF4-FFF2-40B4-BE49-F238E27FC236}">
                            <a16:creationId xmlns:a16="http://schemas.microsoft.com/office/drawing/2014/main" id="{98F9DBCC-89C0-46C3-B7C0-6C6DA798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7" name="任意多边形 2654">
                        <a:extLst>
                          <a:ext uri="{FF2B5EF4-FFF2-40B4-BE49-F238E27FC236}">
                            <a16:creationId xmlns:a16="http://schemas.microsoft.com/office/drawing/2014/main" id="{145C34BE-9EF4-4CC3-A4B6-B81EB29020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1" name="组合 70">
                      <a:extLst>
                        <a:ext uri="{FF2B5EF4-FFF2-40B4-BE49-F238E27FC236}">
                          <a16:creationId xmlns:a16="http://schemas.microsoft.com/office/drawing/2014/main" id="{62E0164F-29F6-4817-97DB-A19FBBF955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72" name="任意多边形 2647">
                        <a:extLst>
                          <a:ext uri="{FF2B5EF4-FFF2-40B4-BE49-F238E27FC236}">
                            <a16:creationId xmlns:a16="http://schemas.microsoft.com/office/drawing/2014/main" id="{6D1B3A33-285C-473E-AA4D-A648079134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3" name="任意多边形 2648">
                        <a:extLst>
                          <a:ext uri="{FF2B5EF4-FFF2-40B4-BE49-F238E27FC236}">
                            <a16:creationId xmlns:a16="http://schemas.microsoft.com/office/drawing/2014/main" id="{7E0FA8D8-DEB4-44C9-9C84-F46AE0ED6A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4" name="任意多边形 2650">
                        <a:extLst>
                          <a:ext uri="{FF2B5EF4-FFF2-40B4-BE49-F238E27FC236}">
                            <a16:creationId xmlns:a16="http://schemas.microsoft.com/office/drawing/2014/main" id="{70BB3A60-0A1D-4D67-A755-0D164AA7F8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4" name="组合 33">
                  <a:extLst>
                    <a:ext uri="{FF2B5EF4-FFF2-40B4-BE49-F238E27FC236}">
                      <a16:creationId xmlns:a16="http://schemas.microsoft.com/office/drawing/2014/main" id="{CB587F71-4A67-43BC-B6B3-F9D81EBD99E5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51" name="任意多边形 2626">
                    <a:extLst>
                      <a:ext uri="{FF2B5EF4-FFF2-40B4-BE49-F238E27FC236}">
                        <a16:creationId xmlns:a16="http://schemas.microsoft.com/office/drawing/2014/main" id="{38E05D4D-500A-4596-B18C-BDB044E3F126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" name="任意多边形 2627">
                    <a:extLst>
                      <a:ext uri="{FF2B5EF4-FFF2-40B4-BE49-F238E27FC236}">
                        <a16:creationId xmlns:a16="http://schemas.microsoft.com/office/drawing/2014/main" id="{2587B70A-51E1-42EB-AD08-3F68AC3BEE7C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3" name="组合 52">
                    <a:extLst>
                      <a:ext uri="{FF2B5EF4-FFF2-40B4-BE49-F238E27FC236}">
                        <a16:creationId xmlns:a16="http://schemas.microsoft.com/office/drawing/2014/main" id="{9B464D5A-B39A-4736-9741-7A6B8E249AA5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54" name="组合 53">
                      <a:extLst>
                        <a:ext uri="{FF2B5EF4-FFF2-40B4-BE49-F238E27FC236}">
                          <a16:creationId xmlns:a16="http://schemas.microsoft.com/office/drawing/2014/main" id="{C0F90CDC-21EA-4CA5-8AF3-A73F726F3C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63" name="任意多边形 2638">
                        <a:extLst>
                          <a:ext uri="{FF2B5EF4-FFF2-40B4-BE49-F238E27FC236}">
                            <a16:creationId xmlns:a16="http://schemas.microsoft.com/office/drawing/2014/main" id="{63252A78-92A5-493A-BAF4-FA3120499C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" name="任意多边形 2639">
                        <a:extLst>
                          <a:ext uri="{FF2B5EF4-FFF2-40B4-BE49-F238E27FC236}">
                            <a16:creationId xmlns:a16="http://schemas.microsoft.com/office/drawing/2014/main" id="{65A1361B-2607-4D93-A672-CA3A905A88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" name="任意多边形 2640">
                        <a:extLst>
                          <a:ext uri="{FF2B5EF4-FFF2-40B4-BE49-F238E27FC236}">
                            <a16:creationId xmlns:a16="http://schemas.microsoft.com/office/drawing/2014/main" id="{6C8717C9-9A9F-4847-BBFD-59A8897503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" name="组合 54">
                      <a:extLst>
                        <a:ext uri="{FF2B5EF4-FFF2-40B4-BE49-F238E27FC236}">
                          <a16:creationId xmlns:a16="http://schemas.microsoft.com/office/drawing/2014/main" id="{34DF747D-3434-47CD-BA95-6D2CD876AD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60" name="任意多边形 2635">
                        <a:extLst>
                          <a:ext uri="{FF2B5EF4-FFF2-40B4-BE49-F238E27FC236}">
                            <a16:creationId xmlns:a16="http://schemas.microsoft.com/office/drawing/2014/main" id="{75501FBD-7D4F-4F96-BB12-90E28A3A2B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" name="任意多边形 2636">
                        <a:extLst>
                          <a:ext uri="{FF2B5EF4-FFF2-40B4-BE49-F238E27FC236}">
                            <a16:creationId xmlns:a16="http://schemas.microsoft.com/office/drawing/2014/main" id="{2E34320C-B117-40D5-97EC-1627C60BAC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" name="任意多边形 2637">
                        <a:extLst>
                          <a:ext uri="{FF2B5EF4-FFF2-40B4-BE49-F238E27FC236}">
                            <a16:creationId xmlns:a16="http://schemas.microsoft.com/office/drawing/2014/main" id="{2539A74D-5E0F-42CC-84CC-E5827B9C5B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" name="组合 55">
                      <a:extLst>
                        <a:ext uri="{FF2B5EF4-FFF2-40B4-BE49-F238E27FC236}">
                          <a16:creationId xmlns:a16="http://schemas.microsoft.com/office/drawing/2014/main" id="{C3E4CAA0-CC11-440B-955D-E1D39A2538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57" name="任意多边形 2632">
                        <a:extLst>
                          <a:ext uri="{FF2B5EF4-FFF2-40B4-BE49-F238E27FC236}">
                            <a16:creationId xmlns:a16="http://schemas.microsoft.com/office/drawing/2014/main" id="{E470ABCB-E90B-42B3-8BDC-AAA7F8B95B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" name="任意多边形 2633">
                        <a:extLst>
                          <a:ext uri="{FF2B5EF4-FFF2-40B4-BE49-F238E27FC236}">
                            <a16:creationId xmlns:a16="http://schemas.microsoft.com/office/drawing/2014/main" id="{84328DE4-20EA-483D-A5A8-8F76598BB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" name="任意多边形 2634">
                        <a:extLst>
                          <a:ext uri="{FF2B5EF4-FFF2-40B4-BE49-F238E27FC236}">
                            <a16:creationId xmlns:a16="http://schemas.microsoft.com/office/drawing/2014/main" id="{F34F7B1B-E1AE-48EB-AA23-2100FC8E25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5" name="组合 34">
                  <a:extLst>
                    <a:ext uri="{FF2B5EF4-FFF2-40B4-BE49-F238E27FC236}">
                      <a16:creationId xmlns:a16="http://schemas.microsoft.com/office/drawing/2014/main" id="{E74B383C-0466-437B-A226-986EEE7D79F3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36" name="任意多边形 2609">
                    <a:extLst>
                      <a:ext uri="{FF2B5EF4-FFF2-40B4-BE49-F238E27FC236}">
                        <a16:creationId xmlns:a16="http://schemas.microsoft.com/office/drawing/2014/main" id="{FCBB033F-4A27-4782-8E4F-44188D0AAA32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" name="任意多边形 2610">
                    <a:extLst>
                      <a:ext uri="{FF2B5EF4-FFF2-40B4-BE49-F238E27FC236}">
                        <a16:creationId xmlns:a16="http://schemas.microsoft.com/office/drawing/2014/main" id="{6E48B4FF-3A55-4B61-94AE-34B7E7A6EFAB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8" name="组合 37">
                    <a:extLst>
                      <a:ext uri="{FF2B5EF4-FFF2-40B4-BE49-F238E27FC236}">
                        <a16:creationId xmlns:a16="http://schemas.microsoft.com/office/drawing/2014/main" id="{0AA517C8-DF7D-43AC-AD50-294224577BE5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39" name="组合 38">
                      <a:extLst>
                        <a:ext uri="{FF2B5EF4-FFF2-40B4-BE49-F238E27FC236}">
                          <a16:creationId xmlns:a16="http://schemas.microsoft.com/office/drawing/2014/main" id="{B70D9732-2128-4CA5-B67F-3FF514D088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48" name="任意多边形 2621">
                        <a:extLst>
                          <a:ext uri="{FF2B5EF4-FFF2-40B4-BE49-F238E27FC236}">
                            <a16:creationId xmlns:a16="http://schemas.microsoft.com/office/drawing/2014/main" id="{853E1BDB-46E1-41EC-B0AB-03D4513A2E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" name="任意多边形 2622">
                        <a:extLst>
                          <a:ext uri="{FF2B5EF4-FFF2-40B4-BE49-F238E27FC236}">
                            <a16:creationId xmlns:a16="http://schemas.microsoft.com/office/drawing/2014/main" id="{73B24279-2959-4BDA-84D2-62A32A05BD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" name="任意多边形 2623">
                        <a:extLst>
                          <a:ext uri="{FF2B5EF4-FFF2-40B4-BE49-F238E27FC236}">
                            <a16:creationId xmlns:a16="http://schemas.microsoft.com/office/drawing/2014/main" id="{B62FA9FE-A1D5-46FE-99D6-E6BC3E8E9B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" name="组合 39">
                      <a:extLst>
                        <a:ext uri="{FF2B5EF4-FFF2-40B4-BE49-F238E27FC236}">
                          <a16:creationId xmlns:a16="http://schemas.microsoft.com/office/drawing/2014/main" id="{B6218C6D-148B-4940-B829-02FFE4A23A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45" name="任意多边形 2618">
                        <a:extLst>
                          <a:ext uri="{FF2B5EF4-FFF2-40B4-BE49-F238E27FC236}">
                            <a16:creationId xmlns:a16="http://schemas.microsoft.com/office/drawing/2014/main" id="{FC265DE4-63AD-42EC-835E-5989B92777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" name="任意多边形 2619">
                        <a:extLst>
                          <a:ext uri="{FF2B5EF4-FFF2-40B4-BE49-F238E27FC236}">
                            <a16:creationId xmlns:a16="http://schemas.microsoft.com/office/drawing/2014/main" id="{201E69D3-6AD8-4E35-A850-469148BD8E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" name="任意多边形 2620">
                        <a:extLst>
                          <a:ext uri="{FF2B5EF4-FFF2-40B4-BE49-F238E27FC236}">
                            <a16:creationId xmlns:a16="http://schemas.microsoft.com/office/drawing/2014/main" id="{BF0D86DC-C4D8-45C5-9030-D448D37D5A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" name="组合 40">
                      <a:extLst>
                        <a:ext uri="{FF2B5EF4-FFF2-40B4-BE49-F238E27FC236}">
                          <a16:creationId xmlns:a16="http://schemas.microsoft.com/office/drawing/2014/main" id="{8C9F2BE3-542B-42BF-B698-D4C262A175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42" name="任意多边形 2615">
                        <a:extLst>
                          <a:ext uri="{FF2B5EF4-FFF2-40B4-BE49-F238E27FC236}">
                            <a16:creationId xmlns:a16="http://schemas.microsoft.com/office/drawing/2014/main" id="{1BF88FCE-4369-4A2C-A63A-57846BC20B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" name="任意多边形 2616">
                        <a:extLst>
                          <a:ext uri="{FF2B5EF4-FFF2-40B4-BE49-F238E27FC236}">
                            <a16:creationId xmlns:a16="http://schemas.microsoft.com/office/drawing/2014/main" id="{834A57B5-B4AC-4333-9A7C-1DFEE1B00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" name="任意多边形 2617">
                        <a:extLst>
                          <a:ext uri="{FF2B5EF4-FFF2-40B4-BE49-F238E27FC236}">
                            <a16:creationId xmlns:a16="http://schemas.microsoft.com/office/drawing/2014/main" id="{CD06E25F-E0EE-4326-89F3-A1238F4534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423" name="视频分配器">
              <a:extLst>
                <a:ext uri="{FF2B5EF4-FFF2-40B4-BE49-F238E27FC236}">
                  <a16:creationId xmlns:a16="http://schemas.microsoft.com/office/drawing/2014/main" id="{BB0E48CD-71D3-413C-B603-BA4084034375}"/>
                </a:ext>
              </a:extLst>
            </p:cNvPr>
            <p:cNvGrpSpPr/>
            <p:nvPr/>
          </p:nvGrpSpPr>
          <p:grpSpPr>
            <a:xfrm>
              <a:off x="3459572" y="5789262"/>
              <a:ext cx="1064157" cy="268252"/>
              <a:chOff x="4017556" y="5085739"/>
              <a:chExt cx="981420" cy="268252"/>
            </a:xfrm>
          </p:grpSpPr>
          <p:sp>
            <p:nvSpPr>
              <p:cNvPr id="424" name="任意多边形 3855">
                <a:extLst>
                  <a:ext uri="{FF2B5EF4-FFF2-40B4-BE49-F238E27FC236}">
                    <a16:creationId xmlns:a16="http://schemas.microsoft.com/office/drawing/2014/main" id="{3E63A8D7-ED72-4770-BF56-482EAEB6318A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25" name="任意多边形 3856">
                <a:extLst>
                  <a:ext uri="{FF2B5EF4-FFF2-40B4-BE49-F238E27FC236}">
                    <a16:creationId xmlns:a16="http://schemas.microsoft.com/office/drawing/2014/main" id="{B337A3E4-B74A-4871-A149-503FE8F0A502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426" name="组合 425">
                <a:extLst>
                  <a:ext uri="{FF2B5EF4-FFF2-40B4-BE49-F238E27FC236}">
                    <a16:creationId xmlns:a16="http://schemas.microsoft.com/office/drawing/2014/main" id="{A9E22095-20FA-4939-86E3-78ACA8D9C783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828" name="任意多边形 4259">
                  <a:extLst>
                    <a:ext uri="{FF2B5EF4-FFF2-40B4-BE49-F238E27FC236}">
                      <a16:creationId xmlns:a16="http://schemas.microsoft.com/office/drawing/2014/main" id="{6B90EF65-6599-433E-AD16-DEFC13846D2D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829" name="任意多边形 4260">
                  <a:extLst>
                    <a:ext uri="{FF2B5EF4-FFF2-40B4-BE49-F238E27FC236}">
                      <a16:creationId xmlns:a16="http://schemas.microsoft.com/office/drawing/2014/main" id="{D8E9FAE2-AA99-447E-93DE-583BDC0E7FB6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830" name="任意多边形 4261">
                  <a:extLst>
                    <a:ext uri="{FF2B5EF4-FFF2-40B4-BE49-F238E27FC236}">
                      <a16:creationId xmlns:a16="http://schemas.microsoft.com/office/drawing/2014/main" id="{9FAF15A6-376F-4877-A9F2-F8C642D8E13E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427" name="组合 426">
                <a:extLst>
                  <a:ext uri="{FF2B5EF4-FFF2-40B4-BE49-F238E27FC236}">
                    <a16:creationId xmlns:a16="http://schemas.microsoft.com/office/drawing/2014/main" id="{F8CED444-1238-4AFC-897A-701AB1F598A5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825" name="任意多边形 4256">
                  <a:extLst>
                    <a:ext uri="{FF2B5EF4-FFF2-40B4-BE49-F238E27FC236}">
                      <a16:creationId xmlns:a16="http://schemas.microsoft.com/office/drawing/2014/main" id="{6EA124B9-E040-421E-9EEF-FB30953882B1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826" name="任意多边形 4257">
                  <a:extLst>
                    <a:ext uri="{FF2B5EF4-FFF2-40B4-BE49-F238E27FC236}">
                      <a16:creationId xmlns:a16="http://schemas.microsoft.com/office/drawing/2014/main" id="{21539AFC-63FC-4DA7-B933-D862728A3B1C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827" name="任意多边形 4258">
                  <a:extLst>
                    <a:ext uri="{FF2B5EF4-FFF2-40B4-BE49-F238E27FC236}">
                      <a16:creationId xmlns:a16="http://schemas.microsoft.com/office/drawing/2014/main" id="{17625FF4-FF1D-4041-AF4D-4F663B86D5E5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428" name="组合 427">
                <a:extLst>
                  <a:ext uri="{FF2B5EF4-FFF2-40B4-BE49-F238E27FC236}">
                    <a16:creationId xmlns:a16="http://schemas.microsoft.com/office/drawing/2014/main" id="{23DCD47B-40E2-4D63-B8BC-14EF99E968CA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822" name="任意多边形 4253">
                  <a:extLst>
                    <a:ext uri="{FF2B5EF4-FFF2-40B4-BE49-F238E27FC236}">
                      <a16:creationId xmlns:a16="http://schemas.microsoft.com/office/drawing/2014/main" id="{9039FA1F-EA77-49AB-9097-4D817558F7D3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823" name="任意多边形 4254">
                  <a:extLst>
                    <a:ext uri="{FF2B5EF4-FFF2-40B4-BE49-F238E27FC236}">
                      <a16:creationId xmlns:a16="http://schemas.microsoft.com/office/drawing/2014/main" id="{BED2EB3E-B83D-4C5A-A7A3-02E5307F679F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824" name="任意多边形 4255">
                  <a:extLst>
                    <a:ext uri="{FF2B5EF4-FFF2-40B4-BE49-F238E27FC236}">
                      <a16:creationId xmlns:a16="http://schemas.microsoft.com/office/drawing/2014/main" id="{BB8D1F79-805A-4C32-BB6D-DCE5FAF61FE5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429" name="任意多边形 3860">
                <a:extLst>
                  <a:ext uri="{FF2B5EF4-FFF2-40B4-BE49-F238E27FC236}">
                    <a16:creationId xmlns:a16="http://schemas.microsoft.com/office/drawing/2014/main" id="{8F9D1396-0D50-4AF0-9D90-75A0906669FC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30" name="任意多边形 3861">
                <a:extLst>
                  <a:ext uri="{FF2B5EF4-FFF2-40B4-BE49-F238E27FC236}">
                    <a16:creationId xmlns:a16="http://schemas.microsoft.com/office/drawing/2014/main" id="{65E9681D-7D07-40E8-83EF-469B17E3644F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31" name="任意多边形 3862">
                <a:extLst>
                  <a:ext uri="{FF2B5EF4-FFF2-40B4-BE49-F238E27FC236}">
                    <a16:creationId xmlns:a16="http://schemas.microsoft.com/office/drawing/2014/main" id="{4D0152B4-FD77-4761-BE61-A351CE7B103B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432" name="任意多边形 3863">
                <a:extLst>
                  <a:ext uri="{FF2B5EF4-FFF2-40B4-BE49-F238E27FC236}">
                    <a16:creationId xmlns:a16="http://schemas.microsoft.com/office/drawing/2014/main" id="{96AD18C3-AA0A-4AC1-AAAB-D4CF3276636F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433" name="任意多边形 3864">
                <a:extLst>
                  <a:ext uri="{FF2B5EF4-FFF2-40B4-BE49-F238E27FC236}">
                    <a16:creationId xmlns:a16="http://schemas.microsoft.com/office/drawing/2014/main" id="{96EBB64F-B2BB-47A8-8552-CBB3DC7BF4A7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434" name="组合 433">
                <a:extLst>
                  <a:ext uri="{FF2B5EF4-FFF2-40B4-BE49-F238E27FC236}">
                    <a16:creationId xmlns:a16="http://schemas.microsoft.com/office/drawing/2014/main" id="{06B812E4-FB90-493B-BE38-D30E55DA1BF2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726" name="组合 725">
                  <a:extLst>
                    <a:ext uri="{FF2B5EF4-FFF2-40B4-BE49-F238E27FC236}">
                      <a16:creationId xmlns:a16="http://schemas.microsoft.com/office/drawing/2014/main" id="{3E97CA56-DFFB-4230-BDC3-3FE7A50669DB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807" name="任意多边形 4238">
                    <a:extLst>
                      <a:ext uri="{FF2B5EF4-FFF2-40B4-BE49-F238E27FC236}">
                        <a16:creationId xmlns:a16="http://schemas.microsoft.com/office/drawing/2014/main" id="{3F9A8642-ABE1-4931-98CF-48C8ADA4B620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808" name="任意多边形 4239">
                    <a:extLst>
                      <a:ext uri="{FF2B5EF4-FFF2-40B4-BE49-F238E27FC236}">
                        <a16:creationId xmlns:a16="http://schemas.microsoft.com/office/drawing/2014/main" id="{8F536CD3-9050-4E72-B4FD-6142C3859C77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809" name="组合 808">
                    <a:extLst>
                      <a:ext uri="{FF2B5EF4-FFF2-40B4-BE49-F238E27FC236}">
                        <a16:creationId xmlns:a16="http://schemas.microsoft.com/office/drawing/2014/main" id="{1C56FA0E-C887-4363-92E4-2C4E839BE073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810" name="组合 809">
                      <a:extLst>
                        <a:ext uri="{FF2B5EF4-FFF2-40B4-BE49-F238E27FC236}">
                          <a16:creationId xmlns:a16="http://schemas.microsoft.com/office/drawing/2014/main" id="{27EFE1B5-643D-4930-ADD3-9E03644A03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819" name="任意多边形 4250">
                        <a:extLst>
                          <a:ext uri="{FF2B5EF4-FFF2-40B4-BE49-F238E27FC236}">
                            <a16:creationId xmlns:a16="http://schemas.microsoft.com/office/drawing/2014/main" id="{BE4629FF-EBD6-466C-9204-30643E6DCA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20" name="任意多边形 4251">
                        <a:extLst>
                          <a:ext uri="{FF2B5EF4-FFF2-40B4-BE49-F238E27FC236}">
                            <a16:creationId xmlns:a16="http://schemas.microsoft.com/office/drawing/2014/main" id="{F46FDB4A-0DBE-43A5-B791-C49478CF33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21" name="任意多边形 4252">
                        <a:extLst>
                          <a:ext uri="{FF2B5EF4-FFF2-40B4-BE49-F238E27FC236}">
                            <a16:creationId xmlns:a16="http://schemas.microsoft.com/office/drawing/2014/main" id="{31A9BC63-B21A-4B2A-B4A0-A0DC1FFEC7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11" name="组合 810">
                      <a:extLst>
                        <a:ext uri="{FF2B5EF4-FFF2-40B4-BE49-F238E27FC236}">
                          <a16:creationId xmlns:a16="http://schemas.microsoft.com/office/drawing/2014/main" id="{6B37B924-0FA1-40C4-AD4D-D87D6D696E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816" name="任意多边形 4247">
                        <a:extLst>
                          <a:ext uri="{FF2B5EF4-FFF2-40B4-BE49-F238E27FC236}">
                            <a16:creationId xmlns:a16="http://schemas.microsoft.com/office/drawing/2014/main" id="{0809BF22-7097-40CD-97C2-0F0E9BDFB2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17" name="任意多边形 4248">
                        <a:extLst>
                          <a:ext uri="{FF2B5EF4-FFF2-40B4-BE49-F238E27FC236}">
                            <a16:creationId xmlns:a16="http://schemas.microsoft.com/office/drawing/2014/main" id="{DD697746-5692-4B74-A0B0-96D03CAA6B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18" name="任意多边形 4249">
                        <a:extLst>
                          <a:ext uri="{FF2B5EF4-FFF2-40B4-BE49-F238E27FC236}">
                            <a16:creationId xmlns:a16="http://schemas.microsoft.com/office/drawing/2014/main" id="{F0CC7BA7-0A7A-413F-B579-D8916E0FC3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12" name="组合 811">
                      <a:extLst>
                        <a:ext uri="{FF2B5EF4-FFF2-40B4-BE49-F238E27FC236}">
                          <a16:creationId xmlns:a16="http://schemas.microsoft.com/office/drawing/2014/main" id="{4E7E8F83-9770-498A-9050-773B3CC12F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813" name="任意多边形 4244">
                        <a:extLst>
                          <a:ext uri="{FF2B5EF4-FFF2-40B4-BE49-F238E27FC236}">
                            <a16:creationId xmlns:a16="http://schemas.microsoft.com/office/drawing/2014/main" id="{3DF8A7A9-56F1-49D3-BA39-9A8797F862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14" name="任意多边形 4245">
                        <a:extLst>
                          <a:ext uri="{FF2B5EF4-FFF2-40B4-BE49-F238E27FC236}">
                            <a16:creationId xmlns:a16="http://schemas.microsoft.com/office/drawing/2014/main" id="{42ED609E-9EDB-4CB1-ACAB-6EC231DD2E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15" name="任意多边形 4246">
                        <a:extLst>
                          <a:ext uri="{FF2B5EF4-FFF2-40B4-BE49-F238E27FC236}">
                            <a16:creationId xmlns:a16="http://schemas.microsoft.com/office/drawing/2014/main" id="{DA9B84F2-12F1-4565-83B3-F50DC1106E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727" name="组合 726">
                  <a:extLst>
                    <a:ext uri="{FF2B5EF4-FFF2-40B4-BE49-F238E27FC236}">
                      <a16:creationId xmlns:a16="http://schemas.microsoft.com/office/drawing/2014/main" id="{4F3FDE51-5276-4FB8-BFE3-B36A3EB15369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792" name="任意多边形 4223">
                    <a:extLst>
                      <a:ext uri="{FF2B5EF4-FFF2-40B4-BE49-F238E27FC236}">
                        <a16:creationId xmlns:a16="http://schemas.microsoft.com/office/drawing/2014/main" id="{43D430AE-102C-4C71-B9D7-3AD5844B2F85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793" name="任意多边形 4224">
                    <a:extLst>
                      <a:ext uri="{FF2B5EF4-FFF2-40B4-BE49-F238E27FC236}">
                        <a16:creationId xmlns:a16="http://schemas.microsoft.com/office/drawing/2014/main" id="{917EFC35-0FB0-4487-8344-6CA26F34D94A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794" name="组合 793">
                    <a:extLst>
                      <a:ext uri="{FF2B5EF4-FFF2-40B4-BE49-F238E27FC236}">
                        <a16:creationId xmlns:a16="http://schemas.microsoft.com/office/drawing/2014/main" id="{4585997E-DA9D-4B57-8E54-3D8124DBEBA6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795" name="组合 794">
                      <a:extLst>
                        <a:ext uri="{FF2B5EF4-FFF2-40B4-BE49-F238E27FC236}">
                          <a16:creationId xmlns:a16="http://schemas.microsoft.com/office/drawing/2014/main" id="{64B5E7F6-89D3-41A9-9CE3-04B36C3A87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804" name="任意多边形 4235">
                        <a:extLst>
                          <a:ext uri="{FF2B5EF4-FFF2-40B4-BE49-F238E27FC236}">
                            <a16:creationId xmlns:a16="http://schemas.microsoft.com/office/drawing/2014/main" id="{4DA6F9BC-B1D1-4A00-89EB-722C1B9237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05" name="任意多边形 4236">
                        <a:extLst>
                          <a:ext uri="{FF2B5EF4-FFF2-40B4-BE49-F238E27FC236}">
                            <a16:creationId xmlns:a16="http://schemas.microsoft.com/office/drawing/2014/main" id="{8D13E796-5D08-417B-B71F-31DEA79F30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06" name="任意多边形 4237">
                        <a:extLst>
                          <a:ext uri="{FF2B5EF4-FFF2-40B4-BE49-F238E27FC236}">
                            <a16:creationId xmlns:a16="http://schemas.microsoft.com/office/drawing/2014/main" id="{F5437F99-F73F-4E16-934E-B58028C01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96" name="组合 795">
                      <a:extLst>
                        <a:ext uri="{FF2B5EF4-FFF2-40B4-BE49-F238E27FC236}">
                          <a16:creationId xmlns:a16="http://schemas.microsoft.com/office/drawing/2014/main" id="{94D03853-776D-4A93-8131-12DD1540ED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801" name="任意多边形 4232">
                        <a:extLst>
                          <a:ext uri="{FF2B5EF4-FFF2-40B4-BE49-F238E27FC236}">
                            <a16:creationId xmlns:a16="http://schemas.microsoft.com/office/drawing/2014/main" id="{DAC15697-AEC2-4DB6-941C-130AC7EED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02" name="任意多边形 4233">
                        <a:extLst>
                          <a:ext uri="{FF2B5EF4-FFF2-40B4-BE49-F238E27FC236}">
                            <a16:creationId xmlns:a16="http://schemas.microsoft.com/office/drawing/2014/main" id="{113474A0-08F4-4D50-B2AA-A4BCCBE03F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03" name="任意多边形 4234">
                        <a:extLst>
                          <a:ext uri="{FF2B5EF4-FFF2-40B4-BE49-F238E27FC236}">
                            <a16:creationId xmlns:a16="http://schemas.microsoft.com/office/drawing/2014/main" id="{C60513F0-A374-45F0-9BB1-4AD33D6E4C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97" name="组合 796">
                      <a:extLst>
                        <a:ext uri="{FF2B5EF4-FFF2-40B4-BE49-F238E27FC236}">
                          <a16:creationId xmlns:a16="http://schemas.microsoft.com/office/drawing/2014/main" id="{13034920-7F9A-42D2-9F9C-AEB1832434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798" name="任意多边形 4229">
                        <a:extLst>
                          <a:ext uri="{FF2B5EF4-FFF2-40B4-BE49-F238E27FC236}">
                            <a16:creationId xmlns:a16="http://schemas.microsoft.com/office/drawing/2014/main" id="{322D15A8-ED89-4C94-936D-4D043DB75D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99" name="任意多边形 4230">
                        <a:extLst>
                          <a:ext uri="{FF2B5EF4-FFF2-40B4-BE49-F238E27FC236}">
                            <a16:creationId xmlns:a16="http://schemas.microsoft.com/office/drawing/2014/main" id="{BCC2DC36-BC5B-40B4-AEF7-97C1F1DE56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00" name="任意多边形 4231">
                        <a:extLst>
                          <a:ext uri="{FF2B5EF4-FFF2-40B4-BE49-F238E27FC236}">
                            <a16:creationId xmlns:a16="http://schemas.microsoft.com/office/drawing/2014/main" id="{C9EEA254-6A69-4680-8E34-37A9DEB2D3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728" name="组合 727">
                  <a:extLst>
                    <a:ext uri="{FF2B5EF4-FFF2-40B4-BE49-F238E27FC236}">
                      <a16:creationId xmlns:a16="http://schemas.microsoft.com/office/drawing/2014/main" id="{49E0FE76-3488-4AC1-96B3-D7884E9C5674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777" name="任意多边形 4208">
                    <a:extLst>
                      <a:ext uri="{FF2B5EF4-FFF2-40B4-BE49-F238E27FC236}">
                        <a16:creationId xmlns:a16="http://schemas.microsoft.com/office/drawing/2014/main" id="{8377C305-9696-4968-B59F-146D31CC67CB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778" name="任意多边形 4209">
                    <a:extLst>
                      <a:ext uri="{FF2B5EF4-FFF2-40B4-BE49-F238E27FC236}">
                        <a16:creationId xmlns:a16="http://schemas.microsoft.com/office/drawing/2014/main" id="{BE8B4F52-6B4E-4E8E-8A7F-4E994162733F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779" name="组合 778">
                    <a:extLst>
                      <a:ext uri="{FF2B5EF4-FFF2-40B4-BE49-F238E27FC236}">
                        <a16:creationId xmlns:a16="http://schemas.microsoft.com/office/drawing/2014/main" id="{B1A089BB-EB09-4820-8745-A500061543C7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780" name="组合 779">
                      <a:extLst>
                        <a:ext uri="{FF2B5EF4-FFF2-40B4-BE49-F238E27FC236}">
                          <a16:creationId xmlns:a16="http://schemas.microsoft.com/office/drawing/2014/main" id="{AC7738C3-6303-41F1-BB29-CD62977853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789" name="任意多边形 4220">
                        <a:extLst>
                          <a:ext uri="{FF2B5EF4-FFF2-40B4-BE49-F238E27FC236}">
                            <a16:creationId xmlns:a16="http://schemas.microsoft.com/office/drawing/2014/main" id="{BE160954-2875-414A-A46A-9AC500B976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90" name="任意多边形 4221">
                        <a:extLst>
                          <a:ext uri="{FF2B5EF4-FFF2-40B4-BE49-F238E27FC236}">
                            <a16:creationId xmlns:a16="http://schemas.microsoft.com/office/drawing/2014/main" id="{0532D8EB-2668-4B97-82A0-F371076DD2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91" name="任意多边形 4222">
                        <a:extLst>
                          <a:ext uri="{FF2B5EF4-FFF2-40B4-BE49-F238E27FC236}">
                            <a16:creationId xmlns:a16="http://schemas.microsoft.com/office/drawing/2014/main" id="{792DDC3D-56BB-4C4C-9E29-56B61930D8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81" name="组合 780">
                      <a:extLst>
                        <a:ext uri="{FF2B5EF4-FFF2-40B4-BE49-F238E27FC236}">
                          <a16:creationId xmlns:a16="http://schemas.microsoft.com/office/drawing/2014/main" id="{A0092A91-E686-4AE7-BA14-04A4EB3460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786" name="任意多边形 4217">
                        <a:extLst>
                          <a:ext uri="{FF2B5EF4-FFF2-40B4-BE49-F238E27FC236}">
                            <a16:creationId xmlns:a16="http://schemas.microsoft.com/office/drawing/2014/main" id="{A104C5F7-3DCF-440E-A50E-D9C5364B2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87" name="任意多边形 4218">
                        <a:extLst>
                          <a:ext uri="{FF2B5EF4-FFF2-40B4-BE49-F238E27FC236}">
                            <a16:creationId xmlns:a16="http://schemas.microsoft.com/office/drawing/2014/main" id="{3700553A-292A-4675-B121-B34C633354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88" name="任意多边形 4219">
                        <a:extLst>
                          <a:ext uri="{FF2B5EF4-FFF2-40B4-BE49-F238E27FC236}">
                            <a16:creationId xmlns:a16="http://schemas.microsoft.com/office/drawing/2014/main" id="{8D405CD5-7CFD-456D-A153-C4A6DDEFD2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82" name="组合 781">
                      <a:extLst>
                        <a:ext uri="{FF2B5EF4-FFF2-40B4-BE49-F238E27FC236}">
                          <a16:creationId xmlns:a16="http://schemas.microsoft.com/office/drawing/2014/main" id="{18311956-A69A-4C73-9C46-DB640D7692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783" name="任意多边形 4214">
                        <a:extLst>
                          <a:ext uri="{FF2B5EF4-FFF2-40B4-BE49-F238E27FC236}">
                            <a16:creationId xmlns:a16="http://schemas.microsoft.com/office/drawing/2014/main" id="{ABE2EF9A-13C9-4AE7-A39E-694B30CACA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84" name="任意多边形 4215">
                        <a:extLst>
                          <a:ext uri="{FF2B5EF4-FFF2-40B4-BE49-F238E27FC236}">
                            <a16:creationId xmlns:a16="http://schemas.microsoft.com/office/drawing/2014/main" id="{C6BE4794-409E-4EBE-90DB-57431884D9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85" name="任意多边形 4216">
                        <a:extLst>
                          <a:ext uri="{FF2B5EF4-FFF2-40B4-BE49-F238E27FC236}">
                            <a16:creationId xmlns:a16="http://schemas.microsoft.com/office/drawing/2014/main" id="{6F361B5C-4AC2-4771-8F1F-B9C9BF3804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729" name="组合 728">
                  <a:extLst>
                    <a:ext uri="{FF2B5EF4-FFF2-40B4-BE49-F238E27FC236}">
                      <a16:creationId xmlns:a16="http://schemas.microsoft.com/office/drawing/2014/main" id="{A7C31DE5-82A3-4C4C-B69A-CA63C068BC47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762" name="任意多边形 4193">
                    <a:extLst>
                      <a:ext uri="{FF2B5EF4-FFF2-40B4-BE49-F238E27FC236}">
                        <a16:creationId xmlns:a16="http://schemas.microsoft.com/office/drawing/2014/main" id="{1F6A4D9E-629C-416D-AC41-473A9F714B89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763" name="任意多边形 4194">
                    <a:extLst>
                      <a:ext uri="{FF2B5EF4-FFF2-40B4-BE49-F238E27FC236}">
                        <a16:creationId xmlns:a16="http://schemas.microsoft.com/office/drawing/2014/main" id="{D7BF07D6-554C-4071-947F-AEAF8C731841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764" name="组合 763">
                    <a:extLst>
                      <a:ext uri="{FF2B5EF4-FFF2-40B4-BE49-F238E27FC236}">
                        <a16:creationId xmlns:a16="http://schemas.microsoft.com/office/drawing/2014/main" id="{07AC7504-2108-4DDB-8918-9D67D824C5B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765" name="组合 764">
                      <a:extLst>
                        <a:ext uri="{FF2B5EF4-FFF2-40B4-BE49-F238E27FC236}">
                          <a16:creationId xmlns:a16="http://schemas.microsoft.com/office/drawing/2014/main" id="{49CBB9A9-A307-4C1C-83B5-E6526CF74C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774" name="任意多边形 4205">
                        <a:extLst>
                          <a:ext uri="{FF2B5EF4-FFF2-40B4-BE49-F238E27FC236}">
                            <a16:creationId xmlns:a16="http://schemas.microsoft.com/office/drawing/2014/main" id="{C78EBD6D-ABBD-41B4-B6AA-0B49410215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75" name="任意多边形 4206">
                        <a:extLst>
                          <a:ext uri="{FF2B5EF4-FFF2-40B4-BE49-F238E27FC236}">
                            <a16:creationId xmlns:a16="http://schemas.microsoft.com/office/drawing/2014/main" id="{E67DF38C-AFAF-4478-8583-0C7A41EC97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76" name="任意多边形 4207">
                        <a:extLst>
                          <a:ext uri="{FF2B5EF4-FFF2-40B4-BE49-F238E27FC236}">
                            <a16:creationId xmlns:a16="http://schemas.microsoft.com/office/drawing/2014/main" id="{C90046E3-FDD8-43F4-BA8D-AA5D39195F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66" name="组合 765">
                      <a:extLst>
                        <a:ext uri="{FF2B5EF4-FFF2-40B4-BE49-F238E27FC236}">
                          <a16:creationId xmlns:a16="http://schemas.microsoft.com/office/drawing/2014/main" id="{5C7DC0DA-DCD0-4ACF-B0EE-3BF108365E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771" name="任意多边形 4202">
                        <a:extLst>
                          <a:ext uri="{FF2B5EF4-FFF2-40B4-BE49-F238E27FC236}">
                            <a16:creationId xmlns:a16="http://schemas.microsoft.com/office/drawing/2014/main" id="{D8D86957-C4B5-4E6D-96E5-548FA63C97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72" name="任意多边形 4203">
                        <a:extLst>
                          <a:ext uri="{FF2B5EF4-FFF2-40B4-BE49-F238E27FC236}">
                            <a16:creationId xmlns:a16="http://schemas.microsoft.com/office/drawing/2014/main" id="{6C503549-8B45-4C8D-82CC-D8E2A055A6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73" name="任意多边形 4204">
                        <a:extLst>
                          <a:ext uri="{FF2B5EF4-FFF2-40B4-BE49-F238E27FC236}">
                            <a16:creationId xmlns:a16="http://schemas.microsoft.com/office/drawing/2014/main" id="{51641EC0-28E6-4876-A13D-3C5486B950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67" name="组合 766">
                      <a:extLst>
                        <a:ext uri="{FF2B5EF4-FFF2-40B4-BE49-F238E27FC236}">
                          <a16:creationId xmlns:a16="http://schemas.microsoft.com/office/drawing/2014/main" id="{22E025C3-84E6-4157-8127-0D17C27C67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768" name="任意多边形 4199">
                        <a:extLst>
                          <a:ext uri="{FF2B5EF4-FFF2-40B4-BE49-F238E27FC236}">
                            <a16:creationId xmlns:a16="http://schemas.microsoft.com/office/drawing/2014/main" id="{2BEAD754-CD5E-439E-A362-D5A71CC971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69" name="任意多边形 4200">
                        <a:extLst>
                          <a:ext uri="{FF2B5EF4-FFF2-40B4-BE49-F238E27FC236}">
                            <a16:creationId xmlns:a16="http://schemas.microsoft.com/office/drawing/2014/main" id="{57498AE9-BAB3-44AC-8D7C-4CFCBAC7B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70" name="任意多边形 4201">
                        <a:extLst>
                          <a:ext uri="{FF2B5EF4-FFF2-40B4-BE49-F238E27FC236}">
                            <a16:creationId xmlns:a16="http://schemas.microsoft.com/office/drawing/2014/main" id="{59DCFB91-467F-4032-9EE3-492CD6F333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730" name="组合 729">
                  <a:extLst>
                    <a:ext uri="{FF2B5EF4-FFF2-40B4-BE49-F238E27FC236}">
                      <a16:creationId xmlns:a16="http://schemas.microsoft.com/office/drawing/2014/main" id="{4E09861E-7B46-4A6B-86A5-2A7A391B79C9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747" name="任意多边形 4178">
                    <a:extLst>
                      <a:ext uri="{FF2B5EF4-FFF2-40B4-BE49-F238E27FC236}">
                        <a16:creationId xmlns:a16="http://schemas.microsoft.com/office/drawing/2014/main" id="{D2BBBAE7-8C41-4636-BA4D-797A8ED05147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748" name="任意多边形 4179">
                    <a:extLst>
                      <a:ext uri="{FF2B5EF4-FFF2-40B4-BE49-F238E27FC236}">
                        <a16:creationId xmlns:a16="http://schemas.microsoft.com/office/drawing/2014/main" id="{EDC497D9-F124-4CD7-85C9-E2F70387F6A7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749" name="组合 748">
                    <a:extLst>
                      <a:ext uri="{FF2B5EF4-FFF2-40B4-BE49-F238E27FC236}">
                        <a16:creationId xmlns:a16="http://schemas.microsoft.com/office/drawing/2014/main" id="{829A4FC3-0025-4423-8236-5A0249DFEC10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750" name="组合 749">
                      <a:extLst>
                        <a:ext uri="{FF2B5EF4-FFF2-40B4-BE49-F238E27FC236}">
                          <a16:creationId xmlns:a16="http://schemas.microsoft.com/office/drawing/2014/main" id="{6107D545-1D28-4CD4-A702-C991FA881C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759" name="任意多边形 4190">
                        <a:extLst>
                          <a:ext uri="{FF2B5EF4-FFF2-40B4-BE49-F238E27FC236}">
                            <a16:creationId xmlns:a16="http://schemas.microsoft.com/office/drawing/2014/main" id="{88894F27-213F-4AA8-B480-E79854A33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60" name="任意多边形 4191">
                        <a:extLst>
                          <a:ext uri="{FF2B5EF4-FFF2-40B4-BE49-F238E27FC236}">
                            <a16:creationId xmlns:a16="http://schemas.microsoft.com/office/drawing/2014/main" id="{147AC74C-993B-4F3F-BBEB-42BCE38F8D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61" name="任意多边形 4192">
                        <a:extLst>
                          <a:ext uri="{FF2B5EF4-FFF2-40B4-BE49-F238E27FC236}">
                            <a16:creationId xmlns:a16="http://schemas.microsoft.com/office/drawing/2014/main" id="{6AAE293B-1DE9-412D-B206-CD22B08C5B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51" name="组合 750">
                      <a:extLst>
                        <a:ext uri="{FF2B5EF4-FFF2-40B4-BE49-F238E27FC236}">
                          <a16:creationId xmlns:a16="http://schemas.microsoft.com/office/drawing/2014/main" id="{B14540D3-12F9-431E-8E59-60C6815A54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756" name="任意多边形 4187">
                        <a:extLst>
                          <a:ext uri="{FF2B5EF4-FFF2-40B4-BE49-F238E27FC236}">
                            <a16:creationId xmlns:a16="http://schemas.microsoft.com/office/drawing/2014/main" id="{DA0000B6-FE09-4F0E-8B93-DD9407FD8F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57" name="任意多边形 4188">
                        <a:extLst>
                          <a:ext uri="{FF2B5EF4-FFF2-40B4-BE49-F238E27FC236}">
                            <a16:creationId xmlns:a16="http://schemas.microsoft.com/office/drawing/2014/main" id="{B7FE68B5-B6D4-43E7-8478-72EC2FFCBC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58" name="任意多边形 4189">
                        <a:extLst>
                          <a:ext uri="{FF2B5EF4-FFF2-40B4-BE49-F238E27FC236}">
                            <a16:creationId xmlns:a16="http://schemas.microsoft.com/office/drawing/2014/main" id="{34F0EA98-46C1-4269-8E5B-D3183B4F0A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52" name="组合 751">
                      <a:extLst>
                        <a:ext uri="{FF2B5EF4-FFF2-40B4-BE49-F238E27FC236}">
                          <a16:creationId xmlns:a16="http://schemas.microsoft.com/office/drawing/2014/main" id="{1FF59C36-D707-46DF-8BCD-DE08120738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753" name="任意多边形 4184">
                        <a:extLst>
                          <a:ext uri="{FF2B5EF4-FFF2-40B4-BE49-F238E27FC236}">
                            <a16:creationId xmlns:a16="http://schemas.microsoft.com/office/drawing/2014/main" id="{3E8CF6E6-C9BB-4E6F-A37A-EB6633E8AB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54" name="任意多边形 4185">
                        <a:extLst>
                          <a:ext uri="{FF2B5EF4-FFF2-40B4-BE49-F238E27FC236}">
                            <a16:creationId xmlns:a16="http://schemas.microsoft.com/office/drawing/2014/main" id="{3B706427-BB9C-47AC-BF21-F00A018E2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55" name="任意多边形 4186">
                        <a:extLst>
                          <a:ext uri="{FF2B5EF4-FFF2-40B4-BE49-F238E27FC236}">
                            <a16:creationId xmlns:a16="http://schemas.microsoft.com/office/drawing/2014/main" id="{3B041D7F-2932-47FB-B23C-9A8E0928F0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731" name="组合 730">
                  <a:extLst>
                    <a:ext uri="{FF2B5EF4-FFF2-40B4-BE49-F238E27FC236}">
                      <a16:creationId xmlns:a16="http://schemas.microsoft.com/office/drawing/2014/main" id="{98983459-0C47-4786-8B34-59937FCC5237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732" name="任意多边形 4163">
                    <a:extLst>
                      <a:ext uri="{FF2B5EF4-FFF2-40B4-BE49-F238E27FC236}">
                        <a16:creationId xmlns:a16="http://schemas.microsoft.com/office/drawing/2014/main" id="{7160B048-FA5C-45C8-BFFD-6076FF4A5DF5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733" name="任意多边形 4164">
                    <a:extLst>
                      <a:ext uri="{FF2B5EF4-FFF2-40B4-BE49-F238E27FC236}">
                        <a16:creationId xmlns:a16="http://schemas.microsoft.com/office/drawing/2014/main" id="{C3D75787-B118-4521-A1EE-BE6930D1ADB0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734" name="组合 733">
                    <a:extLst>
                      <a:ext uri="{FF2B5EF4-FFF2-40B4-BE49-F238E27FC236}">
                        <a16:creationId xmlns:a16="http://schemas.microsoft.com/office/drawing/2014/main" id="{6E8E95BB-ECD7-47FA-A70F-B68A8DB395B2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735" name="组合 734">
                      <a:extLst>
                        <a:ext uri="{FF2B5EF4-FFF2-40B4-BE49-F238E27FC236}">
                          <a16:creationId xmlns:a16="http://schemas.microsoft.com/office/drawing/2014/main" id="{F5A0BF7D-5B5A-42FB-933C-269CBBD46B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744" name="任意多边形 4175">
                        <a:extLst>
                          <a:ext uri="{FF2B5EF4-FFF2-40B4-BE49-F238E27FC236}">
                            <a16:creationId xmlns:a16="http://schemas.microsoft.com/office/drawing/2014/main" id="{E6F65DB6-8DFF-4E24-B96B-C9A3976F96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45" name="任意多边形 4176">
                        <a:extLst>
                          <a:ext uri="{FF2B5EF4-FFF2-40B4-BE49-F238E27FC236}">
                            <a16:creationId xmlns:a16="http://schemas.microsoft.com/office/drawing/2014/main" id="{E6AE8B8B-EF1C-4FB0-A6AE-53438BA59F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46" name="任意多边形 4177">
                        <a:extLst>
                          <a:ext uri="{FF2B5EF4-FFF2-40B4-BE49-F238E27FC236}">
                            <a16:creationId xmlns:a16="http://schemas.microsoft.com/office/drawing/2014/main" id="{6B424EBF-076D-4EA4-A21B-84C19DC35C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36" name="组合 735">
                      <a:extLst>
                        <a:ext uri="{FF2B5EF4-FFF2-40B4-BE49-F238E27FC236}">
                          <a16:creationId xmlns:a16="http://schemas.microsoft.com/office/drawing/2014/main" id="{26707A87-8C63-4242-B889-D11334F08B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741" name="任意多边形 4172">
                        <a:extLst>
                          <a:ext uri="{FF2B5EF4-FFF2-40B4-BE49-F238E27FC236}">
                            <a16:creationId xmlns:a16="http://schemas.microsoft.com/office/drawing/2014/main" id="{B87A5F56-2C76-417F-A747-277D77678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42" name="任意多边形 4173">
                        <a:extLst>
                          <a:ext uri="{FF2B5EF4-FFF2-40B4-BE49-F238E27FC236}">
                            <a16:creationId xmlns:a16="http://schemas.microsoft.com/office/drawing/2014/main" id="{0031E4EB-2284-43CD-BAE9-40B56A21DC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43" name="任意多边形 4174">
                        <a:extLst>
                          <a:ext uri="{FF2B5EF4-FFF2-40B4-BE49-F238E27FC236}">
                            <a16:creationId xmlns:a16="http://schemas.microsoft.com/office/drawing/2014/main" id="{154E35B0-4CD3-4147-AA24-8676024294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37" name="组合 736">
                      <a:extLst>
                        <a:ext uri="{FF2B5EF4-FFF2-40B4-BE49-F238E27FC236}">
                          <a16:creationId xmlns:a16="http://schemas.microsoft.com/office/drawing/2014/main" id="{63BCCE14-536B-46EC-A3D0-A56E231EFE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738" name="任意多边形 4169">
                        <a:extLst>
                          <a:ext uri="{FF2B5EF4-FFF2-40B4-BE49-F238E27FC236}">
                            <a16:creationId xmlns:a16="http://schemas.microsoft.com/office/drawing/2014/main" id="{A56C11BF-B06D-4E67-B7DE-B267B8B98E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39" name="任意多边形 4170">
                        <a:extLst>
                          <a:ext uri="{FF2B5EF4-FFF2-40B4-BE49-F238E27FC236}">
                            <a16:creationId xmlns:a16="http://schemas.microsoft.com/office/drawing/2014/main" id="{E20E08B0-A19D-4E59-BFA5-8C9EF5E926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40" name="任意多边形 4171">
                        <a:extLst>
                          <a:ext uri="{FF2B5EF4-FFF2-40B4-BE49-F238E27FC236}">
                            <a16:creationId xmlns:a16="http://schemas.microsoft.com/office/drawing/2014/main" id="{ECC48A7E-A8DC-4D10-998A-4DE0E5C422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35" name="组合 434">
                <a:extLst>
                  <a:ext uri="{FF2B5EF4-FFF2-40B4-BE49-F238E27FC236}">
                    <a16:creationId xmlns:a16="http://schemas.microsoft.com/office/drawing/2014/main" id="{6560F37A-CF6A-41FF-9F6B-6F0710E1EC90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630" name="组合 629">
                  <a:extLst>
                    <a:ext uri="{FF2B5EF4-FFF2-40B4-BE49-F238E27FC236}">
                      <a16:creationId xmlns:a16="http://schemas.microsoft.com/office/drawing/2014/main" id="{FE134853-D2E7-4764-9156-F908D171AFA8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711" name="任意多边形 4142">
                    <a:extLst>
                      <a:ext uri="{FF2B5EF4-FFF2-40B4-BE49-F238E27FC236}">
                        <a16:creationId xmlns:a16="http://schemas.microsoft.com/office/drawing/2014/main" id="{3CC3409A-5161-4FF9-A188-AFD54DFE594C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712" name="任意多边形 4143">
                    <a:extLst>
                      <a:ext uri="{FF2B5EF4-FFF2-40B4-BE49-F238E27FC236}">
                        <a16:creationId xmlns:a16="http://schemas.microsoft.com/office/drawing/2014/main" id="{D0C1F204-D4E5-4CD4-9BAD-2B55FBA56B3C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713" name="组合 712">
                    <a:extLst>
                      <a:ext uri="{FF2B5EF4-FFF2-40B4-BE49-F238E27FC236}">
                        <a16:creationId xmlns:a16="http://schemas.microsoft.com/office/drawing/2014/main" id="{8AFD2EDB-B7C8-4485-BBC7-0732C91F42EA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714" name="组合 713">
                      <a:extLst>
                        <a:ext uri="{FF2B5EF4-FFF2-40B4-BE49-F238E27FC236}">
                          <a16:creationId xmlns:a16="http://schemas.microsoft.com/office/drawing/2014/main" id="{E4F53C9F-CAE7-4527-8555-200BCB683D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723" name="任意多边形 4154">
                        <a:extLst>
                          <a:ext uri="{FF2B5EF4-FFF2-40B4-BE49-F238E27FC236}">
                            <a16:creationId xmlns:a16="http://schemas.microsoft.com/office/drawing/2014/main" id="{3AE9C670-1A1B-4249-95E0-A21E633C11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24" name="任意多边形 4155">
                        <a:extLst>
                          <a:ext uri="{FF2B5EF4-FFF2-40B4-BE49-F238E27FC236}">
                            <a16:creationId xmlns:a16="http://schemas.microsoft.com/office/drawing/2014/main" id="{0A97C4CD-45FA-47B3-923B-30F723A864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25" name="任意多边形 4156">
                        <a:extLst>
                          <a:ext uri="{FF2B5EF4-FFF2-40B4-BE49-F238E27FC236}">
                            <a16:creationId xmlns:a16="http://schemas.microsoft.com/office/drawing/2014/main" id="{D0BD6F13-D41E-4A03-9957-5E8F4F5E63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15" name="组合 714">
                      <a:extLst>
                        <a:ext uri="{FF2B5EF4-FFF2-40B4-BE49-F238E27FC236}">
                          <a16:creationId xmlns:a16="http://schemas.microsoft.com/office/drawing/2014/main" id="{8CED5573-50C2-4F51-ADA3-BBCAD769FC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720" name="任意多边形 4151">
                        <a:extLst>
                          <a:ext uri="{FF2B5EF4-FFF2-40B4-BE49-F238E27FC236}">
                            <a16:creationId xmlns:a16="http://schemas.microsoft.com/office/drawing/2014/main" id="{412285B0-80DF-4FCA-AADF-804DFC496B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21" name="任意多边形 4152">
                        <a:extLst>
                          <a:ext uri="{FF2B5EF4-FFF2-40B4-BE49-F238E27FC236}">
                            <a16:creationId xmlns:a16="http://schemas.microsoft.com/office/drawing/2014/main" id="{2EDC1320-5B5E-41EF-801B-C052F34FC9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22" name="任意多边形 4153">
                        <a:extLst>
                          <a:ext uri="{FF2B5EF4-FFF2-40B4-BE49-F238E27FC236}">
                            <a16:creationId xmlns:a16="http://schemas.microsoft.com/office/drawing/2014/main" id="{53B27FF3-C892-45C7-8421-67CA3278E5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16" name="组合 715">
                      <a:extLst>
                        <a:ext uri="{FF2B5EF4-FFF2-40B4-BE49-F238E27FC236}">
                          <a16:creationId xmlns:a16="http://schemas.microsoft.com/office/drawing/2014/main" id="{67A2BFBB-FE79-4F13-BC53-F29BE80BE2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717" name="任意多边形 4148">
                        <a:extLst>
                          <a:ext uri="{FF2B5EF4-FFF2-40B4-BE49-F238E27FC236}">
                            <a16:creationId xmlns:a16="http://schemas.microsoft.com/office/drawing/2014/main" id="{4CDF50CB-6B58-4F10-80B6-4306CB7E0E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18" name="任意多边形 4149">
                        <a:extLst>
                          <a:ext uri="{FF2B5EF4-FFF2-40B4-BE49-F238E27FC236}">
                            <a16:creationId xmlns:a16="http://schemas.microsoft.com/office/drawing/2014/main" id="{9C0EBE54-78E0-426A-9B17-568CCE8BD1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19" name="任意多边形 4150">
                        <a:extLst>
                          <a:ext uri="{FF2B5EF4-FFF2-40B4-BE49-F238E27FC236}">
                            <a16:creationId xmlns:a16="http://schemas.microsoft.com/office/drawing/2014/main" id="{4321009B-B1D7-44AA-9EEC-C4F41A26B9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1" name="组合 630">
                  <a:extLst>
                    <a:ext uri="{FF2B5EF4-FFF2-40B4-BE49-F238E27FC236}">
                      <a16:creationId xmlns:a16="http://schemas.microsoft.com/office/drawing/2014/main" id="{7773301C-487C-4456-8535-8CA553AD028D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696" name="任意多边形 4127">
                    <a:extLst>
                      <a:ext uri="{FF2B5EF4-FFF2-40B4-BE49-F238E27FC236}">
                        <a16:creationId xmlns:a16="http://schemas.microsoft.com/office/drawing/2014/main" id="{A6C4B5FD-7452-4E56-932E-B9E24A63390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97" name="任意多边形 4128">
                    <a:extLst>
                      <a:ext uri="{FF2B5EF4-FFF2-40B4-BE49-F238E27FC236}">
                        <a16:creationId xmlns:a16="http://schemas.microsoft.com/office/drawing/2014/main" id="{38CFA3FF-2475-4AB8-994C-8E47BCAFB3A0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98" name="组合 697">
                    <a:extLst>
                      <a:ext uri="{FF2B5EF4-FFF2-40B4-BE49-F238E27FC236}">
                        <a16:creationId xmlns:a16="http://schemas.microsoft.com/office/drawing/2014/main" id="{F2C6C534-0869-4874-8008-D5A7B603F18C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699" name="组合 698">
                      <a:extLst>
                        <a:ext uri="{FF2B5EF4-FFF2-40B4-BE49-F238E27FC236}">
                          <a16:creationId xmlns:a16="http://schemas.microsoft.com/office/drawing/2014/main" id="{EF0CFE3F-A34A-47D3-84FE-CD732E5FF5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708" name="任意多边形 4139">
                        <a:extLst>
                          <a:ext uri="{FF2B5EF4-FFF2-40B4-BE49-F238E27FC236}">
                            <a16:creationId xmlns:a16="http://schemas.microsoft.com/office/drawing/2014/main" id="{EDFF44EC-92C1-4A78-8C5E-602345CABD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09" name="任意多边形 4140">
                        <a:extLst>
                          <a:ext uri="{FF2B5EF4-FFF2-40B4-BE49-F238E27FC236}">
                            <a16:creationId xmlns:a16="http://schemas.microsoft.com/office/drawing/2014/main" id="{EC2B9055-23FF-4790-B594-CBDC0A3C95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10" name="任意多边形 4141">
                        <a:extLst>
                          <a:ext uri="{FF2B5EF4-FFF2-40B4-BE49-F238E27FC236}">
                            <a16:creationId xmlns:a16="http://schemas.microsoft.com/office/drawing/2014/main" id="{E184D31A-48C7-41CA-A979-37E3EEBECA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00" name="组合 699">
                      <a:extLst>
                        <a:ext uri="{FF2B5EF4-FFF2-40B4-BE49-F238E27FC236}">
                          <a16:creationId xmlns:a16="http://schemas.microsoft.com/office/drawing/2014/main" id="{E0084B23-EE3B-4C51-8890-CEC9C814B6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705" name="任意多边形 4136">
                        <a:extLst>
                          <a:ext uri="{FF2B5EF4-FFF2-40B4-BE49-F238E27FC236}">
                            <a16:creationId xmlns:a16="http://schemas.microsoft.com/office/drawing/2014/main" id="{E74E6E6A-3B9B-487F-B243-733EE3DAB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06" name="任意多边形 4137">
                        <a:extLst>
                          <a:ext uri="{FF2B5EF4-FFF2-40B4-BE49-F238E27FC236}">
                            <a16:creationId xmlns:a16="http://schemas.microsoft.com/office/drawing/2014/main" id="{4DC8B391-A0EF-46F9-82F6-40909D141C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07" name="任意多边形 4138">
                        <a:extLst>
                          <a:ext uri="{FF2B5EF4-FFF2-40B4-BE49-F238E27FC236}">
                            <a16:creationId xmlns:a16="http://schemas.microsoft.com/office/drawing/2014/main" id="{6CB4DDAD-D5B4-400D-A7E2-6E22EFC28D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701" name="组合 700">
                      <a:extLst>
                        <a:ext uri="{FF2B5EF4-FFF2-40B4-BE49-F238E27FC236}">
                          <a16:creationId xmlns:a16="http://schemas.microsoft.com/office/drawing/2014/main" id="{AD0DF00F-70FB-49DD-A10C-069D883D4B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702" name="任意多边形 4133">
                        <a:extLst>
                          <a:ext uri="{FF2B5EF4-FFF2-40B4-BE49-F238E27FC236}">
                            <a16:creationId xmlns:a16="http://schemas.microsoft.com/office/drawing/2014/main" id="{8B661239-6B6A-4FFE-83BB-C0FD1E7745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03" name="任意多边形 4134">
                        <a:extLst>
                          <a:ext uri="{FF2B5EF4-FFF2-40B4-BE49-F238E27FC236}">
                            <a16:creationId xmlns:a16="http://schemas.microsoft.com/office/drawing/2014/main" id="{AE0D3F38-DDDC-4DB1-AD9B-EED17E7E25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704" name="任意多边形 4135">
                        <a:extLst>
                          <a:ext uri="{FF2B5EF4-FFF2-40B4-BE49-F238E27FC236}">
                            <a16:creationId xmlns:a16="http://schemas.microsoft.com/office/drawing/2014/main" id="{37E0B39F-704A-496F-9FB8-01D7714A4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2" name="组合 631">
                  <a:extLst>
                    <a:ext uri="{FF2B5EF4-FFF2-40B4-BE49-F238E27FC236}">
                      <a16:creationId xmlns:a16="http://schemas.microsoft.com/office/drawing/2014/main" id="{F0EF62DB-040D-4B77-BCFB-210AAA737D99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681" name="任意多边形 4112">
                    <a:extLst>
                      <a:ext uri="{FF2B5EF4-FFF2-40B4-BE49-F238E27FC236}">
                        <a16:creationId xmlns:a16="http://schemas.microsoft.com/office/drawing/2014/main" id="{9835B689-925F-4EC4-B93D-AB369B1497FD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82" name="任意多边形 4113">
                    <a:extLst>
                      <a:ext uri="{FF2B5EF4-FFF2-40B4-BE49-F238E27FC236}">
                        <a16:creationId xmlns:a16="http://schemas.microsoft.com/office/drawing/2014/main" id="{714C1104-B668-4B01-B57D-1B2D61945E51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83" name="组合 682">
                    <a:extLst>
                      <a:ext uri="{FF2B5EF4-FFF2-40B4-BE49-F238E27FC236}">
                        <a16:creationId xmlns:a16="http://schemas.microsoft.com/office/drawing/2014/main" id="{758556C2-35D7-4079-9562-FC7C8AC69863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684" name="组合 683">
                      <a:extLst>
                        <a:ext uri="{FF2B5EF4-FFF2-40B4-BE49-F238E27FC236}">
                          <a16:creationId xmlns:a16="http://schemas.microsoft.com/office/drawing/2014/main" id="{2AC6AEE0-7C51-4ECE-8BB6-CD41785DAD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693" name="任意多边形 4124">
                        <a:extLst>
                          <a:ext uri="{FF2B5EF4-FFF2-40B4-BE49-F238E27FC236}">
                            <a16:creationId xmlns:a16="http://schemas.microsoft.com/office/drawing/2014/main" id="{D2695F14-E4A3-408C-99C3-E57753FB0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94" name="任意多边形 4125">
                        <a:extLst>
                          <a:ext uri="{FF2B5EF4-FFF2-40B4-BE49-F238E27FC236}">
                            <a16:creationId xmlns:a16="http://schemas.microsoft.com/office/drawing/2014/main" id="{13CB4CFF-070E-4546-9E94-95D5E72676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95" name="任意多边形 4126">
                        <a:extLst>
                          <a:ext uri="{FF2B5EF4-FFF2-40B4-BE49-F238E27FC236}">
                            <a16:creationId xmlns:a16="http://schemas.microsoft.com/office/drawing/2014/main" id="{C126126C-60C0-4677-8E20-4D2FDFC94E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85" name="组合 684">
                      <a:extLst>
                        <a:ext uri="{FF2B5EF4-FFF2-40B4-BE49-F238E27FC236}">
                          <a16:creationId xmlns:a16="http://schemas.microsoft.com/office/drawing/2014/main" id="{9DD79AC0-A761-4F38-B842-C68D1E5F2E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690" name="任意多边形 4121">
                        <a:extLst>
                          <a:ext uri="{FF2B5EF4-FFF2-40B4-BE49-F238E27FC236}">
                            <a16:creationId xmlns:a16="http://schemas.microsoft.com/office/drawing/2014/main" id="{ADC82D74-9779-4BEF-BFA1-6D4D7321A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91" name="任意多边形 4122">
                        <a:extLst>
                          <a:ext uri="{FF2B5EF4-FFF2-40B4-BE49-F238E27FC236}">
                            <a16:creationId xmlns:a16="http://schemas.microsoft.com/office/drawing/2014/main" id="{E4D66A0D-B71D-496E-867E-6EEA24C5DB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92" name="任意多边形 4123">
                        <a:extLst>
                          <a:ext uri="{FF2B5EF4-FFF2-40B4-BE49-F238E27FC236}">
                            <a16:creationId xmlns:a16="http://schemas.microsoft.com/office/drawing/2014/main" id="{6D9E045E-E7B2-4BFA-A62F-7C07803556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86" name="组合 685">
                      <a:extLst>
                        <a:ext uri="{FF2B5EF4-FFF2-40B4-BE49-F238E27FC236}">
                          <a16:creationId xmlns:a16="http://schemas.microsoft.com/office/drawing/2014/main" id="{0E769650-12B5-432C-9CD9-122915DFCA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687" name="任意多边形 4118">
                        <a:extLst>
                          <a:ext uri="{FF2B5EF4-FFF2-40B4-BE49-F238E27FC236}">
                            <a16:creationId xmlns:a16="http://schemas.microsoft.com/office/drawing/2014/main" id="{B4245690-0A31-45B8-B122-6487544808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88" name="任意多边形 4119">
                        <a:extLst>
                          <a:ext uri="{FF2B5EF4-FFF2-40B4-BE49-F238E27FC236}">
                            <a16:creationId xmlns:a16="http://schemas.microsoft.com/office/drawing/2014/main" id="{936BF536-BAA8-48C9-9659-CFB808155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89" name="任意多边形 4120">
                        <a:extLst>
                          <a:ext uri="{FF2B5EF4-FFF2-40B4-BE49-F238E27FC236}">
                            <a16:creationId xmlns:a16="http://schemas.microsoft.com/office/drawing/2014/main" id="{02A0C18B-91F9-4528-941C-B3437AC042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3" name="组合 632">
                  <a:extLst>
                    <a:ext uri="{FF2B5EF4-FFF2-40B4-BE49-F238E27FC236}">
                      <a16:creationId xmlns:a16="http://schemas.microsoft.com/office/drawing/2014/main" id="{F7788FFE-5E05-43C9-8167-CB3D36E097C3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666" name="任意多边形 4097">
                    <a:extLst>
                      <a:ext uri="{FF2B5EF4-FFF2-40B4-BE49-F238E27FC236}">
                        <a16:creationId xmlns:a16="http://schemas.microsoft.com/office/drawing/2014/main" id="{8136EEEA-4188-4CF5-95CC-205EA3C772DA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67" name="任意多边形 4098">
                    <a:extLst>
                      <a:ext uri="{FF2B5EF4-FFF2-40B4-BE49-F238E27FC236}">
                        <a16:creationId xmlns:a16="http://schemas.microsoft.com/office/drawing/2014/main" id="{0D45B5C3-5D88-45CC-87F7-983BD5DC486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68" name="组合 667">
                    <a:extLst>
                      <a:ext uri="{FF2B5EF4-FFF2-40B4-BE49-F238E27FC236}">
                        <a16:creationId xmlns:a16="http://schemas.microsoft.com/office/drawing/2014/main" id="{F931E684-A3FE-4B67-8729-8B9A71A223D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669" name="组合 668">
                      <a:extLst>
                        <a:ext uri="{FF2B5EF4-FFF2-40B4-BE49-F238E27FC236}">
                          <a16:creationId xmlns:a16="http://schemas.microsoft.com/office/drawing/2014/main" id="{1B113E78-FB71-4EE3-A736-68DE1EC337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678" name="任意多边形 4109">
                        <a:extLst>
                          <a:ext uri="{FF2B5EF4-FFF2-40B4-BE49-F238E27FC236}">
                            <a16:creationId xmlns:a16="http://schemas.microsoft.com/office/drawing/2014/main" id="{2057571F-8D24-4DFD-9DE8-F87A5FBF2F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9" name="任意多边形 4110">
                        <a:extLst>
                          <a:ext uri="{FF2B5EF4-FFF2-40B4-BE49-F238E27FC236}">
                            <a16:creationId xmlns:a16="http://schemas.microsoft.com/office/drawing/2014/main" id="{FFE9C6B2-3FE5-48EE-8A49-BCF837F94E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80" name="任意多边形 4111">
                        <a:extLst>
                          <a:ext uri="{FF2B5EF4-FFF2-40B4-BE49-F238E27FC236}">
                            <a16:creationId xmlns:a16="http://schemas.microsoft.com/office/drawing/2014/main" id="{4E8B6F43-EE02-4F33-805A-F9CCEFEF09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70" name="组合 669">
                      <a:extLst>
                        <a:ext uri="{FF2B5EF4-FFF2-40B4-BE49-F238E27FC236}">
                          <a16:creationId xmlns:a16="http://schemas.microsoft.com/office/drawing/2014/main" id="{B187DE26-E5B9-4F63-8013-E57CAAC92D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675" name="任意多边形 4106">
                        <a:extLst>
                          <a:ext uri="{FF2B5EF4-FFF2-40B4-BE49-F238E27FC236}">
                            <a16:creationId xmlns:a16="http://schemas.microsoft.com/office/drawing/2014/main" id="{1F5E046B-33FE-43A8-B0E4-9720D89978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6" name="任意多边形 4107">
                        <a:extLst>
                          <a:ext uri="{FF2B5EF4-FFF2-40B4-BE49-F238E27FC236}">
                            <a16:creationId xmlns:a16="http://schemas.microsoft.com/office/drawing/2014/main" id="{14EE97A5-CAC4-435C-B26D-52EA3A18B9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7" name="任意多边形 4108">
                        <a:extLst>
                          <a:ext uri="{FF2B5EF4-FFF2-40B4-BE49-F238E27FC236}">
                            <a16:creationId xmlns:a16="http://schemas.microsoft.com/office/drawing/2014/main" id="{9071C45F-2607-43BF-AA1F-22D447CB8A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71" name="组合 670">
                      <a:extLst>
                        <a:ext uri="{FF2B5EF4-FFF2-40B4-BE49-F238E27FC236}">
                          <a16:creationId xmlns:a16="http://schemas.microsoft.com/office/drawing/2014/main" id="{CDC7DD15-25C5-4E23-B9E8-7333B3A14C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672" name="任意多边形 4103">
                        <a:extLst>
                          <a:ext uri="{FF2B5EF4-FFF2-40B4-BE49-F238E27FC236}">
                            <a16:creationId xmlns:a16="http://schemas.microsoft.com/office/drawing/2014/main" id="{D2BF66DB-52CD-4D35-B04D-EB0E1325E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3" name="任意多边形 4104">
                        <a:extLst>
                          <a:ext uri="{FF2B5EF4-FFF2-40B4-BE49-F238E27FC236}">
                            <a16:creationId xmlns:a16="http://schemas.microsoft.com/office/drawing/2014/main" id="{4687F7BD-EBE6-48F1-85CD-CF55DA0435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4" name="任意多边形 4105">
                        <a:extLst>
                          <a:ext uri="{FF2B5EF4-FFF2-40B4-BE49-F238E27FC236}">
                            <a16:creationId xmlns:a16="http://schemas.microsoft.com/office/drawing/2014/main" id="{4539C615-9F8E-46E8-BEE1-A6D58370A3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4" name="组合 633">
                  <a:extLst>
                    <a:ext uri="{FF2B5EF4-FFF2-40B4-BE49-F238E27FC236}">
                      <a16:creationId xmlns:a16="http://schemas.microsoft.com/office/drawing/2014/main" id="{94307C83-2DDE-446B-BB7D-5E02E528FF3F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651" name="任意多边形 4082">
                    <a:extLst>
                      <a:ext uri="{FF2B5EF4-FFF2-40B4-BE49-F238E27FC236}">
                        <a16:creationId xmlns:a16="http://schemas.microsoft.com/office/drawing/2014/main" id="{D4BADB1D-3962-4BBD-BEFD-7D7B58B1CBD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2" name="任意多边形 4083">
                    <a:extLst>
                      <a:ext uri="{FF2B5EF4-FFF2-40B4-BE49-F238E27FC236}">
                        <a16:creationId xmlns:a16="http://schemas.microsoft.com/office/drawing/2014/main" id="{F883C0F3-77B6-4BB6-B645-7A52715210F4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3" name="组合 652">
                    <a:extLst>
                      <a:ext uri="{FF2B5EF4-FFF2-40B4-BE49-F238E27FC236}">
                        <a16:creationId xmlns:a16="http://schemas.microsoft.com/office/drawing/2014/main" id="{6945811F-5C31-46DB-B19A-42EE6A37E866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654" name="组合 653">
                      <a:extLst>
                        <a:ext uri="{FF2B5EF4-FFF2-40B4-BE49-F238E27FC236}">
                          <a16:creationId xmlns:a16="http://schemas.microsoft.com/office/drawing/2014/main" id="{9B422FB2-2D09-48A5-89E9-3B82671F41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663" name="任意多边形 4094">
                        <a:extLst>
                          <a:ext uri="{FF2B5EF4-FFF2-40B4-BE49-F238E27FC236}">
                            <a16:creationId xmlns:a16="http://schemas.microsoft.com/office/drawing/2014/main" id="{BEDE0CC7-2F60-4FE8-8EA5-4AA5E5128B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4" name="任意多边形 4095">
                        <a:extLst>
                          <a:ext uri="{FF2B5EF4-FFF2-40B4-BE49-F238E27FC236}">
                            <a16:creationId xmlns:a16="http://schemas.microsoft.com/office/drawing/2014/main" id="{CEE50474-8370-40CB-B034-4397AE238D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5" name="任意多边形 4096">
                        <a:extLst>
                          <a:ext uri="{FF2B5EF4-FFF2-40B4-BE49-F238E27FC236}">
                            <a16:creationId xmlns:a16="http://schemas.microsoft.com/office/drawing/2014/main" id="{60F03EFB-2873-421D-951D-7A15013E0C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5" name="组合 654">
                      <a:extLst>
                        <a:ext uri="{FF2B5EF4-FFF2-40B4-BE49-F238E27FC236}">
                          <a16:creationId xmlns:a16="http://schemas.microsoft.com/office/drawing/2014/main" id="{02B0E9CE-B78F-4E02-9087-26FF8664BF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660" name="任意多边形 4091">
                        <a:extLst>
                          <a:ext uri="{FF2B5EF4-FFF2-40B4-BE49-F238E27FC236}">
                            <a16:creationId xmlns:a16="http://schemas.microsoft.com/office/drawing/2014/main" id="{DE6EB66A-3A3F-410D-B9EC-6821A25F4D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1" name="任意多边形 4092">
                        <a:extLst>
                          <a:ext uri="{FF2B5EF4-FFF2-40B4-BE49-F238E27FC236}">
                            <a16:creationId xmlns:a16="http://schemas.microsoft.com/office/drawing/2014/main" id="{DCA0E714-CF5F-447D-952D-8D1668E6F8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2" name="任意多边形 4093">
                        <a:extLst>
                          <a:ext uri="{FF2B5EF4-FFF2-40B4-BE49-F238E27FC236}">
                            <a16:creationId xmlns:a16="http://schemas.microsoft.com/office/drawing/2014/main" id="{AA5F4EBB-8B07-43E5-8FFE-EA0800545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6" name="组合 655">
                      <a:extLst>
                        <a:ext uri="{FF2B5EF4-FFF2-40B4-BE49-F238E27FC236}">
                          <a16:creationId xmlns:a16="http://schemas.microsoft.com/office/drawing/2014/main" id="{B4A1A74E-649F-4AE4-8F77-D0A5EF69FB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657" name="任意多边形 4088">
                        <a:extLst>
                          <a:ext uri="{FF2B5EF4-FFF2-40B4-BE49-F238E27FC236}">
                            <a16:creationId xmlns:a16="http://schemas.microsoft.com/office/drawing/2014/main" id="{BED0DE54-5DB1-40CC-9E7B-A37317E700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8" name="任意多边形 4089">
                        <a:extLst>
                          <a:ext uri="{FF2B5EF4-FFF2-40B4-BE49-F238E27FC236}">
                            <a16:creationId xmlns:a16="http://schemas.microsoft.com/office/drawing/2014/main" id="{8FA3197E-EF79-44E1-A7DE-20B515AC0E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9" name="任意多边形 4090">
                        <a:extLst>
                          <a:ext uri="{FF2B5EF4-FFF2-40B4-BE49-F238E27FC236}">
                            <a16:creationId xmlns:a16="http://schemas.microsoft.com/office/drawing/2014/main" id="{19D0D434-557A-4553-9F71-065531E59D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5" name="组合 634">
                  <a:extLst>
                    <a:ext uri="{FF2B5EF4-FFF2-40B4-BE49-F238E27FC236}">
                      <a16:creationId xmlns:a16="http://schemas.microsoft.com/office/drawing/2014/main" id="{3DD677B3-A065-429D-B285-C43BDAA8FB8F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636" name="任意多边形 4067">
                    <a:extLst>
                      <a:ext uri="{FF2B5EF4-FFF2-40B4-BE49-F238E27FC236}">
                        <a16:creationId xmlns:a16="http://schemas.microsoft.com/office/drawing/2014/main" id="{0EE5AF55-C8C0-4763-9707-42FED0513AE0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37" name="任意多边形 4068">
                    <a:extLst>
                      <a:ext uri="{FF2B5EF4-FFF2-40B4-BE49-F238E27FC236}">
                        <a16:creationId xmlns:a16="http://schemas.microsoft.com/office/drawing/2014/main" id="{D7CD74DB-09FF-442E-8851-C7CAA17806F2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38" name="组合 637">
                    <a:extLst>
                      <a:ext uri="{FF2B5EF4-FFF2-40B4-BE49-F238E27FC236}">
                        <a16:creationId xmlns:a16="http://schemas.microsoft.com/office/drawing/2014/main" id="{990A6201-BB30-4B25-ADB0-9B3A02713A5D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639" name="组合 638">
                      <a:extLst>
                        <a:ext uri="{FF2B5EF4-FFF2-40B4-BE49-F238E27FC236}">
                          <a16:creationId xmlns:a16="http://schemas.microsoft.com/office/drawing/2014/main" id="{39E089C1-7172-4595-8564-51F9E4C7E7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648" name="任意多边形 4079">
                        <a:extLst>
                          <a:ext uri="{FF2B5EF4-FFF2-40B4-BE49-F238E27FC236}">
                            <a16:creationId xmlns:a16="http://schemas.microsoft.com/office/drawing/2014/main" id="{DD6E39B7-5AFD-4EF0-AB36-6B2DFC6DB9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9" name="任意多边形 4080">
                        <a:extLst>
                          <a:ext uri="{FF2B5EF4-FFF2-40B4-BE49-F238E27FC236}">
                            <a16:creationId xmlns:a16="http://schemas.microsoft.com/office/drawing/2014/main" id="{E5486A9E-75E1-4A4B-AA43-8ABC4B5A1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0" name="任意多边形 4081">
                        <a:extLst>
                          <a:ext uri="{FF2B5EF4-FFF2-40B4-BE49-F238E27FC236}">
                            <a16:creationId xmlns:a16="http://schemas.microsoft.com/office/drawing/2014/main" id="{FDB91CBD-BF10-45C3-9BFC-7A345372AC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0" name="组合 639">
                      <a:extLst>
                        <a:ext uri="{FF2B5EF4-FFF2-40B4-BE49-F238E27FC236}">
                          <a16:creationId xmlns:a16="http://schemas.microsoft.com/office/drawing/2014/main" id="{690FCCE8-8E28-4009-9A55-4DE50C7F1B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645" name="任意多边形 4076">
                        <a:extLst>
                          <a:ext uri="{FF2B5EF4-FFF2-40B4-BE49-F238E27FC236}">
                            <a16:creationId xmlns:a16="http://schemas.microsoft.com/office/drawing/2014/main" id="{83F03BEF-4608-46AC-934F-C729BF76B5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6" name="任意多边形 4077">
                        <a:extLst>
                          <a:ext uri="{FF2B5EF4-FFF2-40B4-BE49-F238E27FC236}">
                            <a16:creationId xmlns:a16="http://schemas.microsoft.com/office/drawing/2014/main" id="{6A7EE994-1E2E-49A3-A96A-AABB971ECC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7" name="任意多边形 4078">
                        <a:extLst>
                          <a:ext uri="{FF2B5EF4-FFF2-40B4-BE49-F238E27FC236}">
                            <a16:creationId xmlns:a16="http://schemas.microsoft.com/office/drawing/2014/main" id="{557FF74C-FEEB-4971-9B98-8CFC88C5F8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1" name="组合 640">
                      <a:extLst>
                        <a:ext uri="{FF2B5EF4-FFF2-40B4-BE49-F238E27FC236}">
                          <a16:creationId xmlns:a16="http://schemas.microsoft.com/office/drawing/2014/main" id="{3CCBCA59-53C9-4630-91F0-3688705666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642" name="任意多边形 4073">
                        <a:extLst>
                          <a:ext uri="{FF2B5EF4-FFF2-40B4-BE49-F238E27FC236}">
                            <a16:creationId xmlns:a16="http://schemas.microsoft.com/office/drawing/2014/main" id="{93F49513-D428-47BE-9443-2C2F04B612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3" name="任意多边形 4074">
                        <a:extLst>
                          <a:ext uri="{FF2B5EF4-FFF2-40B4-BE49-F238E27FC236}">
                            <a16:creationId xmlns:a16="http://schemas.microsoft.com/office/drawing/2014/main" id="{05DEA9F6-FDB6-4D75-90B7-AE4B3CDDD9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4" name="任意多边形 4075">
                        <a:extLst>
                          <a:ext uri="{FF2B5EF4-FFF2-40B4-BE49-F238E27FC236}">
                            <a16:creationId xmlns:a16="http://schemas.microsoft.com/office/drawing/2014/main" id="{9AAFBCC2-E444-4EC1-87F8-038D148AE3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36" name="组合 435">
                <a:extLst>
                  <a:ext uri="{FF2B5EF4-FFF2-40B4-BE49-F238E27FC236}">
                    <a16:creationId xmlns:a16="http://schemas.microsoft.com/office/drawing/2014/main" id="{276364AF-1526-49B6-9E6B-2BAC9CC98F6D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684" cy="42156"/>
                <a:chOff x="4309837" y="5251379"/>
                <a:chExt cx="574684" cy="42156"/>
              </a:xfrm>
            </p:grpSpPr>
            <p:grpSp>
              <p:nvGrpSpPr>
                <p:cNvPr id="534" name="组合 533">
                  <a:extLst>
                    <a:ext uri="{FF2B5EF4-FFF2-40B4-BE49-F238E27FC236}">
                      <a16:creationId xmlns:a16="http://schemas.microsoft.com/office/drawing/2014/main" id="{1A9C496F-492E-4353-B763-BBC98561D03B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615" name="任意多边形 4046">
                    <a:extLst>
                      <a:ext uri="{FF2B5EF4-FFF2-40B4-BE49-F238E27FC236}">
                        <a16:creationId xmlns:a16="http://schemas.microsoft.com/office/drawing/2014/main" id="{23780096-98B0-4E56-B747-5EEF9B95A02A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16" name="任意多边形 4047">
                    <a:extLst>
                      <a:ext uri="{FF2B5EF4-FFF2-40B4-BE49-F238E27FC236}">
                        <a16:creationId xmlns:a16="http://schemas.microsoft.com/office/drawing/2014/main" id="{65C09B53-AC1C-4C6E-B829-B5657F1CDFE5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17" name="组合 616">
                    <a:extLst>
                      <a:ext uri="{FF2B5EF4-FFF2-40B4-BE49-F238E27FC236}">
                        <a16:creationId xmlns:a16="http://schemas.microsoft.com/office/drawing/2014/main" id="{42107F2F-F394-471D-8434-DFE935B7BC54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618" name="组合 617">
                      <a:extLst>
                        <a:ext uri="{FF2B5EF4-FFF2-40B4-BE49-F238E27FC236}">
                          <a16:creationId xmlns:a16="http://schemas.microsoft.com/office/drawing/2014/main" id="{7746C3C2-7BD0-4149-B72B-E31A7B756A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627" name="任意多边形 4058">
                        <a:extLst>
                          <a:ext uri="{FF2B5EF4-FFF2-40B4-BE49-F238E27FC236}">
                            <a16:creationId xmlns:a16="http://schemas.microsoft.com/office/drawing/2014/main" id="{435FEA42-92D9-4D73-958F-A2B6969CD2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8" name="任意多边形 4059">
                        <a:extLst>
                          <a:ext uri="{FF2B5EF4-FFF2-40B4-BE49-F238E27FC236}">
                            <a16:creationId xmlns:a16="http://schemas.microsoft.com/office/drawing/2014/main" id="{03E03D99-9EFE-413C-B546-F066BBF2E6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9" name="任意多边形 4060">
                        <a:extLst>
                          <a:ext uri="{FF2B5EF4-FFF2-40B4-BE49-F238E27FC236}">
                            <a16:creationId xmlns:a16="http://schemas.microsoft.com/office/drawing/2014/main" id="{53441A38-010A-43F6-95BF-D57764479B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9" name="组合 618">
                      <a:extLst>
                        <a:ext uri="{FF2B5EF4-FFF2-40B4-BE49-F238E27FC236}">
                          <a16:creationId xmlns:a16="http://schemas.microsoft.com/office/drawing/2014/main" id="{2F134240-349E-4DF2-AAD2-E7B9390BB1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624" name="任意多边形 4055">
                        <a:extLst>
                          <a:ext uri="{FF2B5EF4-FFF2-40B4-BE49-F238E27FC236}">
                            <a16:creationId xmlns:a16="http://schemas.microsoft.com/office/drawing/2014/main" id="{464F9967-7BB9-4E6A-9E89-D48AFD4F55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5" name="任意多边形 4056">
                        <a:extLst>
                          <a:ext uri="{FF2B5EF4-FFF2-40B4-BE49-F238E27FC236}">
                            <a16:creationId xmlns:a16="http://schemas.microsoft.com/office/drawing/2014/main" id="{182412B8-8C98-4C0A-9A5A-28EEC43FF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6" name="任意多边形 4057">
                        <a:extLst>
                          <a:ext uri="{FF2B5EF4-FFF2-40B4-BE49-F238E27FC236}">
                            <a16:creationId xmlns:a16="http://schemas.microsoft.com/office/drawing/2014/main" id="{BD641D99-649E-4850-A043-B6951E9CFD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0" name="组合 619">
                      <a:extLst>
                        <a:ext uri="{FF2B5EF4-FFF2-40B4-BE49-F238E27FC236}">
                          <a16:creationId xmlns:a16="http://schemas.microsoft.com/office/drawing/2014/main" id="{AE1C6479-41F5-4D52-9336-AFA8639DA8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621" name="任意多边形 4052">
                        <a:extLst>
                          <a:ext uri="{FF2B5EF4-FFF2-40B4-BE49-F238E27FC236}">
                            <a16:creationId xmlns:a16="http://schemas.microsoft.com/office/drawing/2014/main" id="{21A38664-3B89-4EE7-98EF-D341A24B7F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2" name="任意多边形 4053">
                        <a:extLst>
                          <a:ext uri="{FF2B5EF4-FFF2-40B4-BE49-F238E27FC236}">
                            <a16:creationId xmlns:a16="http://schemas.microsoft.com/office/drawing/2014/main" id="{D5683A17-7FA1-41D8-AC79-E832103C48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3" name="任意多边形 4054">
                        <a:extLst>
                          <a:ext uri="{FF2B5EF4-FFF2-40B4-BE49-F238E27FC236}">
                            <a16:creationId xmlns:a16="http://schemas.microsoft.com/office/drawing/2014/main" id="{B294DB6F-D595-4417-B5D1-E33D4627B1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5" name="组合 534">
                  <a:extLst>
                    <a:ext uri="{FF2B5EF4-FFF2-40B4-BE49-F238E27FC236}">
                      <a16:creationId xmlns:a16="http://schemas.microsoft.com/office/drawing/2014/main" id="{4A18F83E-B84E-4B51-A988-62EC9B93D8A2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600" name="任意多边形 4031">
                    <a:extLst>
                      <a:ext uri="{FF2B5EF4-FFF2-40B4-BE49-F238E27FC236}">
                        <a16:creationId xmlns:a16="http://schemas.microsoft.com/office/drawing/2014/main" id="{AFFA290D-C3D6-40D9-A011-5F0F2362FC2A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01" name="任意多边形 4032">
                    <a:extLst>
                      <a:ext uri="{FF2B5EF4-FFF2-40B4-BE49-F238E27FC236}">
                        <a16:creationId xmlns:a16="http://schemas.microsoft.com/office/drawing/2014/main" id="{D2666672-A997-4DE7-A1E2-33AC4A7D8F90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2" name="组合 601">
                    <a:extLst>
                      <a:ext uri="{FF2B5EF4-FFF2-40B4-BE49-F238E27FC236}">
                        <a16:creationId xmlns:a16="http://schemas.microsoft.com/office/drawing/2014/main" id="{1BF2B58B-E3DD-4B91-B2A8-47807676E6F5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603" name="组合 602">
                      <a:extLst>
                        <a:ext uri="{FF2B5EF4-FFF2-40B4-BE49-F238E27FC236}">
                          <a16:creationId xmlns:a16="http://schemas.microsoft.com/office/drawing/2014/main" id="{8D0670F2-548A-4BB4-8C3F-4DFC1ECB21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612" name="任意多边形 4043">
                        <a:extLst>
                          <a:ext uri="{FF2B5EF4-FFF2-40B4-BE49-F238E27FC236}">
                            <a16:creationId xmlns:a16="http://schemas.microsoft.com/office/drawing/2014/main" id="{D7C52FE2-8309-4E02-AF3D-D7EB14E1A1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3" name="任意多边形 4044">
                        <a:extLst>
                          <a:ext uri="{FF2B5EF4-FFF2-40B4-BE49-F238E27FC236}">
                            <a16:creationId xmlns:a16="http://schemas.microsoft.com/office/drawing/2014/main" id="{9F72D17E-8326-4679-A10C-C07B64A693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4" name="任意多边形 4045">
                        <a:extLst>
                          <a:ext uri="{FF2B5EF4-FFF2-40B4-BE49-F238E27FC236}">
                            <a16:creationId xmlns:a16="http://schemas.microsoft.com/office/drawing/2014/main" id="{93728E0C-5D3A-4501-976F-25ECA67C94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4" name="组合 603">
                      <a:extLst>
                        <a:ext uri="{FF2B5EF4-FFF2-40B4-BE49-F238E27FC236}">
                          <a16:creationId xmlns:a16="http://schemas.microsoft.com/office/drawing/2014/main" id="{97312E68-41DE-4153-9D1C-A54DAFF77C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609" name="任意多边形 4040">
                        <a:extLst>
                          <a:ext uri="{FF2B5EF4-FFF2-40B4-BE49-F238E27FC236}">
                            <a16:creationId xmlns:a16="http://schemas.microsoft.com/office/drawing/2014/main" id="{7EF8399C-44AD-43AB-B6A9-A936D44452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0" name="任意多边形 4041">
                        <a:extLst>
                          <a:ext uri="{FF2B5EF4-FFF2-40B4-BE49-F238E27FC236}">
                            <a16:creationId xmlns:a16="http://schemas.microsoft.com/office/drawing/2014/main" id="{B9EB127F-A5A8-4C5B-A135-82341D2C93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1" name="任意多边形 4042">
                        <a:extLst>
                          <a:ext uri="{FF2B5EF4-FFF2-40B4-BE49-F238E27FC236}">
                            <a16:creationId xmlns:a16="http://schemas.microsoft.com/office/drawing/2014/main" id="{97D4D4A6-3D84-48E8-A3F4-55AF990438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5" name="组合 604">
                      <a:extLst>
                        <a:ext uri="{FF2B5EF4-FFF2-40B4-BE49-F238E27FC236}">
                          <a16:creationId xmlns:a16="http://schemas.microsoft.com/office/drawing/2014/main" id="{900E3835-03DA-412D-B534-5EC3995086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606" name="任意多边形 4037">
                        <a:extLst>
                          <a:ext uri="{FF2B5EF4-FFF2-40B4-BE49-F238E27FC236}">
                            <a16:creationId xmlns:a16="http://schemas.microsoft.com/office/drawing/2014/main" id="{2FC42096-5DA7-43BB-B45F-0C431E9F2C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7" name="任意多边形 4038">
                        <a:extLst>
                          <a:ext uri="{FF2B5EF4-FFF2-40B4-BE49-F238E27FC236}">
                            <a16:creationId xmlns:a16="http://schemas.microsoft.com/office/drawing/2014/main" id="{E82B9266-78C3-49A8-844A-104BB15CB3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8" name="任意多边形 4039">
                        <a:extLst>
                          <a:ext uri="{FF2B5EF4-FFF2-40B4-BE49-F238E27FC236}">
                            <a16:creationId xmlns:a16="http://schemas.microsoft.com/office/drawing/2014/main" id="{352378AE-7BEA-4FA1-8384-3FF2EE4524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6" name="组合 535">
                  <a:extLst>
                    <a:ext uri="{FF2B5EF4-FFF2-40B4-BE49-F238E27FC236}">
                      <a16:creationId xmlns:a16="http://schemas.microsoft.com/office/drawing/2014/main" id="{4CC9C1CC-49CC-45E3-9CCB-2C4A67319E21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585" name="任意多边形 4016">
                    <a:extLst>
                      <a:ext uri="{FF2B5EF4-FFF2-40B4-BE49-F238E27FC236}">
                        <a16:creationId xmlns:a16="http://schemas.microsoft.com/office/drawing/2014/main" id="{7B585B13-27F1-4BA3-B4CF-344BC309FA4B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86" name="任意多边形 4017">
                    <a:extLst>
                      <a:ext uri="{FF2B5EF4-FFF2-40B4-BE49-F238E27FC236}">
                        <a16:creationId xmlns:a16="http://schemas.microsoft.com/office/drawing/2014/main" id="{4173A50C-23DC-4C6E-A167-0B5B484F5BD5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87" name="组合 586">
                    <a:extLst>
                      <a:ext uri="{FF2B5EF4-FFF2-40B4-BE49-F238E27FC236}">
                        <a16:creationId xmlns:a16="http://schemas.microsoft.com/office/drawing/2014/main" id="{D6BCD948-04E7-4C01-826A-87E9BCA1E48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588" name="组合 587">
                      <a:extLst>
                        <a:ext uri="{FF2B5EF4-FFF2-40B4-BE49-F238E27FC236}">
                          <a16:creationId xmlns:a16="http://schemas.microsoft.com/office/drawing/2014/main" id="{38596D9D-5161-4B58-8020-F06D703FF7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597" name="任意多边形 4028">
                        <a:extLst>
                          <a:ext uri="{FF2B5EF4-FFF2-40B4-BE49-F238E27FC236}">
                            <a16:creationId xmlns:a16="http://schemas.microsoft.com/office/drawing/2014/main" id="{7AB43F7C-D29D-4018-85F3-6F5E3A0124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8" name="任意多边形 4029">
                        <a:extLst>
                          <a:ext uri="{FF2B5EF4-FFF2-40B4-BE49-F238E27FC236}">
                            <a16:creationId xmlns:a16="http://schemas.microsoft.com/office/drawing/2014/main" id="{F2E01248-3B22-4681-8F26-91C155C917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9" name="任意多边形 4030">
                        <a:extLst>
                          <a:ext uri="{FF2B5EF4-FFF2-40B4-BE49-F238E27FC236}">
                            <a16:creationId xmlns:a16="http://schemas.microsoft.com/office/drawing/2014/main" id="{938E6FF6-A190-42D1-9941-CE6368EF1B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89" name="组合 588">
                      <a:extLst>
                        <a:ext uri="{FF2B5EF4-FFF2-40B4-BE49-F238E27FC236}">
                          <a16:creationId xmlns:a16="http://schemas.microsoft.com/office/drawing/2014/main" id="{5BED2D67-2FCB-4B1C-9600-8037C5C1B3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594" name="任意多边形 4025">
                        <a:extLst>
                          <a:ext uri="{FF2B5EF4-FFF2-40B4-BE49-F238E27FC236}">
                            <a16:creationId xmlns:a16="http://schemas.microsoft.com/office/drawing/2014/main" id="{8FE9B2A4-556F-441B-BC07-33F98AB289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5" name="任意多边形 4026">
                        <a:extLst>
                          <a:ext uri="{FF2B5EF4-FFF2-40B4-BE49-F238E27FC236}">
                            <a16:creationId xmlns:a16="http://schemas.microsoft.com/office/drawing/2014/main" id="{3BC28D8B-3DDF-45E5-874A-1110B39A0E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6" name="任意多边形 4027">
                        <a:extLst>
                          <a:ext uri="{FF2B5EF4-FFF2-40B4-BE49-F238E27FC236}">
                            <a16:creationId xmlns:a16="http://schemas.microsoft.com/office/drawing/2014/main" id="{15E47986-1925-42E5-9363-2FB4D3CD6E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0" name="组合 589">
                      <a:extLst>
                        <a:ext uri="{FF2B5EF4-FFF2-40B4-BE49-F238E27FC236}">
                          <a16:creationId xmlns:a16="http://schemas.microsoft.com/office/drawing/2014/main" id="{72248235-C271-4FC6-B128-FB08FF53FE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591" name="任意多边形 4022">
                        <a:extLst>
                          <a:ext uri="{FF2B5EF4-FFF2-40B4-BE49-F238E27FC236}">
                            <a16:creationId xmlns:a16="http://schemas.microsoft.com/office/drawing/2014/main" id="{C093C213-DBE4-4126-9EA1-9C44520730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2" name="任意多边形 4023">
                        <a:extLst>
                          <a:ext uri="{FF2B5EF4-FFF2-40B4-BE49-F238E27FC236}">
                            <a16:creationId xmlns:a16="http://schemas.microsoft.com/office/drawing/2014/main" id="{04407F67-571B-4111-A3DC-6C13B7A0D5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3" name="任意多边形 4024">
                        <a:extLst>
                          <a:ext uri="{FF2B5EF4-FFF2-40B4-BE49-F238E27FC236}">
                            <a16:creationId xmlns:a16="http://schemas.microsoft.com/office/drawing/2014/main" id="{8DA93145-7D39-4D81-86E8-655DCEC6C0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7" name="组合 536">
                  <a:extLst>
                    <a:ext uri="{FF2B5EF4-FFF2-40B4-BE49-F238E27FC236}">
                      <a16:creationId xmlns:a16="http://schemas.microsoft.com/office/drawing/2014/main" id="{C30977CF-5042-44AD-9B35-4C1DA9F7E81A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570" name="任意多边形 4001">
                    <a:extLst>
                      <a:ext uri="{FF2B5EF4-FFF2-40B4-BE49-F238E27FC236}">
                        <a16:creationId xmlns:a16="http://schemas.microsoft.com/office/drawing/2014/main" id="{7573AC05-9727-47EE-B1CB-24DBFBEF22BB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1" name="任意多边形 4002">
                    <a:extLst>
                      <a:ext uri="{FF2B5EF4-FFF2-40B4-BE49-F238E27FC236}">
                        <a16:creationId xmlns:a16="http://schemas.microsoft.com/office/drawing/2014/main" id="{9E1A3C67-8833-4DFA-9030-76820D99F3C2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2" name="组合 571">
                    <a:extLst>
                      <a:ext uri="{FF2B5EF4-FFF2-40B4-BE49-F238E27FC236}">
                        <a16:creationId xmlns:a16="http://schemas.microsoft.com/office/drawing/2014/main" id="{3D127BA1-2400-4322-8E71-EBCE1C621886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573" name="组合 572">
                      <a:extLst>
                        <a:ext uri="{FF2B5EF4-FFF2-40B4-BE49-F238E27FC236}">
                          <a16:creationId xmlns:a16="http://schemas.microsoft.com/office/drawing/2014/main" id="{83C746BA-9440-4EC1-92DB-353D2CD429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582" name="任意多边形 4013">
                        <a:extLst>
                          <a:ext uri="{FF2B5EF4-FFF2-40B4-BE49-F238E27FC236}">
                            <a16:creationId xmlns:a16="http://schemas.microsoft.com/office/drawing/2014/main" id="{27D64C1C-BE8F-4D1D-8AD8-237584C7AC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3" name="任意多边形 4014">
                        <a:extLst>
                          <a:ext uri="{FF2B5EF4-FFF2-40B4-BE49-F238E27FC236}">
                            <a16:creationId xmlns:a16="http://schemas.microsoft.com/office/drawing/2014/main" id="{AEE4396C-FF3A-4B5B-B88A-1A266D767D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4" name="任意多边形 4015">
                        <a:extLst>
                          <a:ext uri="{FF2B5EF4-FFF2-40B4-BE49-F238E27FC236}">
                            <a16:creationId xmlns:a16="http://schemas.microsoft.com/office/drawing/2014/main" id="{39F1F43B-F270-477E-97E3-233044B4D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4" name="组合 573">
                      <a:extLst>
                        <a:ext uri="{FF2B5EF4-FFF2-40B4-BE49-F238E27FC236}">
                          <a16:creationId xmlns:a16="http://schemas.microsoft.com/office/drawing/2014/main" id="{4D301713-1012-46D4-96A0-A43308BE61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579" name="任意多边形 4010">
                        <a:extLst>
                          <a:ext uri="{FF2B5EF4-FFF2-40B4-BE49-F238E27FC236}">
                            <a16:creationId xmlns:a16="http://schemas.microsoft.com/office/drawing/2014/main" id="{3C6D027F-E220-4A8D-8588-798EFC987F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0" name="任意多边形 4011">
                        <a:extLst>
                          <a:ext uri="{FF2B5EF4-FFF2-40B4-BE49-F238E27FC236}">
                            <a16:creationId xmlns:a16="http://schemas.microsoft.com/office/drawing/2014/main" id="{F8052759-2113-4C18-BBC7-323C0F31F3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1" name="任意多边形 4012">
                        <a:extLst>
                          <a:ext uri="{FF2B5EF4-FFF2-40B4-BE49-F238E27FC236}">
                            <a16:creationId xmlns:a16="http://schemas.microsoft.com/office/drawing/2014/main" id="{F482BEB9-69B4-4FEE-B8FB-12FCC5772A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5" name="组合 574">
                      <a:extLst>
                        <a:ext uri="{FF2B5EF4-FFF2-40B4-BE49-F238E27FC236}">
                          <a16:creationId xmlns:a16="http://schemas.microsoft.com/office/drawing/2014/main" id="{9DD62F4A-F50C-40ED-821F-A10A6340AE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576" name="任意多边形 4007">
                        <a:extLst>
                          <a:ext uri="{FF2B5EF4-FFF2-40B4-BE49-F238E27FC236}">
                            <a16:creationId xmlns:a16="http://schemas.microsoft.com/office/drawing/2014/main" id="{B97B6CB7-7D3A-4CBE-A95F-81B9C7FF20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7" name="任意多边形 4008">
                        <a:extLst>
                          <a:ext uri="{FF2B5EF4-FFF2-40B4-BE49-F238E27FC236}">
                            <a16:creationId xmlns:a16="http://schemas.microsoft.com/office/drawing/2014/main" id="{F46DF079-5369-4614-848F-60662A1BA6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8" name="任意多边形 4009">
                        <a:extLst>
                          <a:ext uri="{FF2B5EF4-FFF2-40B4-BE49-F238E27FC236}">
                            <a16:creationId xmlns:a16="http://schemas.microsoft.com/office/drawing/2014/main" id="{4010FECE-C2F7-42EA-80EA-2A245C8897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8" name="组合 537">
                  <a:extLst>
                    <a:ext uri="{FF2B5EF4-FFF2-40B4-BE49-F238E27FC236}">
                      <a16:creationId xmlns:a16="http://schemas.microsoft.com/office/drawing/2014/main" id="{A798333A-AC02-481E-B492-CEC6824E5B8B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555" name="任意多边形 3986">
                    <a:extLst>
                      <a:ext uri="{FF2B5EF4-FFF2-40B4-BE49-F238E27FC236}">
                        <a16:creationId xmlns:a16="http://schemas.microsoft.com/office/drawing/2014/main" id="{0427CA7B-2519-435A-87B5-8AFC81EC4663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56" name="任意多边形 3987">
                    <a:extLst>
                      <a:ext uri="{FF2B5EF4-FFF2-40B4-BE49-F238E27FC236}">
                        <a16:creationId xmlns:a16="http://schemas.microsoft.com/office/drawing/2014/main" id="{BAAC5AC4-BC1F-456A-99DB-2A84D0571300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57" name="组合 556">
                    <a:extLst>
                      <a:ext uri="{FF2B5EF4-FFF2-40B4-BE49-F238E27FC236}">
                        <a16:creationId xmlns:a16="http://schemas.microsoft.com/office/drawing/2014/main" id="{4E2D6FB0-308B-42C2-9A21-6F6CEB1A1325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558" name="组合 557">
                      <a:extLst>
                        <a:ext uri="{FF2B5EF4-FFF2-40B4-BE49-F238E27FC236}">
                          <a16:creationId xmlns:a16="http://schemas.microsoft.com/office/drawing/2014/main" id="{D000D27C-F059-4BEB-B0FC-D97A19C6B0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567" name="任意多边形 3998">
                        <a:extLst>
                          <a:ext uri="{FF2B5EF4-FFF2-40B4-BE49-F238E27FC236}">
                            <a16:creationId xmlns:a16="http://schemas.microsoft.com/office/drawing/2014/main" id="{DF36DDFC-45E3-4DBF-93EC-B60E18E4A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8" name="任意多边形 3999">
                        <a:extLst>
                          <a:ext uri="{FF2B5EF4-FFF2-40B4-BE49-F238E27FC236}">
                            <a16:creationId xmlns:a16="http://schemas.microsoft.com/office/drawing/2014/main" id="{5FC3946B-FC28-4C11-8367-003B1141CA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9" name="任意多边形 4000">
                        <a:extLst>
                          <a:ext uri="{FF2B5EF4-FFF2-40B4-BE49-F238E27FC236}">
                            <a16:creationId xmlns:a16="http://schemas.microsoft.com/office/drawing/2014/main" id="{202B8BE9-BA59-4BA9-92C2-C83C0B7ED0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9" name="组合 558">
                      <a:extLst>
                        <a:ext uri="{FF2B5EF4-FFF2-40B4-BE49-F238E27FC236}">
                          <a16:creationId xmlns:a16="http://schemas.microsoft.com/office/drawing/2014/main" id="{88812559-6F58-47D4-8EED-0D149C7E7C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564" name="任意多边形 3995">
                        <a:extLst>
                          <a:ext uri="{FF2B5EF4-FFF2-40B4-BE49-F238E27FC236}">
                            <a16:creationId xmlns:a16="http://schemas.microsoft.com/office/drawing/2014/main" id="{4BFFEC11-F6EF-45B4-848C-84695DD2EF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5" name="任意多边形 3996">
                        <a:extLst>
                          <a:ext uri="{FF2B5EF4-FFF2-40B4-BE49-F238E27FC236}">
                            <a16:creationId xmlns:a16="http://schemas.microsoft.com/office/drawing/2014/main" id="{BB257E3E-84D3-4793-90BF-DBC240AD1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6" name="任意多边形 3997">
                        <a:extLst>
                          <a:ext uri="{FF2B5EF4-FFF2-40B4-BE49-F238E27FC236}">
                            <a16:creationId xmlns:a16="http://schemas.microsoft.com/office/drawing/2014/main" id="{AC11E495-9BBD-42B7-AED0-999D345E8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0" name="组合 559">
                      <a:extLst>
                        <a:ext uri="{FF2B5EF4-FFF2-40B4-BE49-F238E27FC236}">
                          <a16:creationId xmlns:a16="http://schemas.microsoft.com/office/drawing/2014/main" id="{D2B80FCE-8FE9-4382-8E31-8544433D0B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561" name="任意多边形 3992">
                        <a:extLst>
                          <a:ext uri="{FF2B5EF4-FFF2-40B4-BE49-F238E27FC236}">
                            <a16:creationId xmlns:a16="http://schemas.microsoft.com/office/drawing/2014/main" id="{3A679463-28A1-4104-80B2-74FEF996E0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2" name="任意多边形 3993">
                        <a:extLst>
                          <a:ext uri="{FF2B5EF4-FFF2-40B4-BE49-F238E27FC236}">
                            <a16:creationId xmlns:a16="http://schemas.microsoft.com/office/drawing/2014/main" id="{95B313BB-A379-489A-BDCB-DC5814BE9B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3" name="任意多边形 3994">
                        <a:extLst>
                          <a:ext uri="{FF2B5EF4-FFF2-40B4-BE49-F238E27FC236}">
                            <a16:creationId xmlns:a16="http://schemas.microsoft.com/office/drawing/2014/main" id="{B48C298A-5664-4D06-AAFA-08329ADB0E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9" name="组合 538">
                  <a:extLst>
                    <a:ext uri="{FF2B5EF4-FFF2-40B4-BE49-F238E27FC236}">
                      <a16:creationId xmlns:a16="http://schemas.microsoft.com/office/drawing/2014/main" id="{34C1C7BB-EFB2-4F0B-8EBC-CDA1BEC059F1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540" name="任意多边形 3971">
                    <a:extLst>
                      <a:ext uri="{FF2B5EF4-FFF2-40B4-BE49-F238E27FC236}">
                        <a16:creationId xmlns:a16="http://schemas.microsoft.com/office/drawing/2014/main" id="{9B483CB4-7A3B-4518-A194-B2126CF664EA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41" name="任意多边形 3972">
                    <a:extLst>
                      <a:ext uri="{FF2B5EF4-FFF2-40B4-BE49-F238E27FC236}">
                        <a16:creationId xmlns:a16="http://schemas.microsoft.com/office/drawing/2014/main" id="{2BDAF867-DBDF-4D5A-BD13-51A29F76C581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42" name="组合 541">
                    <a:extLst>
                      <a:ext uri="{FF2B5EF4-FFF2-40B4-BE49-F238E27FC236}">
                        <a16:creationId xmlns:a16="http://schemas.microsoft.com/office/drawing/2014/main" id="{4749D551-706A-4FE1-BA25-35FEF8821A8C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543" name="组合 542">
                      <a:extLst>
                        <a:ext uri="{FF2B5EF4-FFF2-40B4-BE49-F238E27FC236}">
                          <a16:creationId xmlns:a16="http://schemas.microsoft.com/office/drawing/2014/main" id="{88DCC518-2E04-4D06-85EC-DC30995D87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552" name="任意多边形 3983">
                        <a:extLst>
                          <a:ext uri="{FF2B5EF4-FFF2-40B4-BE49-F238E27FC236}">
                            <a16:creationId xmlns:a16="http://schemas.microsoft.com/office/drawing/2014/main" id="{8A09F6A0-F497-4467-BEEC-90553F42BC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3" name="任意多边形 3984">
                        <a:extLst>
                          <a:ext uri="{FF2B5EF4-FFF2-40B4-BE49-F238E27FC236}">
                            <a16:creationId xmlns:a16="http://schemas.microsoft.com/office/drawing/2014/main" id="{F7DC96F3-3BA6-450D-8F5C-AE7B626E7D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4" name="任意多边形 3985">
                        <a:extLst>
                          <a:ext uri="{FF2B5EF4-FFF2-40B4-BE49-F238E27FC236}">
                            <a16:creationId xmlns:a16="http://schemas.microsoft.com/office/drawing/2014/main" id="{2814C2E9-A5F6-4134-AFC7-216616A002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4" name="组合 543">
                      <a:extLst>
                        <a:ext uri="{FF2B5EF4-FFF2-40B4-BE49-F238E27FC236}">
                          <a16:creationId xmlns:a16="http://schemas.microsoft.com/office/drawing/2014/main" id="{5EA08478-5A0C-4092-A056-73C246C009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549" name="任意多边形 3980">
                        <a:extLst>
                          <a:ext uri="{FF2B5EF4-FFF2-40B4-BE49-F238E27FC236}">
                            <a16:creationId xmlns:a16="http://schemas.microsoft.com/office/drawing/2014/main" id="{413E3EC6-031D-4217-B838-7C41EDA58E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0" name="任意多边形 3981">
                        <a:extLst>
                          <a:ext uri="{FF2B5EF4-FFF2-40B4-BE49-F238E27FC236}">
                            <a16:creationId xmlns:a16="http://schemas.microsoft.com/office/drawing/2014/main" id="{2E1A1F7F-505C-4782-BDC8-A7FB625163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1" name="任意多边形 3982">
                        <a:extLst>
                          <a:ext uri="{FF2B5EF4-FFF2-40B4-BE49-F238E27FC236}">
                            <a16:creationId xmlns:a16="http://schemas.microsoft.com/office/drawing/2014/main" id="{91F0CE38-07DC-4B30-8619-ACB5DBB6F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5" name="组合 544">
                      <a:extLst>
                        <a:ext uri="{FF2B5EF4-FFF2-40B4-BE49-F238E27FC236}">
                          <a16:creationId xmlns:a16="http://schemas.microsoft.com/office/drawing/2014/main" id="{02328145-F353-4606-A1D6-9EB8309930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546" name="任意多边形 3977">
                        <a:extLst>
                          <a:ext uri="{FF2B5EF4-FFF2-40B4-BE49-F238E27FC236}">
                            <a16:creationId xmlns:a16="http://schemas.microsoft.com/office/drawing/2014/main" id="{B6B09B5C-C5E3-4161-BCAD-B7887BC1F7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7" name="任意多边形 3978">
                        <a:extLst>
                          <a:ext uri="{FF2B5EF4-FFF2-40B4-BE49-F238E27FC236}">
                            <a16:creationId xmlns:a16="http://schemas.microsoft.com/office/drawing/2014/main" id="{67F91846-F6B4-40C9-818E-CE22E11B1F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8" name="任意多边形 3979">
                        <a:extLst>
                          <a:ext uri="{FF2B5EF4-FFF2-40B4-BE49-F238E27FC236}">
                            <a16:creationId xmlns:a16="http://schemas.microsoft.com/office/drawing/2014/main" id="{3EFA085A-315C-43C5-9B6D-8EFBE570E9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37" name="组合 436">
                <a:extLst>
                  <a:ext uri="{FF2B5EF4-FFF2-40B4-BE49-F238E27FC236}">
                    <a16:creationId xmlns:a16="http://schemas.microsoft.com/office/drawing/2014/main" id="{A549BE64-E78A-4833-A6A2-1FA7BC6643A8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438" name="组合 437">
                  <a:extLst>
                    <a:ext uri="{FF2B5EF4-FFF2-40B4-BE49-F238E27FC236}">
                      <a16:creationId xmlns:a16="http://schemas.microsoft.com/office/drawing/2014/main" id="{DF9CC73A-A46B-4EE1-AFA2-074A15964399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519" name="任意多边形 3950">
                    <a:extLst>
                      <a:ext uri="{FF2B5EF4-FFF2-40B4-BE49-F238E27FC236}">
                        <a16:creationId xmlns:a16="http://schemas.microsoft.com/office/drawing/2014/main" id="{70A7C04D-4820-45DF-A173-24C65F1A990B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0" name="任意多边形 3951">
                    <a:extLst>
                      <a:ext uri="{FF2B5EF4-FFF2-40B4-BE49-F238E27FC236}">
                        <a16:creationId xmlns:a16="http://schemas.microsoft.com/office/drawing/2014/main" id="{397C9F89-C5D7-4D49-8761-494780B772F5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21" name="组合 520">
                    <a:extLst>
                      <a:ext uri="{FF2B5EF4-FFF2-40B4-BE49-F238E27FC236}">
                        <a16:creationId xmlns:a16="http://schemas.microsoft.com/office/drawing/2014/main" id="{07E92CAB-3861-416B-8D3B-C315EBCFDF97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522" name="组合 521">
                      <a:extLst>
                        <a:ext uri="{FF2B5EF4-FFF2-40B4-BE49-F238E27FC236}">
                          <a16:creationId xmlns:a16="http://schemas.microsoft.com/office/drawing/2014/main" id="{FA48FD95-AE48-41B2-939D-7EF920880F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531" name="任意多边形 3962">
                        <a:extLst>
                          <a:ext uri="{FF2B5EF4-FFF2-40B4-BE49-F238E27FC236}">
                            <a16:creationId xmlns:a16="http://schemas.microsoft.com/office/drawing/2014/main" id="{2F0DD62A-92B3-4050-856A-63C6E9B2A4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2" name="任意多边形 3963">
                        <a:extLst>
                          <a:ext uri="{FF2B5EF4-FFF2-40B4-BE49-F238E27FC236}">
                            <a16:creationId xmlns:a16="http://schemas.microsoft.com/office/drawing/2014/main" id="{CB57A14C-84B1-4FA0-BE20-C2CA27B0A3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3" name="任意多边形 3964">
                        <a:extLst>
                          <a:ext uri="{FF2B5EF4-FFF2-40B4-BE49-F238E27FC236}">
                            <a16:creationId xmlns:a16="http://schemas.microsoft.com/office/drawing/2014/main" id="{C1E2A5A8-1A70-4DA6-B4AC-4DE6A81B7C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3" name="组合 522">
                      <a:extLst>
                        <a:ext uri="{FF2B5EF4-FFF2-40B4-BE49-F238E27FC236}">
                          <a16:creationId xmlns:a16="http://schemas.microsoft.com/office/drawing/2014/main" id="{F62DC4B7-0AA1-4CE7-9F8C-715EE29524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528" name="任意多边形 3959">
                        <a:extLst>
                          <a:ext uri="{FF2B5EF4-FFF2-40B4-BE49-F238E27FC236}">
                            <a16:creationId xmlns:a16="http://schemas.microsoft.com/office/drawing/2014/main" id="{B350764B-5D31-4E3A-89BD-AB012C2846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9" name="任意多边形 3960">
                        <a:extLst>
                          <a:ext uri="{FF2B5EF4-FFF2-40B4-BE49-F238E27FC236}">
                            <a16:creationId xmlns:a16="http://schemas.microsoft.com/office/drawing/2014/main" id="{E2A6B97E-3506-432B-AB3D-136AC810ED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0" name="任意多边形 3961">
                        <a:extLst>
                          <a:ext uri="{FF2B5EF4-FFF2-40B4-BE49-F238E27FC236}">
                            <a16:creationId xmlns:a16="http://schemas.microsoft.com/office/drawing/2014/main" id="{875048E0-B967-4FB7-B4DD-75E9E56D8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4" name="组合 523">
                      <a:extLst>
                        <a:ext uri="{FF2B5EF4-FFF2-40B4-BE49-F238E27FC236}">
                          <a16:creationId xmlns:a16="http://schemas.microsoft.com/office/drawing/2014/main" id="{63F913BD-C722-48AA-9D43-1C9BF31FBC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525" name="任意多边形 3956">
                        <a:extLst>
                          <a:ext uri="{FF2B5EF4-FFF2-40B4-BE49-F238E27FC236}">
                            <a16:creationId xmlns:a16="http://schemas.microsoft.com/office/drawing/2014/main" id="{C6F30FBE-0F5F-4561-879D-295284D318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6" name="任意多边形 3957">
                        <a:extLst>
                          <a:ext uri="{FF2B5EF4-FFF2-40B4-BE49-F238E27FC236}">
                            <a16:creationId xmlns:a16="http://schemas.microsoft.com/office/drawing/2014/main" id="{F50DBCE0-50EC-4733-9974-5237A7B689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7" name="任意多边形 3958">
                        <a:extLst>
                          <a:ext uri="{FF2B5EF4-FFF2-40B4-BE49-F238E27FC236}">
                            <a16:creationId xmlns:a16="http://schemas.microsoft.com/office/drawing/2014/main" id="{A53E1938-7E50-43F8-816A-FF22F42E7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39" name="组合 438">
                  <a:extLst>
                    <a:ext uri="{FF2B5EF4-FFF2-40B4-BE49-F238E27FC236}">
                      <a16:creationId xmlns:a16="http://schemas.microsoft.com/office/drawing/2014/main" id="{FDB0FB4F-6A4D-4B5C-A9EB-75ED74066361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504" name="任意多边形 3935">
                    <a:extLst>
                      <a:ext uri="{FF2B5EF4-FFF2-40B4-BE49-F238E27FC236}">
                        <a16:creationId xmlns:a16="http://schemas.microsoft.com/office/drawing/2014/main" id="{C408F11A-CC14-4991-B064-25C016B1628F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05" name="任意多边形 3936">
                    <a:extLst>
                      <a:ext uri="{FF2B5EF4-FFF2-40B4-BE49-F238E27FC236}">
                        <a16:creationId xmlns:a16="http://schemas.microsoft.com/office/drawing/2014/main" id="{C8F83864-C054-4F6F-8AAC-8778F8BD90BB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06" name="组合 505">
                    <a:extLst>
                      <a:ext uri="{FF2B5EF4-FFF2-40B4-BE49-F238E27FC236}">
                        <a16:creationId xmlns:a16="http://schemas.microsoft.com/office/drawing/2014/main" id="{B88E6773-C054-43A6-BF7D-7F136F327B97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507" name="组合 506">
                      <a:extLst>
                        <a:ext uri="{FF2B5EF4-FFF2-40B4-BE49-F238E27FC236}">
                          <a16:creationId xmlns:a16="http://schemas.microsoft.com/office/drawing/2014/main" id="{20139DC7-5937-4A19-8BE5-1D073FFFF2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516" name="任意多边形 3947">
                        <a:extLst>
                          <a:ext uri="{FF2B5EF4-FFF2-40B4-BE49-F238E27FC236}">
                            <a16:creationId xmlns:a16="http://schemas.microsoft.com/office/drawing/2014/main" id="{E6DFBF19-A649-42D9-98E0-F79871A69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7" name="任意多边形 3948">
                        <a:extLst>
                          <a:ext uri="{FF2B5EF4-FFF2-40B4-BE49-F238E27FC236}">
                            <a16:creationId xmlns:a16="http://schemas.microsoft.com/office/drawing/2014/main" id="{BC1B0986-F1B6-4EBF-A313-FDEF34CC68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8" name="任意多边形 3949">
                        <a:extLst>
                          <a:ext uri="{FF2B5EF4-FFF2-40B4-BE49-F238E27FC236}">
                            <a16:creationId xmlns:a16="http://schemas.microsoft.com/office/drawing/2014/main" id="{9CD13452-B49C-4FE9-9B94-9DED166D2A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8" name="组合 507">
                      <a:extLst>
                        <a:ext uri="{FF2B5EF4-FFF2-40B4-BE49-F238E27FC236}">
                          <a16:creationId xmlns:a16="http://schemas.microsoft.com/office/drawing/2014/main" id="{62043C52-55B6-42CD-A590-13B2E37ADC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513" name="任意多边形 3944">
                        <a:extLst>
                          <a:ext uri="{FF2B5EF4-FFF2-40B4-BE49-F238E27FC236}">
                            <a16:creationId xmlns:a16="http://schemas.microsoft.com/office/drawing/2014/main" id="{F9AEB646-A426-4599-A699-990CD4A9FD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4" name="任意多边形 3945">
                        <a:extLst>
                          <a:ext uri="{FF2B5EF4-FFF2-40B4-BE49-F238E27FC236}">
                            <a16:creationId xmlns:a16="http://schemas.microsoft.com/office/drawing/2014/main" id="{B83B4605-BD90-4768-9C57-F75AB7AC85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5" name="任意多边形 3946">
                        <a:extLst>
                          <a:ext uri="{FF2B5EF4-FFF2-40B4-BE49-F238E27FC236}">
                            <a16:creationId xmlns:a16="http://schemas.microsoft.com/office/drawing/2014/main" id="{87E0335F-07CC-4F74-9097-28C38D4F10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9" name="组合 508">
                      <a:extLst>
                        <a:ext uri="{FF2B5EF4-FFF2-40B4-BE49-F238E27FC236}">
                          <a16:creationId xmlns:a16="http://schemas.microsoft.com/office/drawing/2014/main" id="{45C2B38E-9217-4281-A07A-F18EAE80A1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510" name="任意多边形 3941">
                        <a:extLst>
                          <a:ext uri="{FF2B5EF4-FFF2-40B4-BE49-F238E27FC236}">
                            <a16:creationId xmlns:a16="http://schemas.microsoft.com/office/drawing/2014/main" id="{DFD2BBC4-BEDA-451A-A8E4-3286BC1516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1" name="任意多边形 3942">
                        <a:extLst>
                          <a:ext uri="{FF2B5EF4-FFF2-40B4-BE49-F238E27FC236}">
                            <a16:creationId xmlns:a16="http://schemas.microsoft.com/office/drawing/2014/main" id="{9AADCA3F-85D4-4BB3-AE9B-03B9566FDE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2" name="任意多边形 3943">
                        <a:extLst>
                          <a:ext uri="{FF2B5EF4-FFF2-40B4-BE49-F238E27FC236}">
                            <a16:creationId xmlns:a16="http://schemas.microsoft.com/office/drawing/2014/main" id="{B61A7D55-7DB0-4CBC-B2E6-D33045A711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0" name="组合 439">
                  <a:extLst>
                    <a:ext uri="{FF2B5EF4-FFF2-40B4-BE49-F238E27FC236}">
                      <a16:creationId xmlns:a16="http://schemas.microsoft.com/office/drawing/2014/main" id="{4D3B13B3-E4F3-4B8A-810A-4BD5CB18958A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489" name="任意多边形 3920">
                    <a:extLst>
                      <a:ext uri="{FF2B5EF4-FFF2-40B4-BE49-F238E27FC236}">
                        <a16:creationId xmlns:a16="http://schemas.microsoft.com/office/drawing/2014/main" id="{96601FEE-D99E-4919-820D-318D47F6A533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90" name="任意多边形 3921">
                    <a:extLst>
                      <a:ext uri="{FF2B5EF4-FFF2-40B4-BE49-F238E27FC236}">
                        <a16:creationId xmlns:a16="http://schemas.microsoft.com/office/drawing/2014/main" id="{7BE20CDD-25A3-40F7-833D-F9CE06D4EF9B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91" name="组合 490">
                    <a:extLst>
                      <a:ext uri="{FF2B5EF4-FFF2-40B4-BE49-F238E27FC236}">
                        <a16:creationId xmlns:a16="http://schemas.microsoft.com/office/drawing/2014/main" id="{05C07184-4480-4DC1-A978-27E5D1D3F81F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492" name="组合 491">
                      <a:extLst>
                        <a:ext uri="{FF2B5EF4-FFF2-40B4-BE49-F238E27FC236}">
                          <a16:creationId xmlns:a16="http://schemas.microsoft.com/office/drawing/2014/main" id="{6772C099-0E26-4DC6-81C1-C3F7339449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501" name="任意多边形 3932">
                        <a:extLst>
                          <a:ext uri="{FF2B5EF4-FFF2-40B4-BE49-F238E27FC236}">
                            <a16:creationId xmlns:a16="http://schemas.microsoft.com/office/drawing/2014/main" id="{02959E5B-D3A5-4403-B7DE-27F1E6B865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2" name="任意多边形 3933">
                        <a:extLst>
                          <a:ext uri="{FF2B5EF4-FFF2-40B4-BE49-F238E27FC236}">
                            <a16:creationId xmlns:a16="http://schemas.microsoft.com/office/drawing/2014/main" id="{F241779B-020E-4CEB-96F3-342A6134A3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3" name="任意多边形 3934">
                        <a:extLst>
                          <a:ext uri="{FF2B5EF4-FFF2-40B4-BE49-F238E27FC236}">
                            <a16:creationId xmlns:a16="http://schemas.microsoft.com/office/drawing/2014/main" id="{B32DB5FE-E438-4FD7-82E5-6B7BA705A4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3" name="组合 492">
                      <a:extLst>
                        <a:ext uri="{FF2B5EF4-FFF2-40B4-BE49-F238E27FC236}">
                          <a16:creationId xmlns:a16="http://schemas.microsoft.com/office/drawing/2014/main" id="{7DCBEA5C-7B19-4979-85FC-B100A7BB37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498" name="任意多边形 3929">
                        <a:extLst>
                          <a:ext uri="{FF2B5EF4-FFF2-40B4-BE49-F238E27FC236}">
                            <a16:creationId xmlns:a16="http://schemas.microsoft.com/office/drawing/2014/main" id="{184C1985-F2AC-4F4C-B1A4-DBE1BD0BD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9" name="任意多边形 3930">
                        <a:extLst>
                          <a:ext uri="{FF2B5EF4-FFF2-40B4-BE49-F238E27FC236}">
                            <a16:creationId xmlns:a16="http://schemas.microsoft.com/office/drawing/2014/main" id="{B5DDD1F7-A7C7-44E1-9C69-F6F9FECD32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0" name="任意多边形 3931">
                        <a:extLst>
                          <a:ext uri="{FF2B5EF4-FFF2-40B4-BE49-F238E27FC236}">
                            <a16:creationId xmlns:a16="http://schemas.microsoft.com/office/drawing/2014/main" id="{870B276A-217F-4EC6-BD66-8DE5F9D7F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4" name="组合 493">
                      <a:extLst>
                        <a:ext uri="{FF2B5EF4-FFF2-40B4-BE49-F238E27FC236}">
                          <a16:creationId xmlns:a16="http://schemas.microsoft.com/office/drawing/2014/main" id="{62973DB2-E30C-4AEC-814B-2B368348CD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495" name="任意多边形 3926">
                        <a:extLst>
                          <a:ext uri="{FF2B5EF4-FFF2-40B4-BE49-F238E27FC236}">
                            <a16:creationId xmlns:a16="http://schemas.microsoft.com/office/drawing/2014/main" id="{45C4C046-5A5D-40B8-ADD9-F697E4287B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6" name="任意多边形 3927">
                        <a:extLst>
                          <a:ext uri="{FF2B5EF4-FFF2-40B4-BE49-F238E27FC236}">
                            <a16:creationId xmlns:a16="http://schemas.microsoft.com/office/drawing/2014/main" id="{A4E5FADA-EFB2-4569-A08A-D59DAE6E6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7" name="任意多边形 3928">
                        <a:extLst>
                          <a:ext uri="{FF2B5EF4-FFF2-40B4-BE49-F238E27FC236}">
                            <a16:creationId xmlns:a16="http://schemas.microsoft.com/office/drawing/2014/main" id="{777AAEB5-2113-4C48-85D8-6BC6100657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1" name="组合 440">
                  <a:extLst>
                    <a:ext uri="{FF2B5EF4-FFF2-40B4-BE49-F238E27FC236}">
                      <a16:creationId xmlns:a16="http://schemas.microsoft.com/office/drawing/2014/main" id="{B4B82523-2843-4783-AE9F-D6C33AE10AD6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474" name="任意多边形 3905">
                    <a:extLst>
                      <a:ext uri="{FF2B5EF4-FFF2-40B4-BE49-F238E27FC236}">
                        <a16:creationId xmlns:a16="http://schemas.microsoft.com/office/drawing/2014/main" id="{DC7A4A82-A795-4C4A-8D7A-1C36BB3B1191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75" name="任意多边形 3906">
                    <a:extLst>
                      <a:ext uri="{FF2B5EF4-FFF2-40B4-BE49-F238E27FC236}">
                        <a16:creationId xmlns:a16="http://schemas.microsoft.com/office/drawing/2014/main" id="{84AE03AF-9CF1-439E-8946-6CE64EAEA84F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76" name="组合 475">
                    <a:extLst>
                      <a:ext uri="{FF2B5EF4-FFF2-40B4-BE49-F238E27FC236}">
                        <a16:creationId xmlns:a16="http://schemas.microsoft.com/office/drawing/2014/main" id="{9500CA3F-D9FE-4A35-9E5B-9E53B417109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477" name="组合 476">
                      <a:extLst>
                        <a:ext uri="{FF2B5EF4-FFF2-40B4-BE49-F238E27FC236}">
                          <a16:creationId xmlns:a16="http://schemas.microsoft.com/office/drawing/2014/main" id="{B36F1739-3F26-467E-8115-EE17185454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486" name="任意多边形 3917">
                        <a:extLst>
                          <a:ext uri="{FF2B5EF4-FFF2-40B4-BE49-F238E27FC236}">
                            <a16:creationId xmlns:a16="http://schemas.microsoft.com/office/drawing/2014/main" id="{5A2A1E1A-BFB5-4E1C-A0F6-5442BAA9CE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7" name="任意多边形 3918">
                        <a:extLst>
                          <a:ext uri="{FF2B5EF4-FFF2-40B4-BE49-F238E27FC236}">
                            <a16:creationId xmlns:a16="http://schemas.microsoft.com/office/drawing/2014/main" id="{2EE4337E-9CE4-4267-ABA3-EC91396222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8" name="任意多边形 3919">
                        <a:extLst>
                          <a:ext uri="{FF2B5EF4-FFF2-40B4-BE49-F238E27FC236}">
                            <a16:creationId xmlns:a16="http://schemas.microsoft.com/office/drawing/2014/main" id="{70E08147-D77C-4795-8F34-90C144B84B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8" name="组合 477">
                      <a:extLst>
                        <a:ext uri="{FF2B5EF4-FFF2-40B4-BE49-F238E27FC236}">
                          <a16:creationId xmlns:a16="http://schemas.microsoft.com/office/drawing/2014/main" id="{491C0E2F-6D1B-4DD3-BF98-394428A5D2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483" name="任意多边形 3914">
                        <a:extLst>
                          <a:ext uri="{FF2B5EF4-FFF2-40B4-BE49-F238E27FC236}">
                            <a16:creationId xmlns:a16="http://schemas.microsoft.com/office/drawing/2014/main" id="{A7CD6AAE-4A5A-4535-8FB0-9E0B589F0B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4" name="任意多边形 3915">
                        <a:extLst>
                          <a:ext uri="{FF2B5EF4-FFF2-40B4-BE49-F238E27FC236}">
                            <a16:creationId xmlns:a16="http://schemas.microsoft.com/office/drawing/2014/main" id="{EEB25245-D161-47A0-BEE9-61B4327B74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5" name="任意多边形 3916">
                        <a:extLst>
                          <a:ext uri="{FF2B5EF4-FFF2-40B4-BE49-F238E27FC236}">
                            <a16:creationId xmlns:a16="http://schemas.microsoft.com/office/drawing/2014/main" id="{CAAEB7CB-D850-4C87-9AA3-3E115E1CFF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9" name="组合 478">
                      <a:extLst>
                        <a:ext uri="{FF2B5EF4-FFF2-40B4-BE49-F238E27FC236}">
                          <a16:creationId xmlns:a16="http://schemas.microsoft.com/office/drawing/2014/main" id="{B11DD61A-AF93-4341-B087-B2C5AB5D5A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480" name="任意多边形 3911">
                        <a:extLst>
                          <a:ext uri="{FF2B5EF4-FFF2-40B4-BE49-F238E27FC236}">
                            <a16:creationId xmlns:a16="http://schemas.microsoft.com/office/drawing/2014/main" id="{75FAFA82-D20C-4070-910C-C9878E8B1C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1" name="任意多边形 3912">
                        <a:extLst>
                          <a:ext uri="{FF2B5EF4-FFF2-40B4-BE49-F238E27FC236}">
                            <a16:creationId xmlns:a16="http://schemas.microsoft.com/office/drawing/2014/main" id="{623D73C9-E2B7-4C05-B86E-6F6B44CB68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2" name="任意多边形 3913">
                        <a:extLst>
                          <a:ext uri="{FF2B5EF4-FFF2-40B4-BE49-F238E27FC236}">
                            <a16:creationId xmlns:a16="http://schemas.microsoft.com/office/drawing/2014/main" id="{2EAE3898-DE78-41C1-AC57-F222652611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2" name="组合 441">
                  <a:extLst>
                    <a:ext uri="{FF2B5EF4-FFF2-40B4-BE49-F238E27FC236}">
                      <a16:creationId xmlns:a16="http://schemas.microsoft.com/office/drawing/2014/main" id="{7001C356-DF71-4B79-8EBD-46939B3C2D84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459" name="任意多边形 3890">
                    <a:extLst>
                      <a:ext uri="{FF2B5EF4-FFF2-40B4-BE49-F238E27FC236}">
                        <a16:creationId xmlns:a16="http://schemas.microsoft.com/office/drawing/2014/main" id="{096EF5C6-799D-42D6-9170-D9ADDF3F73CD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60" name="任意多边形 3891">
                    <a:extLst>
                      <a:ext uri="{FF2B5EF4-FFF2-40B4-BE49-F238E27FC236}">
                        <a16:creationId xmlns:a16="http://schemas.microsoft.com/office/drawing/2014/main" id="{60E83F22-C8F7-4477-BF8D-BB9F5CB42676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61" name="组合 460">
                    <a:extLst>
                      <a:ext uri="{FF2B5EF4-FFF2-40B4-BE49-F238E27FC236}">
                        <a16:creationId xmlns:a16="http://schemas.microsoft.com/office/drawing/2014/main" id="{D33BA378-B38A-4761-BCDA-1C3E2272E653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462" name="组合 461">
                      <a:extLst>
                        <a:ext uri="{FF2B5EF4-FFF2-40B4-BE49-F238E27FC236}">
                          <a16:creationId xmlns:a16="http://schemas.microsoft.com/office/drawing/2014/main" id="{D97774CE-DE9C-4903-81A7-FC99EE1400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471" name="任意多边形 3902">
                        <a:extLst>
                          <a:ext uri="{FF2B5EF4-FFF2-40B4-BE49-F238E27FC236}">
                            <a16:creationId xmlns:a16="http://schemas.microsoft.com/office/drawing/2014/main" id="{7E354128-B0CF-44C6-8722-5D00487F2A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2" name="任意多边形 3903">
                        <a:extLst>
                          <a:ext uri="{FF2B5EF4-FFF2-40B4-BE49-F238E27FC236}">
                            <a16:creationId xmlns:a16="http://schemas.microsoft.com/office/drawing/2014/main" id="{D446E734-4E0E-40B4-A830-D6FAB83094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3" name="任意多边形 3904">
                        <a:extLst>
                          <a:ext uri="{FF2B5EF4-FFF2-40B4-BE49-F238E27FC236}">
                            <a16:creationId xmlns:a16="http://schemas.microsoft.com/office/drawing/2014/main" id="{0F863547-0071-4D77-8FA1-DC710D7031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3" name="组合 462">
                      <a:extLst>
                        <a:ext uri="{FF2B5EF4-FFF2-40B4-BE49-F238E27FC236}">
                          <a16:creationId xmlns:a16="http://schemas.microsoft.com/office/drawing/2014/main" id="{F88ED0FD-EB31-471D-920A-3A64387187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468" name="任意多边形 3899">
                        <a:extLst>
                          <a:ext uri="{FF2B5EF4-FFF2-40B4-BE49-F238E27FC236}">
                            <a16:creationId xmlns:a16="http://schemas.microsoft.com/office/drawing/2014/main" id="{9AF02C27-B67A-42BB-B832-E880379227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9" name="任意多边形 3900">
                        <a:extLst>
                          <a:ext uri="{FF2B5EF4-FFF2-40B4-BE49-F238E27FC236}">
                            <a16:creationId xmlns:a16="http://schemas.microsoft.com/office/drawing/2014/main" id="{C5EAD8A5-1A45-4822-91F4-0F73DF8CFF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0" name="任意多边形 3901">
                        <a:extLst>
                          <a:ext uri="{FF2B5EF4-FFF2-40B4-BE49-F238E27FC236}">
                            <a16:creationId xmlns:a16="http://schemas.microsoft.com/office/drawing/2014/main" id="{069A24AF-3FC4-4CB3-8FD1-F0E2DE540B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4" name="组合 463">
                      <a:extLst>
                        <a:ext uri="{FF2B5EF4-FFF2-40B4-BE49-F238E27FC236}">
                          <a16:creationId xmlns:a16="http://schemas.microsoft.com/office/drawing/2014/main" id="{AAAB4086-D4C3-4494-9810-82739676B9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465" name="任意多边形 3896">
                        <a:extLst>
                          <a:ext uri="{FF2B5EF4-FFF2-40B4-BE49-F238E27FC236}">
                            <a16:creationId xmlns:a16="http://schemas.microsoft.com/office/drawing/2014/main" id="{925E1EB1-1778-4D2E-8676-34C0D9F5E8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6" name="任意多边形 3897">
                        <a:extLst>
                          <a:ext uri="{FF2B5EF4-FFF2-40B4-BE49-F238E27FC236}">
                            <a16:creationId xmlns:a16="http://schemas.microsoft.com/office/drawing/2014/main" id="{EE9F2FB0-8B99-415B-B73F-81A5850236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7" name="任意多边形 3898">
                        <a:extLst>
                          <a:ext uri="{FF2B5EF4-FFF2-40B4-BE49-F238E27FC236}">
                            <a16:creationId xmlns:a16="http://schemas.microsoft.com/office/drawing/2014/main" id="{E2AD4DE1-2FEC-4921-A847-B3F955D02E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3" name="组合 442">
                  <a:extLst>
                    <a:ext uri="{FF2B5EF4-FFF2-40B4-BE49-F238E27FC236}">
                      <a16:creationId xmlns:a16="http://schemas.microsoft.com/office/drawing/2014/main" id="{7FEB2783-F559-4130-8BE4-24256F87F617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444" name="任意多边形 3875">
                    <a:extLst>
                      <a:ext uri="{FF2B5EF4-FFF2-40B4-BE49-F238E27FC236}">
                        <a16:creationId xmlns:a16="http://schemas.microsoft.com/office/drawing/2014/main" id="{7ABB49F5-4ABA-4F37-90E3-5B05C62D430A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45" name="任意多边形 3876">
                    <a:extLst>
                      <a:ext uri="{FF2B5EF4-FFF2-40B4-BE49-F238E27FC236}">
                        <a16:creationId xmlns:a16="http://schemas.microsoft.com/office/drawing/2014/main" id="{E3D86FD8-6A75-4705-BADF-2A8ABB758E38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46" name="组合 445">
                    <a:extLst>
                      <a:ext uri="{FF2B5EF4-FFF2-40B4-BE49-F238E27FC236}">
                        <a16:creationId xmlns:a16="http://schemas.microsoft.com/office/drawing/2014/main" id="{3264125A-7CFC-44FB-AB4E-8B28020E4AE0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447" name="组合 446">
                      <a:extLst>
                        <a:ext uri="{FF2B5EF4-FFF2-40B4-BE49-F238E27FC236}">
                          <a16:creationId xmlns:a16="http://schemas.microsoft.com/office/drawing/2014/main" id="{F5269040-5EA8-484B-99C9-4F0F375031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456" name="任意多边形 3887">
                        <a:extLst>
                          <a:ext uri="{FF2B5EF4-FFF2-40B4-BE49-F238E27FC236}">
                            <a16:creationId xmlns:a16="http://schemas.microsoft.com/office/drawing/2014/main" id="{2C38FAC6-65C5-4887-979A-56C83A1B93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7" name="任意多边形 3888">
                        <a:extLst>
                          <a:ext uri="{FF2B5EF4-FFF2-40B4-BE49-F238E27FC236}">
                            <a16:creationId xmlns:a16="http://schemas.microsoft.com/office/drawing/2014/main" id="{922FB50D-44A6-47FE-9224-A8F724ABF1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8" name="任意多边形 3889">
                        <a:extLst>
                          <a:ext uri="{FF2B5EF4-FFF2-40B4-BE49-F238E27FC236}">
                            <a16:creationId xmlns:a16="http://schemas.microsoft.com/office/drawing/2014/main" id="{2B20E1BC-B6B8-4271-BE6D-B6BD8EF863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8" name="组合 447">
                      <a:extLst>
                        <a:ext uri="{FF2B5EF4-FFF2-40B4-BE49-F238E27FC236}">
                          <a16:creationId xmlns:a16="http://schemas.microsoft.com/office/drawing/2014/main" id="{985D0516-4C37-4E92-95FC-F2DC1F42E0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453" name="任意多边形 3884">
                        <a:extLst>
                          <a:ext uri="{FF2B5EF4-FFF2-40B4-BE49-F238E27FC236}">
                            <a16:creationId xmlns:a16="http://schemas.microsoft.com/office/drawing/2014/main" id="{A350EA4E-660F-464E-9C4C-22C247FEDD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4" name="任意多边形 3885">
                        <a:extLst>
                          <a:ext uri="{FF2B5EF4-FFF2-40B4-BE49-F238E27FC236}">
                            <a16:creationId xmlns:a16="http://schemas.microsoft.com/office/drawing/2014/main" id="{4F48614E-35D8-4416-B1D1-F5C2C1DB68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5" name="任意多边形 3886">
                        <a:extLst>
                          <a:ext uri="{FF2B5EF4-FFF2-40B4-BE49-F238E27FC236}">
                            <a16:creationId xmlns:a16="http://schemas.microsoft.com/office/drawing/2014/main" id="{C1850EC2-F28E-4D91-8333-4DDEDFAC70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9" name="组合 448">
                      <a:extLst>
                        <a:ext uri="{FF2B5EF4-FFF2-40B4-BE49-F238E27FC236}">
                          <a16:creationId xmlns:a16="http://schemas.microsoft.com/office/drawing/2014/main" id="{7BE3FCE8-A66A-489D-9A3D-302E21DB33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450" name="任意多边形 3881">
                        <a:extLst>
                          <a:ext uri="{FF2B5EF4-FFF2-40B4-BE49-F238E27FC236}">
                            <a16:creationId xmlns:a16="http://schemas.microsoft.com/office/drawing/2014/main" id="{3B06172A-CB6E-4D70-A8B2-99517F60A7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1" name="任意多边形 3882">
                        <a:extLst>
                          <a:ext uri="{FF2B5EF4-FFF2-40B4-BE49-F238E27FC236}">
                            <a16:creationId xmlns:a16="http://schemas.microsoft.com/office/drawing/2014/main" id="{5EA523D8-4A59-45F9-AD32-991002B0D0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2" name="任意多边形 3883">
                        <a:extLst>
                          <a:ext uri="{FF2B5EF4-FFF2-40B4-BE49-F238E27FC236}">
                            <a16:creationId xmlns:a16="http://schemas.microsoft.com/office/drawing/2014/main" id="{AE2F1ED5-DD38-4B7E-A073-300F595F2B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grpSp>
        <p:nvGrpSpPr>
          <p:cNvPr id="2527" name="组合 2526">
            <a:extLst>
              <a:ext uri="{FF2B5EF4-FFF2-40B4-BE49-F238E27FC236}">
                <a16:creationId xmlns:a16="http://schemas.microsoft.com/office/drawing/2014/main" id="{4C5141B7-2216-4838-A96A-7742CED5E9A8}"/>
              </a:ext>
            </a:extLst>
          </p:cNvPr>
          <p:cNvGrpSpPr/>
          <p:nvPr/>
        </p:nvGrpSpPr>
        <p:grpSpPr>
          <a:xfrm>
            <a:off x="5840546" y="5418237"/>
            <a:ext cx="1264056" cy="636102"/>
            <a:chOff x="4981983" y="5415062"/>
            <a:chExt cx="1064157" cy="636102"/>
          </a:xfrm>
        </p:grpSpPr>
        <p:grpSp>
          <p:nvGrpSpPr>
            <p:cNvPr id="831" name="视频分配器">
              <a:extLst>
                <a:ext uri="{FF2B5EF4-FFF2-40B4-BE49-F238E27FC236}">
                  <a16:creationId xmlns:a16="http://schemas.microsoft.com/office/drawing/2014/main" id="{3EC1CCDD-44CD-4918-96A6-9B62822CD243}"/>
                </a:ext>
              </a:extLst>
            </p:cNvPr>
            <p:cNvGrpSpPr/>
            <p:nvPr/>
          </p:nvGrpSpPr>
          <p:grpSpPr>
            <a:xfrm>
              <a:off x="4981983" y="5415062"/>
              <a:ext cx="1064157" cy="268252"/>
              <a:chOff x="4017556" y="5085739"/>
              <a:chExt cx="981420" cy="268252"/>
            </a:xfrm>
          </p:grpSpPr>
          <p:sp>
            <p:nvSpPr>
              <p:cNvPr id="832" name="任意多边形 5079">
                <a:extLst>
                  <a:ext uri="{FF2B5EF4-FFF2-40B4-BE49-F238E27FC236}">
                    <a16:creationId xmlns:a16="http://schemas.microsoft.com/office/drawing/2014/main" id="{C7D2C9FE-019A-47E9-9B18-E425BC073091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833" name="任意多边形 5080">
                <a:extLst>
                  <a:ext uri="{FF2B5EF4-FFF2-40B4-BE49-F238E27FC236}">
                    <a16:creationId xmlns:a16="http://schemas.microsoft.com/office/drawing/2014/main" id="{0B28312E-4EA0-4EF9-8E83-F3825DB1E9FD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834" name="组合 833">
                <a:extLst>
                  <a:ext uri="{FF2B5EF4-FFF2-40B4-BE49-F238E27FC236}">
                    <a16:creationId xmlns:a16="http://schemas.microsoft.com/office/drawing/2014/main" id="{94203DD9-91CC-4C6B-8724-8A4B31841210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1236" name="任意多边形 5483">
                  <a:extLst>
                    <a:ext uri="{FF2B5EF4-FFF2-40B4-BE49-F238E27FC236}">
                      <a16:creationId xmlns:a16="http://schemas.microsoft.com/office/drawing/2014/main" id="{0D5C66BA-3DED-4996-81F2-261D40F53E18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237" name="任意多边形 5484">
                  <a:extLst>
                    <a:ext uri="{FF2B5EF4-FFF2-40B4-BE49-F238E27FC236}">
                      <a16:creationId xmlns:a16="http://schemas.microsoft.com/office/drawing/2014/main" id="{299B794B-3F24-4E52-AB29-EE28226091C0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238" name="任意多边形 5485">
                  <a:extLst>
                    <a:ext uri="{FF2B5EF4-FFF2-40B4-BE49-F238E27FC236}">
                      <a16:creationId xmlns:a16="http://schemas.microsoft.com/office/drawing/2014/main" id="{CA636047-3885-481F-BC3A-96BD9AA1E6BC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835" name="组合 834">
                <a:extLst>
                  <a:ext uri="{FF2B5EF4-FFF2-40B4-BE49-F238E27FC236}">
                    <a16:creationId xmlns:a16="http://schemas.microsoft.com/office/drawing/2014/main" id="{FB066A11-65F4-47A6-AFAB-5CEF1ED45169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1233" name="任意多边形 5480">
                  <a:extLst>
                    <a:ext uri="{FF2B5EF4-FFF2-40B4-BE49-F238E27FC236}">
                      <a16:creationId xmlns:a16="http://schemas.microsoft.com/office/drawing/2014/main" id="{46AECA0E-F150-49E1-9968-E332A6504C90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234" name="任意多边形 5481">
                  <a:extLst>
                    <a:ext uri="{FF2B5EF4-FFF2-40B4-BE49-F238E27FC236}">
                      <a16:creationId xmlns:a16="http://schemas.microsoft.com/office/drawing/2014/main" id="{8D9BD23E-4198-4B77-889E-27C5A8098790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235" name="任意多边形 5482">
                  <a:extLst>
                    <a:ext uri="{FF2B5EF4-FFF2-40B4-BE49-F238E27FC236}">
                      <a16:creationId xmlns:a16="http://schemas.microsoft.com/office/drawing/2014/main" id="{B07C1C92-D465-447A-8E16-EA685E0438BC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836" name="组合 835">
                <a:extLst>
                  <a:ext uri="{FF2B5EF4-FFF2-40B4-BE49-F238E27FC236}">
                    <a16:creationId xmlns:a16="http://schemas.microsoft.com/office/drawing/2014/main" id="{8B1DFFBE-C33D-4842-BBC3-6D96829AE9BC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1230" name="任意多边形 5477">
                  <a:extLst>
                    <a:ext uri="{FF2B5EF4-FFF2-40B4-BE49-F238E27FC236}">
                      <a16:creationId xmlns:a16="http://schemas.microsoft.com/office/drawing/2014/main" id="{3988281A-2297-49ED-94C8-9B3D105FDE89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231" name="任意多边形 5478">
                  <a:extLst>
                    <a:ext uri="{FF2B5EF4-FFF2-40B4-BE49-F238E27FC236}">
                      <a16:creationId xmlns:a16="http://schemas.microsoft.com/office/drawing/2014/main" id="{A1A090A6-B437-4400-BD26-B772D60AFF75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232" name="任意多边形 5479">
                  <a:extLst>
                    <a:ext uri="{FF2B5EF4-FFF2-40B4-BE49-F238E27FC236}">
                      <a16:creationId xmlns:a16="http://schemas.microsoft.com/office/drawing/2014/main" id="{813FEE05-15A2-4DE7-9EBC-92BA4B9C40FE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837" name="任意多边形 5084">
                <a:extLst>
                  <a:ext uri="{FF2B5EF4-FFF2-40B4-BE49-F238E27FC236}">
                    <a16:creationId xmlns:a16="http://schemas.microsoft.com/office/drawing/2014/main" id="{2D387FF5-225A-4FA4-8308-072FF73B6148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838" name="任意多边形 5085">
                <a:extLst>
                  <a:ext uri="{FF2B5EF4-FFF2-40B4-BE49-F238E27FC236}">
                    <a16:creationId xmlns:a16="http://schemas.microsoft.com/office/drawing/2014/main" id="{913D1CF3-92C0-4B65-9060-9681C8BB7452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839" name="任意多边形 5086">
                <a:extLst>
                  <a:ext uri="{FF2B5EF4-FFF2-40B4-BE49-F238E27FC236}">
                    <a16:creationId xmlns:a16="http://schemas.microsoft.com/office/drawing/2014/main" id="{1221B341-469E-42B0-BBF7-5CB07F51F911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840" name="任意多边形 5087">
                <a:extLst>
                  <a:ext uri="{FF2B5EF4-FFF2-40B4-BE49-F238E27FC236}">
                    <a16:creationId xmlns:a16="http://schemas.microsoft.com/office/drawing/2014/main" id="{14DE9173-AF80-4B02-91FA-8E9E1B063B54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841" name="任意多边形 5088">
                <a:extLst>
                  <a:ext uri="{FF2B5EF4-FFF2-40B4-BE49-F238E27FC236}">
                    <a16:creationId xmlns:a16="http://schemas.microsoft.com/office/drawing/2014/main" id="{3B63C2DA-8887-4AEB-AAB8-1C84D3CA8245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842" name="组合 841">
                <a:extLst>
                  <a:ext uri="{FF2B5EF4-FFF2-40B4-BE49-F238E27FC236}">
                    <a16:creationId xmlns:a16="http://schemas.microsoft.com/office/drawing/2014/main" id="{534CCFE2-58F8-47A6-8231-74FC9E3254C9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1134" name="组合 1133">
                  <a:extLst>
                    <a:ext uri="{FF2B5EF4-FFF2-40B4-BE49-F238E27FC236}">
                      <a16:creationId xmlns:a16="http://schemas.microsoft.com/office/drawing/2014/main" id="{F990F755-2785-4435-B631-717AB613305A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1215" name="任意多边形 5462">
                    <a:extLst>
                      <a:ext uri="{FF2B5EF4-FFF2-40B4-BE49-F238E27FC236}">
                        <a16:creationId xmlns:a16="http://schemas.microsoft.com/office/drawing/2014/main" id="{4188F12E-88A7-4C74-9857-3E98A81B5575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216" name="任意多边形 5463">
                    <a:extLst>
                      <a:ext uri="{FF2B5EF4-FFF2-40B4-BE49-F238E27FC236}">
                        <a16:creationId xmlns:a16="http://schemas.microsoft.com/office/drawing/2014/main" id="{61DF9855-B3C5-4903-9CED-60F35F971CC6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217" name="组合 1216">
                    <a:extLst>
                      <a:ext uri="{FF2B5EF4-FFF2-40B4-BE49-F238E27FC236}">
                        <a16:creationId xmlns:a16="http://schemas.microsoft.com/office/drawing/2014/main" id="{606C5763-0A78-4E79-A5ED-83855344CD44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1218" name="组合 1217">
                      <a:extLst>
                        <a:ext uri="{FF2B5EF4-FFF2-40B4-BE49-F238E27FC236}">
                          <a16:creationId xmlns:a16="http://schemas.microsoft.com/office/drawing/2014/main" id="{13C16F7F-55CD-437E-9C53-F889F6D5D6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1227" name="任意多边形 5474">
                        <a:extLst>
                          <a:ext uri="{FF2B5EF4-FFF2-40B4-BE49-F238E27FC236}">
                            <a16:creationId xmlns:a16="http://schemas.microsoft.com/office/drawing/2014/main" id="{989DA86C-FF87-4B14-9A53-F225123DB3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28" name="任意多边形 5475">
                        <a:extLst>
                          <a:ext uri="{FF2B5EF4-FFF2-40B4-BE49-F238E27FC236}">
                            <a16:creationId xmlns:a16="http://schemas.microsoft.com/office/drawing/2014/main" id="{299CBA99-FE8F-4FD5-B09D-37B2AC02F1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29" name="任意多边形 5476">
                        <a:extLst>
                          <a:ext uri="{FF2B5EF4-FFF2-40B4-BE49-F238E27FC236}">
                            <a16:creationId xmlns:a16="http://schemas.microsoft.com/office/drawing/2014/main" id="{1503B2D5-7E23-4BA9-B245-9712858E23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19" name="组合 1218">
                      <a:extLst>
                        <a:ext uri="{FF2B5EF4-FFF2-40B4-BE49-F238E27FC236}">
                          <a16:creationId xmlns:a16="http://schemas.microsoft.com/office/drawing/2014/main" id="{98A84FC1-82A3-4B17-BBEB-F06CB783F6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1224" name="任意多边形 5471">
                        <a:extLst>
                          <a:ext uri="{FF2B5EF4-FFF2-40B4-BE49-F238E27FC236}">
                            <a16:creationId xmlns:a16="http://schemas.microsoft.com/office/drawing/2014/main" id="{26D1F861-F827-4464-BB84-8105B25318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25" name="任意多边形 5472">
                        <a:extLst>
                          <a:ext uri="{FF2B5EF4-FFF2-40B4-BE49-F238E27FC236}">
                            <a16:creationId xmlns:a16="http://schemas.microsoft.com/office/drawing/2014/main" id="{D5459BD9-CD3C-459E-913C-8F104B14D1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26" name="任意多边形 5473">
                        <a:extLst>
                          <a:ext uri="{FF2B5EF4-FFF2-40B4-BE49-F238E27FC236}">
                            <a16:creationId xmlns:a16="http://schemas.microsoft.com/office/drawing/2014/main" id="{4E23D801-DA3C-481F-B252-418DA6A02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20" name="组合 1219">
                      <a:extLst>
                        <a:ext uri="{FF2B5EF4-FFF2-40B4-BE49-F238E27FC236}">
                          <a16:creationId xmlns:a16="http://schemas.microsoft.com/office/drawing/2014/main" id="{A00CEFA5-E7D4-41B7-988D-087ED1A48C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1221" name="任意多边形 5468">
                        <a:extLst>
                          <a:ext uri="{FF2B5EF4-FFF2-40B4-BE49-F238E27FC236}">
                            <a16:creationId xmlns:a16="http://schemas.microsoft.com/office/drawing/2014/main" id="{3199C3F2-148B-43C3-AB10-1D26110E46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22" name="任意多边形 5469">
                        <a:extLst>
                          <a:ext uri="{FF2B5EF4-FFF2-40B4-BE49-F238E27FC236}">
                            <a16:creationId xmlns:a16="http://schemas.microsoft.com/office/drawing/2014/main" id="{C870BA9E-3B58-4889-817C-C155270F4C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23" name="任意多边形 5470">
                        <a:extLst>
                          <a:ext uri="{FF2B5EF4-FFF2-40B4-BE49-F238E27FC236}">
                            <a16:creationId xmlns:a16="http://schemas.microsoft.com/office/drawing/2014/main" id="{E510E4EE-7F85-441B-8F42-846B5741A7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135" name="组合 1134">
                  <a:extLst>
                    <a:ext uri="{FF2B5EF4-FFF2-40B4-BE49-F238E27FC236}">
                      <a16:creationId xmlns:a16="http://schemas.microsoft.com/office/drawing/2014/main" id="{6BE73CE6-02D6-45E1-9310-05262EDF95E7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1200" name="任意多边形 5447">
                    <a:extLst>
                      <a:ext uri="{FF2B5EF4-FFF2-40B4-BE49-F238E27FC236}">
                        <a16:creationId xmlns:a16="http://schemas.microsoft.com/office/drawing/2014/main" id="{B2CC53A0-6D61-4A0F-B9D2-FFE71A551E7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201" name="任意多边形 5448">
                    <a:extLst>
                      <a:ext uri="{FF2B5EF4-FFF2-40B4-BE49-F238E27FC236}">
                        <a16:creationId xmlns:a16="http://schemas.microsoft.com/office/drawing/2014/main" id="{C9477784-384C-4E7E-BE3D-A60EE1EEE908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202" name="组合 1201">
                    <a:extLst>
                      <a:ext uri="{FF2B5EF4-FFF2-40B4-BE49-F238E27FC236}">
                        <a16:creationId xmlns:a16="http://schemas.microsoft.com/office/drawing/2014/main" id="{F6D4F01E-12D3-45E2-9AF2-F872B44B9D58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1203" name="组合 1202">
                      <a:extLst>
                        <a:ext uri="{FF2B5EF4-FFF2-40B4-BE49-F238E27FC236}">
                          <a16:creationId xmlns:a16="http://schemas.microsoft.com/office/drawing/2014/main" id="{711CCA36-B4F8-43F3-BCAF-38FA5414BF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1212" name="任意多边形 5459">
                        <a:extLst>
                          <a:ext uri="{FF2B5EF4-FFF2-40B4-BE49-F238E27FC236}">
                            <a16:creationId xmlns:a16="http://schemas.microsoft.com/office/drawing/2014/main" id="{540E4ED5-3F8C-47B3-BC9B-FDE4E47C37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13" name="任意多边形 5460">
                        <a:extLst>
                          <a:ext uri="{FF2B5EF4-FFF2-40B4-BE49-F238E27FC236}">
                            <a16:creationId xmlns:a16="http://schemas.microsoft.com/office/drawing/2014/main" id="{5909E790-6F08-4E42-8ED2-4349EC39E5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14" name="任意多边形 5461">
                        <a:extLst>
                          <a:ext uri="{FF2B5EF4-FFF2-40B4-BE49-F238E27FC236}">
                            <a16:creationId xmlns:a16="http://schemas.microsoft.com/office/drawing/2014/main" id="{3344C1A7-7074-45D0-A2E4-CACBCF7C72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04" name="组合 1203">
                      <a:extLst>
                        <a:ext uri="{FF2B5EF4-FFF2-40B4-BE49-F238E27FC236}">
                          <a16:creationId xmlns:a16="http://schemas.microsoft.com/office/drawing/2014/main" id="{FEF03D2C-8F59-462A-B9C0-377A771038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1209" name="任意多边形 5456">
                        <a:extLst>
                          <a:ext uri="{FF2B5EF4-FFF2-40B4-BE49-F238E27FC236}">
                            <a16:creationId xmlns:a16="http://schemas.microsoft.com/office/drawing/2014/main" id="{627A248A-8E1E-4940-80F5-4F56C86BC8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10" name="任意多边形 5457">
                        <a:extLst>
                          <a:ext uri="{FF2B5EF4-FFF2-40B4-BE49-F238E27FC236}">
                            <a16:creationId xmlns:a16="http://schemas.microsoft.com/office/drawing/2014/main" id="{954158E5-0542-45C4-943E-BADE50C982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11" name="任意多边形 5458">
                        <a:extLst>
                          <a:ext uri="{FF2B5EF4-FFF2-40B4-BE49-F238E27FC236}">
                            <a16:creationId xmlns:a16="http://schemas.microsoft.com/office/drawing/2014/main" id="{5E8C75DD-D6C0-4E15-B256-3D6252AC04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05" name="组合 1204">
                      <a:extLst>
                        <a:ext uri="{FF2B5EF4-FFF2-40B4-BE49-F238E27FC236}">
                          <a16:creationId xmlns:a16="http://schemas.microsoft.com/office/drawing/2014/main" id="{A4BC0DA9-FE3B-4D84-8B58-3C941BAA6F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1206" name="任意多边形 5453">
                        <a:extLst>
                          <a:ext uri="{FF2B5EF4-FFF2-40B4-BE49-F238E27FC236}">
                            <a16:creationId xmlns:a16="http://schemas.microsoft.com/office/drawing/2014/main" id="{94D23EE2-9579-499C-B642-9E62DB3838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07" name="任意多边形 5454">
                        <a:extLst>
                          <a:ext uri="{FF2B5EF4-FFF2-40B4-BE49-F238E27FC236}">
                            <a16:creationId xmlns:a16="http://schemas.microsoft.com/office/drawing/2014/main" id="{2C21830A-EFBD-4F91-A450-1125315D6D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08" name="任意多边形 5455">
                        <a:extLst>
                          <a:ext uri="{FF2B5EF4-FFF2-40B4-BE49-F238E27FC236}">
                            <a16:creationId xmlns:a16="http://schemas.microsoft.com/office/drawing/2014/main" id="{D02048C4-3209-47BE-AA00-32AD45432F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136" name="组合 1135">
                  <a:extLst>
                    <a:ext uri="{FF2B5EF4-FFF2-40B4-BE49-F238E27FC236}">
                      <a16:creationId xmlns:a16="http://schemas.microsoft.com/office/drawing/2014/main" id="{23D5C0BD-DEF5-4B57-83A5-A5282FE61A6A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1185" name="任意多边形 5432">
                    <a:extLst>
                      <a:ext uri="{FF2B5EF4-FFF2-40B4-BE49-F238E27FC236}">
                        <a16:creationId xmlns:a16="http://schemas.microsoft.com/office/drawing/2014/main" id="{51FFD816-3C51-4047-B349-3DF8A0DD55DB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186" name="任意多边形 5433">
                    <a:extLst>
                      <a:ext uri="{FF2B5EF4-FFF2-40B4-BE49-F238E27FC236}">
                        <a16:creationId xmlns:a16="http://schemas.microsoft.com/office/drawing/2014/main" id="{E610780A-024A-48DF-9278-C0732F5C2409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187" name="组合 1186">
                    <a:extLst>
                      <a:ext uri="{FF2B5EF4-FFF2-40B4-BE49-F238E27FC236}">
                        <a16:creationId xmlns:a16="http://schemas.microsoft.com/office/drawing/2014/main" id="{B04CC50F-39EA-454E-8621-C9C42A7E2FEF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1188" name="组合 1187">
                      <a:extLst>
                        <a:ext uri="{FF2B5EF4-FFF2-40B4-BE49-F238E27FC236}">
                          <a16:creationId xmlns:a16="http://schemas.microsoft.com/office/drawing/2014/main" id="{957C1196-DEA5-4328-B527-27974A0922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1197" name="任意多边形 5444">
                        <a:extLst>
                          <a:ext uri="{FF2B5EF4-FFF2-40B4-BE49-F238E27FC236}">
                            <a16:creationId xmlns:a16="http://schemas.microsoft.com/office/drawing/2014/main" id="{C4928546-1D8C-40EA-A937-9FA1E927F9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98" name="任意多边形 5445">
                        <a:extLst>
                          <a:ext uri="{FF2B5EF4-FFF2-40B4-BE49-F238E27FC236}">
                            <a16:creationId xmlns:a16="http://schemas.microsoft.com/office/drawing/2014/main" id="{4DDA51F4-F266-4299-90D6-661F137BE4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99" name="任意多边形 5446">
                        <a:extLst>
                          <a:ext uri="{FF2B5EF4-FFF2-40B4-BE49-F238E27FC236}">
                            <a16:creationId xmlns:a16="http://schemas.microsoft.com/office/drawing/2014/main" id="{4EB1A875-DD42-49A6-A895-1B4D499919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89" name="组合 1188">
                      <a:extLst>
                        <a:ext uri="{FF2B5EF4-FFF2-40B4-BE49-F238E27FC236}">
                          <a16:creationId xmlns:a16="http://schemas.microsoft.com/office/drawing/2014/main" id="{BE18FCC6-73B7-4294-8F1A-51E9A2126A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1194" name="任意多边形 5441">
                        <a:extLst>
                          <a:ext uri="{FF2B5EF4-FFF2-40B4-BE49-F238E27FC236}">
                            <a16:creationId xmlns:a16="http://schemas.microsoft.com/office/drawing/2014/main" id="{70926C92-9364-45E6-8043-EBFDA9C5EA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95" name="任意多边形 5442">
                        <a:extLst>
                          <a:ext uri="{FF2B5EF4-FFF2-40B4-BE49-F238E27FC236}">
                            <a16:creationId xmlns:a16="http://schemas.microsoft.com/office/drawing/2014/main" id="{AF5A87D5-6810-4B26-8EDA-530EE9E52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96" name="任意多边形 5443">
                        <a:extLst>
                          <a:ext uri="{FF2B5EF4-FFF2-40B4-BE49-F238E27FC236}">
                            <a16:creationId xmlns:a16="http://schemas.microsoft.com/office/drawing/2014/main" id="{918172C9-D37C-4F16-AB86-674AA434FC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90" name="组合 1189">
                      <a:extLst>
                        <a:ext uri="{FF2B5EF4-FFF2-40B4-BE49-F238E27FC236}">
                          <a16:creationId xmlns:a16="http://schemas.microsoft.com/office/drawing/2014/main" id="{2CF8B33E-2A45-4FCA-977E-33774FBE08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1191" name="任意多边形 5438">
                        <a:extLst>
                          <a:ext uri="{FF2B5EF4-FFF2-40B4-BE49-F238E27FC236}">
                            <a16:creationId xmlns:a16="http://schemas.microsoft.com/office/drawing/2014/main" id="{6E18AB19-ECFA-48A4-BCFA-2A683C5AE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92" name="任意多边形 5439">
                        <a:extLst>
                          <a:ext uri="{FF2B5EF4-FFF2-40B4-BE49-F238E27FC236}">
                            <a16:creationId xmlns:a16="http://schemas.microsoft.com/office/drawing/2014/main" id="{407F9843-11A2-4B2E-A1B3-A9B5058BE8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93" name="任意多边形 5440">
                        <a:extLst>
                          <a:ext uri="{FF2B5EF4-FFF2-40B4-BE49-F238E27FC236}">
                            <a16:creationId xmlns:a16="http://schemas.microsoft.com/office/drawing/2014/main" id="{D73F3DE7-FD88-428D-97C3-951D0D734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137" name="组合 1136">
                  <a:extLst>
                    <a:ext uri="{FF2B5EF4-FFF2-40B4-BE49-F238E27FC236}">
                      <a16:creationId xmlns:a16="http://schemas.microsoft.com/office/drawing/2014/main" id="{0C8838D3-0DD5-4170-BE56-8C478048EC4E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1170" name="任意多边形 5417">
                    <a:extLst>
                      <a:ext uri="{FF2B5EF4-FFF2-40B4-BE49-F238E27FC236}">
                        <a16:creationId xmlns:a16="http://schemas.microsoft.com/office/drawing/2014/main" id="{4B203D44-E8BA-4F7B-8763-DB7AA1136057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171" name="任意多边形 5418">
                    <a:extLst>
                      <a:ext uri="{FF2B5EF4-FFF2-40B4-BE49-F238E27FC236}">
                        <a16:creationId xmlns:a16="http://schemas.microsoft.com/office/drawing/2014/main" id="{418E1C4E-5E86-4D91-AD19-48BC876B145C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172" name="组合 1171">
                    <a:extLst>
                      <a:ext uri="{FF2B5EF4-FFF2-40B4-BE49-F238E27FC236}">
                        <a16:creationId xmlns:a16="http://schemas.microsoft.com/office/drawing/2014/main" id="{021DE1E6-A92A-4BC1-B72D-B123DE05A31F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1173" name="组合 1172">
                      <a:extLst>
                        <a:ext uri="{FF2B5EF4-FFF2-40B4-BE49-F238E27FC236}">
                          <a16:creationId xmlns:a16="http://schemas.microsoft.com/office/drawing/2014/main" id="{0F1FC05C-67FF-4B5F-BFD8-D2D9D5A2B9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1182" name="任意多边形 5429">
                        <a:extLst>
                          <a:ext uri="{FF2B5EF4-FFF2-40B4-BE49-F238E27FC236}">
                            <a16:creationId xmlns:a16="http://schemas.microsoft.com/office/drawing/2014/main" id="{951F42C4-0693-4325-95F6-698A6E4CB4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83" name="任意多边形 5430">
                        <a:extLst>
                          <a:ext uri="{FF2B5EF4-FFF2-40B4-BE49-F238E27FC236}">
                            <a16:creationId xmlns:a16="http://schemas.microsoft.com/office/drawing/2014/main" id="{8B050952-53E9-4119-AB68-B8933F9CB5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84" name="任意多边形 5431">
                        <a:extLst>
                          <a:ext uri="{FF2B5EF4-FFF2-40B4-BE49-F238E27FC236}">
                            <a16:creationId xmlns:a16="http://schemas.microsoft.com/office/drawing/2014/main" id="{A70F6846-EA27-4D23-860A-7FF9AAB949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74" name="组合 1173">
                      <a:extLst>
                        <a:ext uri="{FF2B5EF4-FFF2-40B4-BE49-F238E27FC236}">
                          <a16:creationId xmlns:a16="http://schemas.microsoft.com/office/drawing/2014/main" id="{5D3FAF1F-2E61-467A-BBC2-83A9ADDFB6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1179" name="任意多边形 5426">
                        <a:extLst>
                          <a:ext uri="{FF2B5EF4-FFF2-40B4-BE49-F238E27FC236}">
                            <a16:creationId xmlns:a16="http://schemas.microsoft.com/office/drawing/2014/main" id="{736C67DD-3272-4B0C-9176-09200D9A44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80" name="任意多边形 5427">
                        <a:extLst>
                          <a:ext uri="{FF2B5EF4-FFF2-40B4-BE49-F238E27FC236}">
                            <a16:creationId xmlns:a16="http://schemas.microsoft.com/office/drawing/2014/main" id="{F36DEED7-2F0A-4C56-B813-E4EB0554DC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81" name="任意多边形 5428">
                        <a:extLst>
                          <a:ext uri="{FF2B5EF4-FFF2-40B4-BE49-F238E27FC236}">
                            <a16:creationId xmlns:a16="http://schemas.microsoft.com/office/drawing/2014/main" id="{73ED06E5-54A8-45C2-8A9B-2D39E688A9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75" name="组合 1174">
                      <a:extLst>
                        <a:ext uri="{FF2B5EF4-FFF2-40B4-BE49-F238E27FC236}">
                          <a16:creationId xmlns:a16="http://schemas.microsoft.com/office/drawing/2014/main" id="{CBD9C62A-E10C-4383-8164-78C5B5329D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1176" name="任意多边形 5423">
                        <a:extLst>
                          <a:ext uri="{FF2B5EF4-FFF2-40B4-BE49-F238E27FC236}">
                            <a16:creationId xmlns:a16="http://schemas.microsoft.com/office/drawing/2014/main" id="{DE1455D0-3034-44C4-A012-C6D29C6A36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77" name="任意多边形 5424">
                        <a:extLst>
                          <a:ext uri="{FF2B5EF4-FFF2-40B4-BE49-F238E27FC236}">
                            <a16:creationId xmlns:a16="http://schemas.microsoft.com/office/drawing/2014/main" id="{F03FCE13-3772-4ACA-B2C5-ED9D744186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78" name="任意多边形 5425">
                        <a:extLst>
                          <a:ext uri="{FF2B5EF4-FFF2-40B4-BE49-F238E27FC236}">
                            <a16:creationId xmlns:a16="http://schemas.microsoft.com/office/drawing/2014/main" id="{006D8112-202C-4245-954E-22A1817B85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138" name="组合 1137">
                  <a:extLst>
                    <a:ext uri="{FF2B5EF4-FFF2-40B4-BE49-F238E27FC236}">
                      <a16:creationId xmlns:a16="http://schemas.microsoft.com/office/drawing/2014/main" id="{EA932865-8D4E-4BEA-80E7-17DBE752139B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1155" name="任意多边形 5402">
                    <a:extLst>
                      <a:ext uri="{FF2B5EF4-FFF2-40B4-BE49-F238E27FC236}">
                        <a16:creationId xmlns:a16="http://schemas.microsoft.com/office/drawing/2014/main" id="{B4CB32C7-EF59-4253-B54A-D2711F8C0F3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156" name="任意多边形 5403">
                    <a:extLst>
                      <a:ext uri="{FF2B5EF4-FFF2-40B4-BE49-F238E27FC236}">
                        <a16:creationId xmlns:a16="http://schemas.microsoft.com/office/drawing/2014/main" id="{30F47CAA-41E1-415F-AC70-1B7583009950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157" name="组合 1156">
                    <a:extLst>
                      <a:ext uri="{FF2B5EF4-FFF2-40B4-BE49-F238E27FC236}">
                        <a16:creationId xmlns:a16="http://schemas.microsoft.com/office/drawing/2014/main" id="{F380E416-41AD-45F4-8A53-228C9C7455FA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1158" name="组合 1157">
                      <a:extLst>
                        <a:ext uri="{FF2B5EF4-FFF2-40B4-BE49-F238E27FC236}">
                          <a16:creationId xmlns:a16="http://schemas.microsoft.com/office/drawing/2014/main" id="{58E48494-CA96-4836-B174-DEFD92D27F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1167" name="任意多边形 5414">
                        <a:extLst>
                          <a:ext uri="{FF2B5EF4-FFF2-40B4-BE49-F238E27FC236}">
                            <a16:creationId xmlns:a16="http://schemas.microsoft.com/office/drawing/2014/main" id="{2E6AFC7E-F0EF-4607-BA91-DE2658052E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68" name="任意多边形 5415">
                        <a:extLst>
                          <a:ext uri="{FF2B5EF4-FFF2-40B4-BE49-F238E27FC236}">
                            <a16:creationId xmlns:a16="http://schemas.microsoft.com/office/drawing/2014/main" id="{6D5B71DD-E01E-4173-9D46-E6540D10D1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69" name="任意多边形 5416">
                        <a:extLst>
                          <a:ext uri="{FF2B5EF4-FFF2-40B4-BE49-F238E27FC236}">
                            <a16:creationId xmlns:a16="http://schemas.microsoft.com/office/drawing/2014/main" id="{BCA93E0E-3A0C-4FEB-AEE2-4618A04765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59" name="组合 1158">
                      <a:extLst>
                        <a:ext uri="{FF2B5EF4-FFF2-40B4-BE49-F238E27FC236}">
                          <a16:creationId xmlns:a16="http://schemas.microsoft.com/office/drawing/2014/main" id="{753197F4-F77D-486D-B11E-A148E36DB2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1164" name="任意多边形 5411">
                        <a:extLst>
                          <a:ext uri="{FF2B5EF4-FFF2-40B4-BE49-F238E27FC236}">
                            <a16:creationId xmlns:a16="http://schemas.microsoft.com/office/drawing/2014/main" id="{CCE985AE-E0A2-468C-B13C-B2B03F7CF7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65" name="任意多边形 5412">
                        <a:extLst>
                          <a:ext uri="{FF2B5EF4-FFF2-40B4-BE49-F238E27FC236}">
                            <a16:creationId xmlns:a16="http://schemas.microsoft.com/office/drawing/2014/main" id="{00BFA3EB-6809-4158-BBE4-7395D4E05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66" name="任意多边形 5413">
                        <a:extLst>
                          <a:ext uri="{FF2B5EF4-FFF2-40B4-BE49-F238E27FC236}">
                            <a16:creationId xmlns:a16="http://schemas.microsoft.com/office/drawing/2014/main" id="{CCF3111E-5C8D-42DE-8184-C9CA9F74A4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60" name="组合 1159">
                      <a:extLst>
                        <a:ext uri="{FF2B5EF4-FFF2-40B4-BE49-F238E27FC236}">
                          <a16:creationId xmlns:a16="http://schemas.microsoft.com/office/drawing/2014/main" id="{632946C1-014A-461D-821E-9FA39508A5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1161" name="任意多边形 5408">
                        <a:extLst>
                          <a:ext uri="{FF2B5EF4-FFF2-40B4-BE49-F238E27FC236}">
                            <a16:creationId xmlns:a16="http://schemas.microsoft.com/office/drawing/2014/main" id="{F582B041-7BC6-4D95-8465-D4EB709602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62" name="任意多边形 5409">
                        <a:extLst>
                          <a:ext uri="{FF2B5EF4-FFF2-40B4-BE49-F238E27FC236}">
                            <a16:creationId xmlns:a16="http://schemas.microsoft.com/office/drawing/2014/main" id="{3CEED197-525E-4F8D-A3FB-67FC56A747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63" name="任意多边形 5410">
                        <a:extLst>
                          <a:ext uri="{FF2B5EF4-FFF2-40B4-BE49-F238E27FC236}">
                            <a16:creationId xmlns:a16="http://schemas.microsoft.com/office/drawing/2014/main" id="{517FAD3E-B770-47BA-A348-0DFF234AF7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139" name="组合 1138">
                  <a:extLst>
                    <a:ext uri="{FF2B5EF4-FFF2-40B4-BE49-F238E27FC236}">
                      <a16:creationId xmlns:a16="http://schemas.microsoft.com/office/drawing/2014/main" id="{B5137688-D453-45E5-ACB1-06E5E3E89023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1140" name="任意多边形 5387">
                    <a:extLst>
                      <a:ext uri="{FF2B5EF4-FFF2-40B4-BE49-F238E27FC236}">
                        <a16:creationId xmlns:a16="http://schemas.microsoft.com/office/drawing/2014/main" id="{7FA5CD54-383C-49B2-9326-0089A8914B01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141" name="任意多边形 5388">
                    <a:extLst>
                      <a:ext uri="{FF2B5EF4-FFF2-40B4-BE49-F238E27FC236}">
                        <a16:creationId xmlns:a16="http://schemas.microsoft.com/office/drawing/2014/main" id="{33E2A7AB-1DBC-4AD0-B97C-43DC871618F1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142" name="组合 1141">
                    <a:extLst>
                      <a:ext uri="{FF2B5EF4-FFF2-40B4-BE49-F238E27FC236}">
                        <a16:creationId xmlns:a16="http://schemas.microsoft.com/office/drawing/2014/main" id="{2C1BF284-EFAD-4FBD-8C5F-051FD284441D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1143" name="组合 1142">
                      <a:extLst>
                        <a:ext uri="{FF2B5EF4-FFF2-40B4-BE49-F238E27FC236}">
                          <a16:creationId xmlns:a16="http://schemas.microsoft.com/office/drawing/2014/main" id="{6FD54480-5DE0-4C0A-ABC1-5E14EF6A31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1152" name="任意多边形 5399">
                        <a:extLst>
                          <a:ext uri="{FF2B5EF4-FFF2-40B4-BE49-F238E27FC236}">
                            <a16:creationId xmlns:a16="http://schemas.microsoft.com/office/drawing/2014/main" id="{988F0FE7-F829-4F9B-89DE-10386013B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53" name="任意多边形 5400">
                        <a:extLst>
                          <a:ext uri="{FF2B5EF4-FFF2-40B4-BE49-F238E27FC236}">
                            <a16:creationId xmlns:a16="http://schemas.microsoft.com/office/drawing/2014/main" id="{B3A3D103-67E4-4162-85F8-76F34990DB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54" name="任意多边形 5401">
                        <a:extLst>
                          <a:ext uri="{FF2B5EF4-FFF2-40B4-BE49-F238E27FC236}">
                            <a16:creationId xmlns:a16="http://schemas.microsoft.com/office/drawing/2014/main" id="{DC692B37-FFF0-4945-BA1C-D0470EFD90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44" name="组合 1143">
                      <a:extLst>
                        <a:ext uri="{FF2B5EF4-FFF2-40B4-BE49-F238E27FC236}">
                          <a16:creationId xmlns:a16="http://schemas.microsoft.com/office/drawing/2014/main" id="{5CAE340D-301D-460A-AF73-F9AB2F322D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1149" name="任意多边形 5396">
                        <a:extLst>
                          <a:ext uri="{FF2B5EF4-FFF2-40B4-BE49-F238E27FC236}">
                            <a16:creationId xmlns:a16="http://schemas.microsoft.com/office/drawing/2014/main" id="{32EDE9F2-6DC7-42DC-8413-9DA1489D1C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50" name="任意多边形 5397">
                        <a:extLst>
                          <a:ext uri="{FF2B5EF4-FFF2-40B4-BE49-F238E27FC236}">
                            <a16:creationId xmlns:a16="http://schemas.microsoft.com/office/drawing/2014/main" id="{2F4FA3C2-B057-412C-B261-63324897A9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51" name="任意多边形 5398">
                        <a:extLst>
                          <a:ext uri="{FF2B5EF4-FFF2-40B4-BE49-F238E27FC236}">
                            <a16:creationId xmlns:a16="http://schemas.microsoft.com/office/drawing/2014/main" id="{A785E646-530B-4D32-AAE5-2943F33F77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45" name="组合 1144">
                      <a:extLst>
                        <a:ext uri="{FF2B5EF4-FFF2-40B4-BE49-F238E27FC236}">
                          <a16:creationId xmlns:a16="http://schemas.microsoft.com/office/drawing/2014/main" id="{B24DEFAF-A75B-4ED3-A24B-4DA44414E3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1146" name="任意多边形 5393">
                        <a:extLst>
                          <a:ext uri="{FF2B5EF4-FFF2-40B4-BE49-F238E27FC236}">
                            <a16:creationId xmlns:a16="http://schemas.microsoft.com/office/drawing/2014/main" id="{C60967BF-F1F8-494D-AAE0-1BC2F9F06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47" name="任意多边形 5394">
                        <a:extLst>
                          <a:ext uri="{FF2B5EF4-FFF2-40B4-BE49-F238E27FC236}">
                            <a16:creationId xmlns:a16="http://schemas.microsoft.com/office/drawing/2014/main" id="{C15BD531-05D3-45D9-8AA5-7DB67395AD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48" name="任意多边形 5395">
                        <a:extLst>
                          <a:ext uri="{FF2B5EF4-FFF2-40B4-BE49-F238E27FC236}">
                            <a16:creationId xmlns:a16="http://schemas.microsoft.com/office/drawing/2014/main" id="{7B053EBB-BFB7-45BE-B974-F2DDD73F8E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843" name="组合 842">
                <a:extLst>
                  <a:ext uri="{FF2B5EF4-FFF2-40B4-BE49-F238E27FC236}">
                    <a16:creationId xmlns:a16="http://schemas.microsoft.com/office/drawing/2014/main" id="{387C476D-96E7-4A15-A1E9-76CBC567FCE2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1038" name="组合 1037">
                  <a:extLst>
                    <a:ext uri="{FF2B5EF4-FFF2-40B4-BE49-F238E27FC236}">
                      <a16:creationId xmlns:a16="http://schemas.microsoft.com/office/drawing/2014/main" id="{FD831984-68A2-4340-A168-E953090488F5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1119" name="任意多边形 5366">
                    <a:extLst>
                      <a:ext uri="{FF2B5EF4-FFF2-40B4-BE49-F238E27FC236}">
                        <a16:creationId xmlns:a16="http://schemas.microsoft.com/office/drawing/2014/main" id="{0D15CA2F-66F9-490E-84B1-36C6C9DF8795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120" name="任意多边形 5367">
                    <a:extLst>
                      <a:ext uri="{FF2B5EF4-FFF2-40B4-BE49-F238E27FC236}">
                        <a16:creationId xmlns:a16="http://schemas.microsoft.com/office/drawing/2014/main" id="{90076A6C-EB9D-425B-B183-388380AE8F72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121" name="组合 1120">
                    <a:extLst>
                      <a:ext uri="{FF2B5EF4-FFF2-40B4-BE49-F238E27FC236}">
                        <a16:creationId xmlns:a16="http://schemas.microsoft.com/office/drawing/2014/main" id="{EB2941F0-B300-4141-ACEF-0D94E3CB17CC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1122" name="组合 1121">
                      <a:extLst>
                        <a:ext uri="{FF2B5EF4-FFF2-40B4-BE49-F238E27FC236}">
                          <a16:creationId xmlns:a16="http://schemas.microsoft.com/office/drawing/2014/main" id="{431893B6-0673-426D-B6FB-F6ED140BD5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1131" name="任意多边形 5378">
                        <a:extLst>
                          <a:ext uri="{FF2B5EF4-FFF2-40B4-BE49-F238E27FC236}">
                            <a16:creationId xmlns:a16="http://schemas.microsoft.com/office/drawing/2014/main" id="{F5EF9DCB-D2F0-4D08-8BF6-F19B73F394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32" name="任意多边形 5379">
                        <a:extLst>
                          <a:ext uri="{FF2B5EF4-FFF2-40B4-BE49-F238E27FC236}">
                            <a16:creationId xmlns:a16="http://schemas.microsoft.com/office/drawing/2014/main" id="{E30C5476-EB13-466A-98E2-C776A575D4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33" name="任意多边形 5380">
                        <a:extLst>
                          <a:ext uri="{FF2B5EF4-FFF2-40B4-BE49-F238E27FC236}">
                            <a16:creationId xmlns:a16="http://schemas.microsoft.com/office/drawing/2014/main" id="{1F590B07-75E3-4CB3-AE79-0F68E309D4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23" name="组合 1122">
                      <a:extLst>
                        <a:ext uri="{FF2B5EF4-FFF2-40B4-BE49-F238E27FC236}">
                          <a16:creationId xmlns:a16="http://schemas.microsoft.com/office/drawing/2014/main" id="{E6809B9A-A86F-4034-9901-95F8B31F28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1128" name="任意多边形 5375">
                        <a:extLst>
                          <a:ext uri="{FF2B5EF4-FFF2-40B4-BE49-F238E27FC236}">
                            <a16:creationId xmlns:a16="http://schemas.microsoft.com/office/drawing/2014/main" id="{D2E72ECA-1811-48C2-9F45-9DE5A3165A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29" name="任意多边形 5376">
                        <a:extLst>
                          <a:ext uri="{FF2B5EF4-FFF2-40B4-BE49-F238E27FC236}">
                            <a16:creationId xmlns:a16="http://schemas.microsoft.com/office/drawing/2014/main" id="{F7A5DCAF-6D8E-4934-A4D8-B52B95473F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30" name="任意多边形 5377">
                        <a:extLst>
                          <a:ext uri="{FF2B5EF4-FFF2-40B4-BE49-F238E27FC236}">
                            <a16:creationId xmlns:a16="http://schemas.microsoft.com/office/drawing/2014/main" id="{2EA8BF5E-F095-40B9-8902-DE321B5AE5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24" name="组合 1123">
                      <a:extLst>
                        <a:ext uri="{FF2B5EF4-FFF2-40B4-BE49-F238E27FC236}">
                          <a16:creationId xmlns:a16="http://schemas.microsoft.com/office/drawing/2014/main" id="{E38F7252-BFE0-4833-9721-EA9F9640DD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1125" name="任意多边形 5372">
                        <a:extLst>
                          <a:ext uri="{FF2B5EF4-FFF2-40B4-BE49-F238E27FC236}">
                            <a16:creationId xmlns:a16="http://schemas.microsoft.com/office/drawing/2014/main" id="{A02C7EDB-057A-48C7-91A4-CC516FD1B0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26" name="任意多边形 5373">
                        <a:extLst>
                          <a:ext uri="{FF2B5EF4-FFF2-40B4-BE49-F238E27FC236}">
                            <a16:creationId xmlns:a16="http://schemas.microsoft.com/office/drawing/2014/main" id="{45E9C5D1-73AB-4288-82CF-D3527D5BBB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27" name="任意多边形 5374">
                        <a:extLst>
                          <a:ext uri="{FF2B5EF4-FFF2-40B4-BE49-F238E27FC236}">
                            <a16:creationId xmlns:a16="http://schemas.microsoft.com/office/drawing/2014/main" id="{FC121D5C-C553-4FB2-BD95-DDD2714C3B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039" name="组合 1038">
                  <a:extLst>
                    <a:ext uri="{FF2B5EF4-FFF2-40B4-BE49-F238E27FC236}">
                      <a16:creationId xmlns:a16="http://schemas.microsoft.com/office/drawing/2014/main" id="{4999C8A3-E779-4A14-982A-34EA0E6CF946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1104" name="任意多边形 5351">
                    <a:extLst>
                      <a:ext uri="{FF2B5EF4-FFF2-40B4-BE49-F238E27FC236}">
                        <a16:creationId xmlns:a16="http://schemas.microsoft.com/office/drawing/2014/main" id="{97A52CAF-6B29-4927-8CE3-0FCA0B364D4C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105" name="任意多边形 5352">
                    <a:extLst>
                      <a:ext uri="{FF2B5EF4-FFF2-40B4-BE49-F238E27FC236}">
                        <a16:creationId xmlns:a16="http://schemas.microsoft.com/office/drawing/2014/main" id="{CF089275-AEC7-48D1-962C-05867F622EA4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106" name="组合 1105">
                    <a:extLst>
                      <a:ext uri="{FF2B5EF4-FFF2-40B4-BE49-F238E27FC236}">
                        <a16:creationId xmlns:a16="http://schemas.microsoft.com/office/drawing/2014/main" id="{9E3B3E55-0F3D-47E5-90AE-8D25AF2D8DA0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1107" name="组合 1106">
                      <a:extLst>
                        <a:ext uri="{FF2B5EF4-FFF2-40B4-BE49-F238E27FC236}">
                          <a16:creationId xmlns:a16="http://schemas.microsoft.com/office/drawing/2014/main" id="{63DAAC77-5C69-40AA-AF5A-4636EB80C3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1116" name="任意多边形 5363">
                        <a:extLst>
                          <a:ext uri="{FF2B5EF4-FFF2-40B4-BE49-F238E27FC236}">
                            <a16:creationId xmlns:a16="http://schemas.microsoft.com/office/drawing/2014/main" id="{26EDCE96-5EF4-4588-9B9B-1D0D1B6446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17" name="任意多边形 5364">
                        <a:extLst>
                          <a:ext uri="{FF2B5EF4-FFF2-40B4-BE49-F238E27FC236}">
                            <a16:creationId xmlns:a16="http://schemas.microsoft.com/office/drawing/2014/main" id="{65F3FDC1-14B2-47D2-ADE0-74F10F11D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18" name="任意多边形 5365">
                        <a:extLst>
                          <a:ext uri="{FF2B5EF4-FFF2-40B4-BE49-F238E27FC236}">
                            <a16:creationId xmlns:a16="http://schemas.microsoft.com/office/drawing/2014/main" id="{E6D62F1A-AAF1-42C0-BA38-F3657AA75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08" name="组合 1107">
                      <a:extLst>
                        <a:ext uri="{FF2B5EF4-FFF2-40B4-BE49-F238E27FC236}">
                          <a16:creationId xmlns:a16="http://schemas.microsoft.com/office/drawing/2014/main" id="{3C94AF3B-4C99-4903-8F00-26E7C96825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1113" name="任意多边形 5360">
                        <a:extLst>
                          <a:ext uri="{FF2B5EF4-FFF2-40B4-BE49-F238E27FC236}">
                            <a16:creationId xmlns:a16="http://schemas.microsoft.com/office/drawing/2014/main" id="{51A633C6-050F-4D9A-BC78-26A5820B8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14" name="任意多边形 5361">
                        <a:extLst>
                          <a:ext uri="{FF2B5EF4-FFF2-40B4-BE49-F238E27FC236}">
                            <a16:creationId xmlns:a16="http://schemas.microsoft.com/office/drawing/2014/main" id="{48DC68BA-9F50-4081-9BE2-BDD385CBE3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15" name="任意多边形 5362">
                        <a:extLst>
                          <a:ext uri="{FF2B5EF4-FFF2-40B4-BE49-F238E27FC236}">
                            <a16:creationId xmlns:a16="http://schemas.microsoft.com/office/drawing/2014/main" id="{14622334-C3A7-49C5-9747-86CEAD333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109" name="组合 1108">
                      <a:extLst>
                        <a:ext uri="{FF2B5EF4-FFF2-40B4-BE49-F238E27FC236}">
                          <a16:creationId xmlns:a16="http://schemas.microsoft.com/office/drawing/2014/main" id="{0626471A-A1BC-412C-AF0B-B60C1FC262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1110" name="任意多边形 5357">
                        <a:extLst>
                          <a:ext uri="{FF2B5EF4-FFF2-40B4-BE49-F238E27FC236}">
                            <a16:creationId xmlns:a16="http://schemas.microsoft.com/office/drawing/2014/main" id="{8FFB95B2-7EB7-4420-BB7A-6DCCAF0373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11" name="任意多边形 5358">
                        <a:extLst>
                          <a:ext uri="{FF2B5EF4-FFF2-40B4-BE49-F238E27FC236}">
                            <a16:creationId xmlns:a16="http://schemas.microsoft.com/office/drawing/2014/main" id="{E8BFC513-0167-431D-A25D-BBC12DA7B2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12" name="任意多边形 5359">
                        <a:extLst>
                          <a:ext uri="{FF2B5EF4-FFF2-40B4-BE49-F238E27FC236}">
                            <a16:creationId xmlns:a16="http://schemas.microsoft.com/office/drawing/2014/main" id="{4ACA79B4-1755-4379-9581-75508713F1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040" name="组合 1039">
                  <a:extLst>
                    <a:ext uri="{FF2B5EF4-FFF2-40B4-BE49-F238E27FC236}">
                      <a16:creationId xmlns:a16="http://schemas.microsoft.com/office/drawing/2014/main" id="{F2613D9A-7CFB-4D9A-9CD1-CCEF7641F279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1089" name="任意多边形 5336">
                    <a:extLst>
                      <a:ext uri="{FF2B5EF4-FFF2-40B4-BE49-F238E27FC236}">
                        <a16:creationId xmlns:a16="http://schemas.microsoft.com/office/drawing/2014/main" id="{61A11664-79BC-4863-9297-C4FA4023C4DC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090" name="任意多边形 5337">
                    <a:extLst>
                      <a:ext uri="{FF2B5EF4-FFF2-40B4-BE49-F238E27FC236}">
                        <a16:creationId xmlns:a16="http://schemas.microsoft.com/office/drawing/2014/main" id="{C40D4E1E-ACD0-4127-8D83-C0D84902623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091" name="组合 1090">
                    <a:extLst>
                      <a:ext uri="{FF2B5EF4-FFF2-40B4-BE49-F238E27FC236}">
                        <a16:creationId xmlns:a16="http://schemas.microsoft.com/office/drawing/2014/main" id="{036DE860-4397-43CE-8CBD-FD73EF2BD812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1092" name="组合 1091">
                      <a:extLst>
                        <a:ext uri="{FF2B5EF4-FFF2-40B4-BE49-F238E27FC236}">
                          <a16:creationId xmlns:a16="http://schemas.microsoft.com/office/drawing/2014/main" id="{8171C989-E2A2-4CC5-9951-6732B6532A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1101" name="任意多边形 5348">
                        <a:extLst>
                          <a:ext uri="{FF2B5EF4-FFF2-40B4-BE49-F238E27FC236}">
                            <a16:creationId xmlns:a16="http://schemas.microsoft.com/office/drawing/2014/main" id="{8B2BFC0D-938B-4EB5-9048-01BC8EB3B3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02" name="任意多边形 5349">
                        <a:extLst>
                          <a:ext uri="{FF2B5EF4-FFF2-40B4-BE49-F238E27FC236}">
                            <a16:creationId xmlns:a16="http://schemas.microsoft.com/office/drawing/2014/main" id="{42F72310-A098-4588-86DE-E8CF67B5E3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03" name="任意多边形 5350">
                        <a:extLst>
                          <a:ext uri="{FF2B5EF4-FFF2-40B4-BE49-F238E27FC236}">
                            <a16:creationId xmlns:a16="http://schemas.microsoft.com/office/drawing/2014/main" id="{D6F4B8B3-9F63-4A31-AEAA-5EF924F85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93" name="组合 1092">
                      <a:extLst>
                        <a:ext uri="{FF2B5EF4-FFF2-40B4-BE49-F238E27FC236}">
                          <a16:creationId xmlns:a16="http://schemas.microsoft.com/office/drawing/2014/main" id="{177098D3-872F-4914-B21C-F0B890628C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1098" name="任意多边形 5345">
                        <a:extLst>
                          <a:ext uri="{FF2B5EF4-FFF2-40B4-BE49-F238E27FC236}">
                            <a16:creationId xmlns:a16="http://schemas.microsoft.com/office/drawing/2014/main" id="{61FDEF38-2936-4F19-B7C1-27A3A1C687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99" name="任意多边形 5346">
                        <a:extLst>
                          <a:ext uri="{FF2B5EF4-FFF2-40B4-BE49-F238E27FC236}">
                            <a16:creationId xmlns:a16="http://schemas.microsoft.com/office/drawing/2014/main" id="{CCFCB192-A0BB-44D6-8511-BBA7860294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100" name="任意多边形 5347">
                        <a:extLst>
                          <a:ext uri="{FF2B5EF4-FFF2-40B4-BE49-F238E27FC236}">
                            <a16:creationId xmlns:a16="http://schemas.microsoft.com/office/drawing/2014/main" id="{F100ECD9-B18F-465C-AD73-C00DBF3CDF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94" name="组合 1093">
                      <a:extLst>
                        <a:ext uri="{FF2B5EF4-FFF2-40B4-BE49-F238E27FC236}">
                          <a16:creationId xmlns:a16="http://schemas.microsoft.com/office/drawing/2014/main" id="{55D670E2-C118-4374-A02D-B0200FA4D8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1095" name="任意多边形 5342">
                        <a:extLst>
                          <a:ext uri="{FF2B5EF4-FFF2-40B4-BE49-F238E27FC236}">
                            <a16:creationId xmlns:a16="http://schemas.microsoft.com/office/drawing/2014/main" id="{4B8F9942-F56A-429C-BED0-244266EC82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96" name="任意多边形 5343">
                        <a:extLst>
                          <a:ext uri="{FF2B5EF4-FFF2-40B4-BE49-F238E27FC236}">
                            <a16:creationId xmlns:a16="http://schemas.microsoft.com/office/drawing/2014/main" id="{8C226CEC-9A83-4C9F-ADF8-62AB1A90C1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97" name="任意多边形 5344">
                        <a:extLst>
                          <a:ext uri="{FF2B5EF4-FFF2-40B4-BE49-F238E27FC236}">
                            <a16:creationId xmlns:a16="http://schemas.microsoft.com/office/drawing/2014/main" id="{0654176E-E86E-4775-82E8-894DF3DF5F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041" name="组合 1040">
                  <a:extLst>
                    <a:ext uri="{FF2B5EF4-FFF2-40B4-BE49-F238E27FC236}">
                      <a16:creationId xmlns:a16="http://schemas.microsoft.com/office/drawing/2014/main" id="{212A4E27-8E9E-4DB3-9394-05EC6CF17944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1074" name="任意多边形 5321">
                    <a:extLst>
                      <a:ext uri="{FF2B5EF4-FFF2-40B4-BE49-F238E27FC236}">
                        <a16:creationId xmlns:a16="http://schemas.microsoft.com/office/drawing/2014/main" id="{A4F334EA-7FE1-404F-BA5E-AE9EF2225603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075" name="任意多边形 5322">
                    <a:extLst>
                      <a:ext uri="{FF2B5EF4-FFF2-40B4-BE49-F238E27FC236}">
                        <a16:creationId xmlns:a16="http://schemas.microsoft.com/office/drawing/2014/main" id="{374F4712-41DB-40E8-B0C6-2B901B3232C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076" name="组合 1075">
                    <a:extLst>
                      <a:ext uri="{FF2B5EF4-FFF2-40B4-BE49-F238E27FC236}">
                        <a16:creationId xmlns:a16="http://schemas.microsoft.com/office/drawing/2014/main" id="{D330848F-27A8-4ED8-BA49-AC0A085C73F8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1077" name="组合 1076">
                      <a:extLst>
                        <a:ext uri="{FF2B5EF4-FFF2-40B4-BE49-F238E27FC236}">
                          <a16:creationId xmlns:a16="http://schemas.microsoft.com/office/drawing/2014/main" id="{1B02CB57-BFCD-4153-B636-BB614AA4C8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1086" name="任意多边形 5333">
                        <a:extLst>
                          <a:ext uri="{FF2B5EF4-FFF2-40B4-BE49-F238E27FC236}">
                            <a16:creationId xmlns:a16="http://schemas.microsoft.com/office/drawing/2014/main" id="{05805949-9C5C-4A0F-8AA2-CE3971A9C8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87" name="任意多边形 5334">
                        <a:extLst>
                          <a:ext uri="{FF2B5EF4-FFF2-40B4-BE49-F238E27FC236}">
                            <a16:creationId xmlns:a16="http://schemas.microsoft.com/office/drawing/2014/main" id="{B59CA5EB-BD88-4665-9691-6A73F6E7C2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88" name="任意多边形 5335">
                        <a:extLst>
                          <a:ext uri="{FF2B5EF4-FFF2-40B4-BE49-F238E27FC236}">
                            <a16:creationId xmlns:a16="http://schemas.microsoft.com/office/drawing/2014/main" id="{FCA5FD1D-8C2B-4F2B-8D96-AA2CE9FE41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78" name="组合 1077">
                      <a:extLst>
                        <a:ext uri="{FF2B5EF4-FFF2-40B4-BE49-F238E27FC236}">
                          <a16:creationId xmlns:a16="http://schemas.microsoft.com/office/drawing/2014/main" id="{BD4050E9-BEFE-4787-B684-7409F0047C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1083" name="任意多边形 5330">
                        <a:extLst>
                          <a:ext uri="{FF2B5EF4-FFF2-40B4-BE49-F238E27FC236}">
                            <a16:creationId xmlns:a16="http://schemas.microsoft.com/office/drawing/2014/main" id="{F7745F6D-D61B-4AB8-94BC-7FC1CB33CB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84" name="任意多边形 5331">
                        <a:extLst>
                          <a:ext uri="{FF2B5EF4-FFF2-40B4-BE49-F238E27FC236}">
                            <a16:creationId xmlns:a16="http://schemas.microsoft.com/office/drawing/2014/main" id="{452CD102-B9C1-4CDA-A7FE-63A5468136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85" name="任意多边形 5332">
                        <a:extLst>
                          <a:ext uri="{FF2B5EF4-FFF2-40B4-BE49-F238E27FC236}">
                            <a16:creationId xmlns:a16="http://schemas.microsoft.com/office/drawing/2014/main" id="{CBBEFEAD-D3CC-4941-91AE-E7526CE9FA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79" name="组合 1078">
                      <a:extLst>
                        <a:ext uri="{FF2B5EF4-FFF2-40B4-BE49-F238E27FC236}">
                          <a16:creationId xmlns:a16="http://schemas.microsoft.com/office/drawing/2014/main" id="{A8B8A2EA-6FCE-4E5B-9939-25D191A88C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1080" name="任意多边形 5327">
                        <a:extLst>
                          <a:ext uri="{FF2B5EF4-FFF2-40B4-BE49-F238E27FC236}">
                            <a16:creationId xmlns:a16="http://schemas.microsoft.com/office/drawing/2014/main" id="{862D9748-3B4A-4AE1-A3BA-F8A6F07433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81" name="任意多边形 5328">
                        <a:extLst>
                          <a:ext uri="{FF2B5EF4-FFF2-40B4-BE49-F238E27FC236}">
                            <a16:creationId xmlns:a16="http://schemas.microsoft.com/office/drawing/2014/main" id="{313A499F-B649-4EC4-92AB-B203D4935B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82" name="任意多边形 5329">
                        <a:extLst>
                          <a:ext uri="{FF2B5EF4-FFF2-40B4-BE49-F238E27FC236}">
                            <a16:creationId xmlns:a16="http://schemas.microsoft.com/office/drawing/2014/main" id="{E1B6650E-D533-4D8A-90FE-11F9DD5103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042" name="组合 1041">
                  <a:extLst>
                    <a:ext uri="{FF2B5EF4-FFF2-40B4-BE49-F238E27FC236}">
                      <a16:creationId xmlns:a16="http://schemas.microsoft.com/office/drawing/2014/main" id="{F36AFC10-8A1B-403A-B6D1-CC19B54C1AB6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1059" name="任意多边形 5306">
                    <a:extLst>
                      <a:ext uri="{FF2B5EF4-FFF2-40B4-BE49-F238E27FC236}">
                        <a16:creationId xmlns:a16="http://schemas.microsoft.com/office/drawing/2014/main" id="{12D91AF3-9CD3-46D4-9716-E3CA768B060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060" name="任意多边形 5307">
                    <a:extLst>
                      <a:ext uri="{FF2B5EF4-FFF2-40B4-BE49-F238E27FC236}">
                        <a16:creationId xmlns:a16="http://schemas.microsoft.com/office/drawing/2014/main" id="{DBB3DE12-A4AE-4FD6-9718-34D36A6CC417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061" name="组合 1060">
                    <a:extLst>
                      <a:ext uri="{FF2B5EF4-FFF2-40B4-BE49-F238E27FC236}">
                        <a16:creationId xmlns:a16="http://schemas.microsoft.com/office/drawing/2014/main" id="{95071B4A-E8C1-499E-8AFA-A32CA14F0BD2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1062" name="组合 1061">
                      <a:extLst>
                        <a:ext uri="{FF2B5EF4-FFF2-40B4-BE49-F238E27FC236}">
                          <a16:creationId xmlns:a16="http://schemas.microsoft.com/office/drawing/2014/main" id="{24753EF0-CB80-40A8-8831-5A557C657A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1071" name="任意多边形 5318">
                        <a:extLst>
                          <a:ext uri="{FF2B5EF4-FFF2-40B4-BE49-F238E27FC236}">
                            <a16:creationId xmlns:a16="http://schemas.microsoft.com/office/drawing/2014/main" id="{02228690-D821-4314-8DDA-37A60FAFE6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72" name="任意多边形 5319">
                        <a:extLst>
                          <a:ext uri="{FF2B5EF4-FFF2-40B4-BE49-F238E27FC236}">
                            <a16:creationId xmlns:a16="http://schemas.microsoft.com/office/drawing/2014/main" id="{DD1A21A9-A8AB-45A3-BF3A-68B758DD23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73" name="任意多边形 5320">
                        <a:extLst>
                          <a:ext uri="{FF2B5EF4-FFF2-40B4-BE49-F238E27FC236}">
                            <a16:creationId xmlns:a16="http://schemas.microsoft.com/office/drawing/2014/main" id="{CA05E94C-8ED2-4E38-B38A-C5D151FBD2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63" name="组合 1062">
                      <a:extLst>
                        <a:ext uri="{FF2B5EF4-FFF2-40B4-BE49-F238E27FC236}">
                          <a16:creationId xmlns:a16="http://schemas.microsoft.com/office/drawing/2014/main" id="{CBF3C894-E073-4D76-B903-50679A31F8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1068" name="任意多边形 5315">
                        <a:extLst>
                          <a:ext uri="{FF2B5EF4-FFF2-40B4-BE49-F238E27FC236}">
                            <a16:creationId xmlns:a16="http://schemas.microsoft.com/office/drawing/2014/main" id="{3567236D-FA4B-4EE1-95D6-7E747ACB9B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69" name="任意多边形 5316">
                        <a:extLst>
                          <a:ext uri="{FF2B5EF4-FFF2-40B4-BE49-F238E27FC236}">
                            <a16:creationId xmlns:a16="http://schemas.microsoft.com/office/drawing/2014/main" id="{1DD20109-1162-4E89-8B2A-25F503E859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70" name="任意多边形 5317">
                        <a:extLst>
                          <a:ext uri="{FF2B5EF4-FFF2-40B4-BE49-F238E27FC236}">
                            <a16:creationId xmlns:a16="http://schemas.microsoft.com/office/drawing/2014/main" id="{2CCCC1DC-D175-4658-82D7-E65CC9FE94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64" name="组合 1063">
                      <a:extLst>
                        <a:ext uri="{FF2B5EF4-FFF2-40B4-BE49-F238E27FC236}">
                          <a16:creationId xmlns:a16="http://schemas.microsoft.com/office/drawing/2014/main" id="{B34F551B-3020-4057-8B75-8944759D10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1065" name="任意多边形 5312">
                        <a:extLst>
                          <a:ext uri="{FF2B5EF4-FFF2-40B4-BE49-F238E27FC236}">
                            <a16:creationId xmlns:a16="http://schemas.microsoft.com/office/drawing/2014/main" id="{EE2DAEC6-65A6-4F9F-ACD1-7090FC1F9C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66" name="任意多边形 5313">
                        <a:extLst>
                          <a:ext uri="{FF2B5EF4-FFF2-40B4-BE49-F238E27FC236}">
                            <a16:creationId xmlns:a16="http://schemas.microsoft.com/office/drawing/2014/main" id="{4AA3D879-2594-4124-BC04-5ED40E82DF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67" name="任意多边形 5314">
                        <a:extLst>
                          <a:ext uri="{FF2B5EF4-FFF2-40B4-BE49-F238E27FC236}">
                            <a16:creationId xmlns:a16="http://schemas.microsoft.com/office/drawing/2014/main" id="{043B83EC-DE5A-4EA3-BECA-A529022F5D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043" name="组合 1042">
                  <a:extLst>
                    <a:ext uri="{FF2B5EF4-FFF2-40B4-BE49-F238E27FC236}">
                      <a16:creationId xmlns:a16="http://schemas.microsoft.com/office/drawing/2014/main" id="{0F22B66D-64D2-4F8D-B773-997175839ED6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1044" name="任意多边形 5291">
                    <a:extLst>
                      <a:ext uri="{FF2B5EF4-FFF2-40B4-BE49-F238E27FC236}">
                        <a16:creationId xmlns:a16="http://schemas.microsoft.com/office/drawing/2014/main" id="{0BD40804-67BF-4A2D-9EB7-1D4F730FCC2C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045" name="任意多边形 5292">
                    <a:extLst>
                      <a:ext uri="{FF2B5EF4-FFF2-40B4-BE49-F238E27FC236}">
                        <a16:creationId xmlns:a16="http://schemas.microsoft.com/office/drawing/2014/main" id="{25594B70-DBD6-4AC9-AEAD-E3C4A5E0B107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046" name="组合 1045">
                    <a:extLst>
                      <a:ext uri="{FF2B5EF4-FFF2-40B4-BE49-F238E27FC236}">
                        <a16:creationId xmlns:a16="http://schemas.microsoft.com/office/drawing/2014/main" id="{0BD8FC08-467E-4441-BF82-47B32F98DF16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1047" name="组合 1046">
                      <a:extLst>
                        <a:ext uri="{FF2B5EF4-FFF2-40B4-BE49-F238E27FC236}">
                          <a16:creationId xmlns:a16="http://schemas.microsoft.com/office/drawing/2014/main" id="{6DB3F2AC-A3AF-4274-B628-B21F21A4D0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1056" name="任意多边形 5303">
                        <a:extLst>
                          <a:ext uri="{FF2B5EF4-FFF2-40B4-BE49-F238E27FC236}">
                            <a16:creationId xmlns:a16="http://schemas.microsoft.com/office/drawing/2014/main" id="{F1B4189E-A067-400D-B4C4-3859623624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57" name="任意多边形 5304">
                        <a:extLst>
                          <a:ext uri="{FF2B5EF4-FFF2-40B4-BE49-F238E27FC236}">
                            <a16:creationId xmlns:a16="http://schemas.microsoft.com/office/drawing/2014/main" id="{AD7A4C49-A200-40C7-99C9-5AEAC7A744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58" name="任意多边形 5305">
                        <a:extLst>
                          <a:ext uri="{FF2B5EF4-FFF2-40B4-BE49-F238E27FC236}">
                            <a16:creationId xmlns:a16="http://schemas.microsoft.com/office/drawing/2014/main" id="{6F669560-9592-4EA2-8AA1-BB4EE8B2D4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48" name="组合 1047">
                      <a:extLst>
                        <a:ext uri="{FF2B5EF4-FFF2-40B4-BE49-F238E27FC236}">
                          <a16:creationId xmlns:a16="http://schemas.microsoft.com/office/drawing/2014/main" id="{6CE56E2C-3FF3-4943-93E0-A8455CF941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1053" name="任意多边形 5300">
                        <a:extLst>
                          <a:ext uri="{FF2B5EF4-FFF2-40B4-BE49-F238E27FC236}">
                            <a16:creationId xmlns:a16="http://schemas.microsoft.com/office/drawing/2014/main" id="{59FB4819-D179-4234-8CC9-151A4561B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54" name="任意多边形 5301">
                        <a:extLst>
                          <a:ext uri="{FF2B5EF4-FFF2-40B4-BE49-F238E27FC236}">
                            <a16:creationId xmlns:a16="http://schemas.microsoft.com/office/drawing/2014/main" id="{D6BA9992-033C-4AE6-A1D9-89DD69594E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55" name="任意多边形 5302">
                        <a:extLst>
                          <a:ext uri="{FF2B5EF4-FFF2-40B4-BE49-F238E27FC236}">
                            <a16:creationId xmlns:a16="http://schemas.microsoft.com/office/drawing/2014/main" id="{59F99EDD-7934-4E57-B3BC-E4364DC37D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49" name="组合 1048">
                      <a:extLst>
                        <a:ext uri="{FF2B5EF4-FFF2-40B4-BE49-F238E27FC236}">
                          <a16:creationId xmlns:a16="http://schemas.microsoft.com/office/drawing/2014/main" id="{184ACF37-D316-406F-90BE-D9B8CEB9BF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1050" name="任意多边形 5297">
                        <a:extLst>
                          <a:ext uri="{FF2B5EF4-FFF2-40B4-BE49-F238E27FC236}">
                            <a16:creationId xmlns:a16="http://schemas.microsoft.com/office/drawing/2014/main" id="{5A275B92-BA51-4864-9628-46EB9241BB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51" name="任意多边形 5298">
                        <a:extLst>
                          <a:ext uri="{FF2B5EF4-FFF2-40B4-BE49-F238E27FC236}">
                            <a16:creationId xmlns:a16="http://schemas.microsoft.com/office/drawing/2014/main" id="{CF707B97-0517-4CB8-8766-F3A9A104BB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52" name="任意多边形 5299">
                        <a:extLst>
                          <a:ext uri="{FF2B5EF4-FFF2-40B4-BE49-F238E27FC236}">
                            <a16:creationId xmlns:a16="http://schemas.microsoft.com/office/drawing/2014/main" id="{58E15F66-1F7B-4EE5-B9EC-84B737F0DF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844" name="组合 843">
                <a:extLst>
                  <a:ext uri="{FF2B5EF4-FFF2-40B4-BE49-F238E27FC236}">
                    <a16:creationId xmlns:a16="http://schemas.microsoft.com/office/drawing/2014/main" id="{1C789937-A9E4-4F64-959B-A56AC4583DCB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942" name="组合 941">
                  <a:extLst>
                    <a:ext uri="{FF2B5EF4-FFF2-40B4-BE49-F238E27FC236}">
                      <a16:creationId xmlns:a16="http://schemas.microsoft.com/office/drawing/2014/main" id="{C29B9572-0116-4DA9-9E87-2613AEFAD5F9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1023" name="任意多边形 5270">
                    <a:extLst>
                      <a:ext uri="{FF2B5EF4-FFF2-40B4-BE49-F238E27FC236}">
                        <a16:creationId xmlns:a16="http://schemas.microsoft.com/office/drawing/2014/main" id="{E25CCC71-89F1-46DC-89CE-F87C0E1A8D2C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024" name="任意多边形 5271">
                    <a:extLst>
                      <a:ext uri="{FF2B5EF4-FFF2-40B4-BE49-F238E27FC236}">
                        <a16:creationId xmlns:a16="http://schemas.microsoft.com/office/drawing/2014/main" id="{40242592-28EA-4552-9F26-A1E654FBF178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025" name="组合 1024">
                    <a:extLst>
                      <a:ext uri="{FF2B5EF4-FFF2-40B4-BE49-F238E27FC236}">
                        <a16:creationId xmlns:a16="http://schemas.microsoft.com/office/drawing/2014/main" id="{86006E6F-7823-4790-9F80-6BE19CFB7DF0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1026" name="组合 1025">
                      <a:extLst>
                        <a:ext uri="{FF2B5EF4-FFF2-40B4-BE49-F238E27FC236}">
                          <a16:creationId xmlns:a16="http://schemas.microsoft.com/office/drawing/2014/main" id="{C5B46284-1FBB-4FED-8C35-7FB1E0B4BF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1035" name="任意多边形 5282">
                        <a:extLst>
                          <a:ext uri="{FF2B5EF4-FFF2-40B4-BE49-F238E27FC236}">
                            <a16:creationId xmlns:a16="http://schemas.microsoft.com/office/drawing/2014/main" id="{E296630E-3AA6-41B5-8F9B-7A0F39FE7B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36" name="任意多边形 5283">
                        <a:extLst>
                          <a:ext uri="{FF2B5EF4-FFF2-40B4-BE49-F238E27FC236}">
                            <a16:creationId xmlns:a16="http://schemas.microsoft.com/office/drawing/2014/main" id="{28804CDE-8AB1-4E8D-9F77-458F91056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37" name="任意多边形 5284">
                        <a:extLst>
                          <a:ext uri="{FF2B5EF4-FFF2-40B4-BE49-F238E27FC236}">
                            <a16:creationId xmlns:a16="http://schemas.microsoft.com/office/drawing/2014/main" id="{A10F8263-A601-4BE2-8F12-940F9B8E46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27" name="组合 1026">
                      <a:extLst>
                        <a:ext uri="{FF2B5EF4-FFF2-40B4-BE49-F238E27FC236}">
                          <a16:creationId xmlns:a16="http://schemas.microsoft.com/office/drawing/2014/main" id="{531DF6F2-FF62-4CD5-BEE6-1B95DFDAF0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1032" name="任意多边形 5279">
                        <a:extLst>
                          <a:ext uri="{FF2B5EF4-FFF2-40B4-BE49-F238E27FC236}">
                            <a16:creationId xmlns:a16="http://schemas.microsoft.com/office/drawing/2014/main" id="{5DE62940-55A5-4CAE-BDEC-1B86F7B101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33" name="任意多边形 5280">
                        <a:extLst>
                          <a:ext uri="{FF2B5EF4-FFF2-40B4-BE49-F238E27FC236}">
                            <a16:creationId xmlns:a16="http://schemas.microsoft.com/office/drawing/2014/main" id="{9F305964-FFF7-41E1-A307-3166C68C6D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34" name="任意多边形 5281">
                        <a:extLst>
                          <a:ext uri="{FF2B5EF4-FFF2-40B4-BE49-F238E27FC236}">
                            <a16:creationId xmlns:a16="http://schemas.microsoft.com/office/drawing/2014/main" id="{E163B721-C3B5-4EE3-8A13-41C1C4672C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28" name="组合 1027">
                      <a:extLst>
                        <a:ext uri="{FF2B5EF4-FFF2-40B4-BE49-F238E27FC236}">
                          <a16:creationId xmlns:a16="http://schemas.microsoft.com/office/drawing/2014/main" id="{9FAD15BF-44C4-4FB4-8C49-82076CE149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1029" name="任意多边形 5276">
                        <a:extLst>
                          <a:ext uri="{FF2B5EF4-FFF2-40B4-BE49-F238E27FC236}">
                            <a16:creationId xmlns:a16="http://schemas.microsoft.com/office/drawing/2014/main" id="{05F34CE3-8068-4008-BAC4-5D34577573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30" name="任意多边形 5277">
                        <a:extLst>
                          <a:ext uri="{FF2B5EF4-FFF2-40B4-BE49-F238E27FC236}">
                            <a16:creationId xmlns:a16="http://schemas.microsoft.com/office/drawing/2014/main" id="{D8999ED5-56C5-46D8-BDD3-52D41BC8B2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31" name="任意多边形 5278">
                        <a:extLst>
                          <a:ext uri="{FF2B5EF4-FFF2-40B4-BE49-F238E27FC236}">
                            <a16:creationId xmlns:a16="http://schemas.microsoft.com/office/drawing/2014/main" id="{0D16BCD6-A445-4CA7-B4D6-1EDD441570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943" name="组合 942">
                  <a:extLst>
                    <a:ext uri="{FF2B5EF4-FFF2-40B4-BE49-F238E27FC236}">
                      <a16:creationId xmlns:a16="http://schemas.microsoft.com/office/drawing/2014/main" id="{BCCEA906-7800-490F-A267-17945C205298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1008" name="任意多边形 5255">
                    <a:extLst>
                      <a:ext uri="{FF2B5EF4-FFF2-40B4-BE49-F238E27FC236}">
                        <a16:creationId xmlns:a16="http://schemas.microsoft.com/office/drawing/2014/main" id="{7B02322C-AA96-4020-B909-7D1162F5CF29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009" name="任意多边形 5256">
                    <a:extLst>
                      <a:ext uri="{FF2B5EF4-FFF2-40B4-BE49-F238E27FC236}">
                        <a16:creationId xmlns:a16="http://schemas.microsoft.com/office/drawing/2014/main" id="{ABAC4AE2-4DFC-44BF-91C6-93A247FD1EBA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010" name="组合 1009">
                    <a:extLst>
                      <a:ext uri="{FF2B5EF4-FFF2-40B4-BE49-F238E27FC236}">
                        <a16:creationId xmlns:a16="http://schemas.microsoft.com/office/drawing/2014/main" id="{8145E52C-F1B0-48E8-A383-EE914E79DC56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1011" name="组合 1010">
                      <a:extLst>
                        <a:ext uri="{FF2B5EF4-FFF2-40B4-BE49-F238E27FC236}">
                          <a16:creationId xmlns:a16="http://schemas.microsoft.com/office/drawing/2014/main" id="{23353087-5009-4306-BA50-19739A2D00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1020" name="任意多边形 5267">
                        <a:extLst>
                          <a:ext uri="{FF2B5EF4-FFF2-40B4-BE49-F238E27FC236}">
                            <a16:creationId xmlns:a16="http://schemas.microsoft.com/office/drawing/2014/main" id="{79420BB2-A3AC-4233-97BB-5FA57E9D08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21" name="任意多边形 5268">
                        <a:extLst>
                          <a:ext uri="{FF2B5EF4-FFF2-40B4-BE49-F238E27FC236}">
                            <a16:creationId xmlns:a16="http://schemas.microsoft.com/office/drawing/2014/main" id="{C23F3AA9-93EF-450F-B6DE-4D84934F22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22" name="任意多边形 5269">
                        <a:extLst>
                          <a:ext uri="{FF2B5EF4-FFF2-40B4-BE49-F238E27FC236}">
                            <a16:creationId xmlns:a16="http://schemas.microsoft.com/office/drawing/2014/main" id="{25A1149B-AAFA-43D1-9BE9-9CB03B489A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12" name="组合 1011">
                      <a:extLst>
                        <a:ext uri="{FF2B5EF4-FFF2-40B4-BE49-F238E27FC236}">
                          <a16:creationId xmlns:a16="http://schemas.microsoft.com/office/drawing/2014/main" id="{92B26539-90D5-4530-9F64-AB99F49A40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1017" name="任意多边形 5264">
                        <a:extLst>
                          <a:ext uri="{FF2B5EF4-FFF2-40B4-BE49-F238E27FC236}">
                            <a16:creationId xmlns:a16="http://schemas.microsoft.com/office/drawing/2014/main" id="{D97E8E67-DE60-4FEC-9F30-3B560AFEF2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18" name="任意多边形 5265">
                        <a:extLst>
                          <a:ext uri="{FF2B5EF4-FFF2-40B4-BE49-F238E27FC236}">
                            <a16:creationId xmlns:a16="http://schemas.microsoft.com/office/drawing/2014/main" id="{FC2C46E7-598C-4729-B218-49F1D2268E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19" name="任意多边形 5266">
                        <a:extLst>
                          <a:ext uri="{FF2B5EF4-FFF2-40B4-BE49-F238E27FC236}">
                            <a16:creationId xmlns:a16="http://schemas.microsoft.com/office/drawing/2014/main" id="{B8AEC597-7491-470F-AD60-264142805A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013" name="组合 1012">
                      <a:extLst>
                        <a:ext uri="{FF2B5EF4-FFF2-40B4-BE49-F238E27FC236}">
                          <a16:creationId xmlns:a16="http://schemas.microsoft.com/office/drawing/2014/main" id="{9D85A60A-5967-4A26-A170-7054750D08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1014" name="任意多边形 5261">
                        <a:extLst>
                          <a:ext uri="{FF2B5EF4-FFF2-40B4-BE49-F238E27FC236}">
                            <a16:creationId xmlns:a16="http://schemas.microsoft.com/office/drawing/2014/main" id="{DE99D9FB-C7B1-426E-B322-05617CCE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15" name="任意多边形 5262">
                        <a:extLst>
                          <a:ext uri="{FF2B5EF4-FFF2-40B4-BE49-F238E27FC236}">
                            <a16:creationId xmlns:a16="http://schemas.microsoft.com/office/drawing/2014/main" id="{93BDDD0F-5883-40C0-A01F-1988FEBDD4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16" name="任意多边形 5263">
                        <a:extLst>
                          <a:ext uri="{FF2B5EF4-FFF2-40B4-BE49-F238E27FC236}">
                            <a16:creationId xmlns:a16="http://schemas.microsoft.com/office/drawing/2014/main" id="{1B08A9B8-46B4-40F7-B722-B1CA58D1B2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944" name="组合 943">
                  <a:extLst>
                    <a:ext uri="{FF2B5EF4-FFF2-40B4-BE49-F238E27FC236}">
                      <a16:creationId xmlns:a16="http://schemas.microsoft.com/office/drawing/2014/main" id="{7C9E04ED-8ACB-44CC-B5C6-745EF82AD882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993" name="任意多边形 5240">
                    <a:extLst>
                      <a:ext uri="{FF2B5EF4-FFF2-40B4-BE49-F238E27FC236}">
                        <a16:creationId xmlns:a16="http://schemas.microsoft.com/office/drawing/2014/main" id="{DCF35199-B782-46FA-B860-1ADDD0C8A319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994" name="任意多边形 5241">
                    <a:extLst>
                      <a:ext uri="{FF2B5EF4-FFF2-40B4-BE49-F238E27FC236}">
                        <a16:creationId xmlns:a16="http://schemas.microsoft.com/office/drawing/2014/main" id="{1B2362E9-6350-499B-8D8E-8625E137F69B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995" name="组合 994">
                    <a:extLst>
                      <a:ext uri="{FF2B5EF4-FFF2-40B4-BE49-F238E27FC236}">
                        <a16:creationId xmlns:a16="http://schemas.microsoft.com/office/drawing/2014/main" id="{985F7F74-3E58-4644-8546-E60AEB4D4FDB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996" name="组合 995">
                      <a:extLst>
                        <a:ext uri="{FF2B5EF4-FFF2-40B4-BE49-F238E27FC236}">
                          <a16:creationId xmlns:a16="http://schemas.microsoft.com/office/drawing/2014/main" id="{68DE1591-B459-4411-A3FF-953D7E2B6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1005" name="任意多边形 5252">
                        <a:extLst>
                          <a:ext uri="{FF2B5EF4-FFF2-40B4-BE49-F238E27FC236}">
                            <a16:creationId xmlns:a16="http://schemas.microsoft.com/office/drawing/2014/main" id="{C370B458-5275-4F57-A0D7-98BE1AF1C1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06" name="任意多边形 5253">
                        <a:extLst>
                          <a:ext uri="{FF2B5EF4-FFF2-40B4-BE49-F238E27FC236}">
                            <a16:creationId xmlns:a16="http://schemas.microsoft.com/office/drawing/2014/main" id="{30EF6EB9-BCFF-48F9-963D-4F51321FE0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07" name="任意多边形 5254">
                        <a:extLst>
                          <a:ext uri="{FF2B5EF4-FFF2-40B4-BE49-F238E27FC236}">
                            <a16:creationId xmlns:a16="http://schemas.microsoft.com/office/drawing/2014/main" id="{D27691F0-DA92-41D7-B60D-F25D2F8E5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97" name="组合 996">
                      <a:extLst>
                        <a:ext uri="{FF2B5EF4-FFF2-40B4-BE49-F238E27FC236}">
                          <a16:creationId xmlns:a16="http://schemas.microsoft.com/office/drawing/2014/main" id="{B87C7BF3-7DE3-47D8-8E23-92BFCC54BB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1002" name="任意多边形 5249">
                        <a:extLst>
                          <a:ext uri="{FF2B5EF4-FFF2-40B4-BE49-F238E27FC236}">
                            <a16:creationId xmlns:a16="http://schemas.microsoft.com/office/drawing/2014/main" id="{74F8B84D-958E-4F36-B606-49B5C1D485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03" name="任意多边形 5250">
                        <a:extLst>
                          <a:ext uri="{FF2B5EF4-FFF2-40B4-BE49-F238E27FC236}">
                            <a16:creationId xmlns:a16="http://schemas.microsoft.com/office/drawing/2014/main" id="{E7CFCA49-D962-4CFA-82C0-C9C398047E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04" name="任意多边形 5251">
                        <a:extLst>
                          <a:ext uri="{FF2B5EF4-FFF2-40B4-BE49-F238E27FC236}">
                            <a16:creationId xmlns:a16="http://schemas.microsoft.com/office/drawing/2014/main" id="{0F813D70-AD47-4BAC-8F5A-7754F1429F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98" name="组合 997">
                      <a:extLst>
                        <a:ext uri="{FF2B5EF4-FFF2-40B4-BE49-F238E27FC236}">
                          <a16:creationId xmlns:a16="http://schemas.microsoft.com/office/drawing/2014/main" id="{4AF75431-5B26-4676-AE62-D2CF663CF9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999" name="任意多边形 5246">
                        <a:extLst>
                          <a:ext uri="{FF2B5EF4-FFF2-40B4-BE49-F238E27FC236}">
                            <a16:creationId xmlns:a16="http://schemas.microsoft.com/office/drawing/2014/main" id="{C1649132-F0CA-40F2-B2CA-C45DFF7006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00" name="任意多边形 5247">
                        <a:extLst>
                          <a:ext uri="{FF2B5EF4-FFF2-40B4-BE49-F238E27FC236}">
                            <a16:creationId xmlns:a16="http://schemas.microsoft.com/office/drawing/2014/main" id="{2BFFD655-4CA0-4725-B50F-C05D084E03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001" name="任意多边形 5248">
                        <a:extLst>
                          <a:ext uri="{FF2B5EF4-FFF2-40B4-BE49-F238E27FC236}">
                            <a16:creationId xmlns:a16="http://schemas.microsoft.com/office/drawing/2014/main" id="{B214EAC2-AC61-44BE-A77C-1D1B9C22C2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945" name="组合 944">
                  <a:extLst>
                    <a:ext uri="{FF2B5EF4-FFF2-40B4-BE49-F238E27FC236}">
                      <a16:creationId xmlns:a16="http://schemas.microsoft.com/office/drawing/2014/main" id="{D17E2D07-C39D-4AE3-B81E-D04C834B516D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978" name="任意多边形 5225">
                    <a:extLst>
                      <a:ext uri="{FF2B5EF4-FFF2-40B4-BE49-F238E27FC236}">
                        <a16:creationId xmlns:a16="http://schemas.microsoft.com/office/drawing/2014/main" id="{4641E4AD-2726-407D-B7A0-F0C67D625EC6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979" name="任意多边形 5226">
                    <a:extLst>
                      <a:ext uri="{FF2B5EF4-FFF2-40B4-BE49-F238E27FC236}">
                        <a16:creationId xmlns:a16="http://schemas.microsoft.com/office/drawing/2014/main" id="{0BB91FBD-43DD-468A-9775-8AD1604C84BD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980" name="组合 979">
                    <a:extLst>
                      <a:ext uri="{FF2B5EF4-FFF2-40B4-BE49-F238E27FC236}">
                        <a16:creationId xmlns:a16="http://schemas.microsoft.com/office/drawing/2014/main" id="{5A6B67F9-A0C9-4D5C-9C77-4F7266D589C8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981" name="组合 980">
                      <a:extLst>
                        <a:ext uri="{FF2B5EF4-FFF2-40B4-BE49-F238E27FC236}">
                          <a16:creationId xmlns:a16="http://schemas.microsoft.com/office/drawing/2014/main" id="{895E8872-D193-4329-915A-FBB8146DE7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990" name="任意多边形 5237">
                        <a:extLst>
                          <a:ext uri="{FF2B5EF4-FFF2-40B4-BE49-F238E27FC236}">
                            <a16:creationId xmlns:a16="http://schemas.microsoft.com/office/drawing/2014/main" id="{AE9B9678-AA0E-41D1-A0D5-5CD2400542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91" name="任意多边形 5238">
                        <a:extLst>
                          <a:ext uri="{FF2B5EF4-FFF2-40B4-BE49-F238E27FC236}">
                            <a16:creationId xmlns:a16="http://schemas.microsoft.com/office/drawing/2014/main" id="{198108FE-7E69-4D6C-8D4F-2544D3730F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92" name="任意多边形 5239">
                        <a:extLst>
                          <a:ext uri="{FF2B5EF4-FFF2-40B4-BE49-F238E27FC236}">
                            <a16:creationId xmlns:a16="http://schemas.microsoft.com/office/drawing/2014/main" id="{131CC3D3-77E0-47E6-B966-997596AAE5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82" name="组合 981">
                      <a:extLst>
                        <a:ext uri="{FF2B5EF4-FFF2-40B4-BE49-F238E27FC236}">
                          <a16:creationId xmlns:a16="http://schemas.microsoft.com/office/drawing/2014/main" id="{5B333372-F1A8-4B83-B161-D78F43523F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987" name="任意多边形 5234">
                        <a:extLst>
                          <a:ext uri="{FF2B5EF4-FFF2-40B4-BE49-F238E27FC236}">
                            <a16:creationId xmlns:a16="http://schemas.microsoft.com/office/drawing/2014/main" id="{B1D1E342-9A0B-459F-B8D4-D2499097EB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88" name="任意多边形 5235">
                        <a:extLst>
                          <a:ext uri="{FF2B5EF4-FFF2-40B4-BE49-F238E27FC236}">
                            <a16:creationId xmlns:a16="http://schemas.microsoft.com/office/drawing/2014/main" id="{07E7F657-316E-48C1-893D-333B721FD7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89" name="任意多边形 5236">
                        <a:extLst>
                          <a:ext uri="{FF2B5EF4-FFF2-40B4-BE49-F238E27FC236}">
                            <a16:creationId xmlns:a16="http://schemas.microsoft.com/office/drawing/2014/main" id="{27E5081B-9B5A-4A4C-9870-689F8E2343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83" name="组合 982">
                      <a:extLst>
                        <a:ext uri="{FF2B5EF4-FFF2-40B4-BE49-F238E27FC236}">
                          <a16:creationId xmlns:a16="http://schemas.microsoft.com/office/drawing/2014/main" id="{0FD46AB7-890F-45C4-9BF3-A75F601AEA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984" name="任意多边形 5231">
                        <a:extLst>
                          <a:ext uri="{FF2B5EF4-FFF2-40B4-BE49-F238E27FC236}">
                            <a16:creationId xmlns:a16="http://schemas.microsoft.com/office/drawing/2014/main" id="{9DC8E6A8-3173-4F98-9B18-0864F1B9E6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85" name="任意多边形 5232">
                        <a:extLst>
                          <a:ext uri="{FF2B5EF4-FFF2-40B4-BE49-F238E27FC236}">
                            <a16:creationId xmlns:a16="http://schemas.microsoft.com/office/drawing/2014/main" id="{3939E274-1493-4A38-B048-E8AC1DF5A8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86" name="任意多边形 5233">
                        <a:extLst>
                          <a:ext uri="{FF2B5EF4-FFF2-40B4-BE49-F238E27FC236}">
                            <a16:creationId xmlns:a16="http://schemas.microsoft.com/office/drawing/2014/main" id="{F0593912-6A3B-49F6-B576-B11CCA5B8F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946" name="组合 945">
                  <a:extLst>
                    <a:ext uri="{FF2B5EF4-FFF2-40B4-BE49-F238E27FC236}">
                      <a16:creationId xmlns:a16="http://schemas.microsoft.com/office/drawing/2014/main" id="{0A2D3C4B-302D-4967-AEE5-EB81FEE74971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963" name="任意多边形 5210">
                    <a:extLst>
                      <a:ext uri="{FF2B5EF4-FFF2-40B4-BE49-F238E27FC236}">
                        <a16:creationId xmlns:a16="http://schemas.microsoft.com/office/drawing/2014/main" id="{A432704D-CAD4-42F7-AD59-88FB1396DED8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964" name="任意多边形 5211">
                    <a:extLst>
                      <a:ext uri="{FF2B5EF4-FFF2-40B4-BE49-F238E27FC236}">
                        <a16:creationId xmlns:a16="http://schemas.microsoft.com/office/drawing/2014/main" id="{D2609C5E-1759-40FD-9A9C-9666D96BE6A3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965" name="组合 964">
                    <a:extLst>
                      <a:ext uri="{FF2B5EF4-FFF2-40B4-BE49-F238E27FC236}">
                        <a16:creationId xmlns:a16="http://schemas.microsoft.com/office/drawing/2014/main" id="{17495B69-F601-4D31-816E-774022DCA623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966" name="组合 965">
                      <a:extLst>
                        <a:ext uri="{FF2B5EF4-FFF2-40B4-BE49-F238E27FC236}">
                          <a16:creationId xmlns:a16="http://schemas.microsoft.com/office/drawing/2014/main" id="{884D971A-CB7F-4258-B490-38EF146BA9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975" name="任意多边形 5222">
                        <a:extLst>
                          <a:ext uri="{FF2B5EF4-FFF2-40B4-BE49-F238E27FC236}">
                            <a16:creationId xmlns:a16="http://schemas.microsoft.com/office/drawing/2014/main" id="{9925EC96-9D0A-458D-9D8F-B218C5DFCC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76" name="任意多边形 5223">
                        <a:extLst>
                          <a:ext uri="{FF2B5EF4-FFF2-40B4-BE49-F238E27FC236}">
                            <a16:creationId xmlns:a16="http://schemas.microsoft.com/office/drawing/2014/main" id="{8192C27B-8796-4E79-ADD4-D73973BD3E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77" name="任意多边形 5224">
                        <a:extLst>
                          <a:ext uri="{FF2B5EF4-FFF2-40B4-BE49-F238E27FC236}">
                            <a16:creationId xmlns:a16="http://schemas.microsoft.com/office/drawing/2014/main" id="{9C87190F-5A28-4904-9196-F7DFC90E20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67" name="组合 966">
                      <a:extLst>
                        <a:ext uri="{FF2B5EF4-FFF2-40B4-BE49-F238E27FC236}">
                          <a16:creationId xmlns:a16="http://schemas.microsoft.com/office/drawing/2014/main" id="{3F70EF3E-6734-40A0-95EF-8F14D7C576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972" name="任意多边形 5219">
                        <a:extLst>
                          <a:ext uri="{FF2B5EF4-FFF2-40B4-BE49-F238E27FC236}">
                            <a16:creationId xmlns:a16="http://schemas.microsoft.com/office/drawing/2014/main" id="{EE823062-41EF-4718-92BA-FFB0E497AF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73" name="任意多边形 5220">
                        <a:extLst>
                          <a:ext uri="{FF2B5EF4-FFF2-40B4-BE49-F238E27FC236}">
                            <a16:creationId xmlns:a16="http://schemas.microsoft.com/office/drawing/2014/main" id="{91C5BD6B-B874-48FB-9469-DFEC4BC054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74" name="任意多边形 5221">
                        <a:extLst>
                          <a:ext uri="{FF2B5EF4-FFF2-40B4-BE49-F238E27FC236}">
                            <a16:creationId xmlns:a16="http://schemas.microsoft.com/office/drawing/2014/main" id="{EAB38AEC-0912-449E-88EA-F22B6C55EE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68" name="组合 967">
                      <a:extLst>
                        <a:ext uri="{FF2B5EF4-FFF2-40B4-BE49-F238E27FC236}">
                          <a16:creationId xmlns:a16="http://schemas.microsoft.com/office/drawing/2014/main" id="{C7B6E8EE-5522-40D5-BD53-97DCA53987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969" name="任意多边形 5216">
                        <a:extLst>
                          <a:ext uri="{FF2B5EF4-FFF2-40B4-BE49-F238E27FC236}">
                            <a16:creationId xmlns:a16="http://schemas.microsoft.com/office/drawing/2014/main" id="{09419ACF-78DA-488A-A185-1471E1DF2F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70" name="任意多边形 5217">
                        <a:extLst>
                          <a:ext uri="{FF2B5EF4-FFF2-40B4-BE49-F238E27FC236}">
                            <a16:creationId xmlns:a16="http://schemas.microsoft.com/office/drawing/2014/main" id="{80DD3778-4C15-45C8-BC77-EA7FBA06E4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71" name="任意多边形 5218">
                        <a:extLst>
                          <a:ext uri="{FF2B5EF4-FFF2-40B4-BE49-F238E27FC236}">
                            <a16:creationId xmlns:a16="http://schemas.microsoft.com/office/drawing/2014/main" id="{C5FEB3CB-B305-44D1-A761-7E9DF30F6B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947" name="组合 946">
                  <a:extLst>
                    <a:ext uri="{FF2B5EF4-FFF2-40B4-BE49-F238E27FC236}">
                      <a16:creationId xmlns:a16="http://schemas.microsoft.com/office/drawing/2014/main" id="{50BD88FF-F9F5-4670-BBB9-68AD995C78CC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948" name="任意多边形 5195">
                    <a:extLst>
                      <a:ext uri="{FF2B5EF4-FFF2-40B4-BE49-F238E27FC236}">
                        <a16:creationId xmlns:a16="http://schemas.microsoft.com/office/drawing/2014/main" id="{5059FCDF-5093-49AD-A698-3D6BFCA237F1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949" name="任意多边形 5196">
                    <a:extLst>
                      <a:ext uri="{FF2B5EF4-FFF2-40B4-BE49-F238E27FC236}">
                        <a16:creationId xmlns:a16="http://schemas.microsoft.com/office/drawing/2014/main" id="{1E593D91-03E1-4319-B942-70F53FC2E839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950" name="组合 949">
                    <a:extLst>
                      <a:ext uri="{FF2B5EF4-FFF2-40B4-BE49-F238E27FC236}">
                        <a16:creationId xmlns:a16="http://schemas.microsoft.com/office/drawing/2014/main" id="{78844E3B-F1DB-4552-AD93-267554286D25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951" name="组合 950">
                      <a:extLst>
                        <a:ext uri="{FF2B5EF4-FFF2-40B4-BE49-F238E27FC236}">
                          <a16:creationId xmlns:a16="http://schemas.microsoft.com/office/drawing/2014/main" id="{D54A1CBF-3B24-48CE-AE1C-EAB9F6D27E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960" name="任意多边形 5207">
                        <a:extLst>
                          <a:ext uri="{FF2B5EF4-FFF2-40B4-BE49-F238E27FC236}">
                            <a16:creationId xmlns:a16="http://schemas.microsoft.com/office/drawing/2014/main" id="{62916043-E92F-4096-9E71-F0D65823C9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61" name="任意多边形 5208">
                        <a:extLst>
                          <a:ext uri="{FF2B5EF4-FFF2-40B4-BE49-F238E27FC236}">
                            <a16:creationId xmlns:a16="http://schemas.microsoft.com/office/drawing/2014/main" id="{AB469A38-FDB5-46DA-885C-D895882AE3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62" name="任意多边形 5209">
                        <a:extLst>
                          <a:ext uri="{FF2B5EF4-FFF2-40B4-BE49-F238E27FC236}">
                            <a16:creationId xmlns:a16="http://schemas.microsoft.com/office/drawing/2014/main" id="{C9B12004-6DFE-4096-A997-87261DD5E9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52" name="组合 951">
                      <a:extLst>
                        <a:ext uri="{FF2B5EF4-FFF2-40B4-BE49-F238E27FC236}">
                          <a16:creationId xmlns:a16="http://schemas.microsoft.com/office/drawing/2014/main" id="{E3A8F4E1-A592-43D8-A081-55B415B65B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957" name="任意多边形 5204">
                        <a:extLst>
                          <a:ext uri="{FF2B5EF4-FFF2-40B4-BE49-F238E27FC236}">
                            <a16:creationId xmlns:a16="http://schemas.microsoft.com/office/drawing/2014/main" id="{78FCD7D5-73BB-410E-9EFF-9323DE1DBE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58" name="任意多边形 5205">
                        <a:extLst>
                          <a:ext uri="{FF2B5EF4-FFF2-40B4-BE49-F238E27FC236}">
                            <a16:creationId xmlns:a16="http://schemas.microsoft.com/office/drawing/2014/main" id="{8C41ED75-362B-4649-992E-88784F72C7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59" name="任意多边形 5206">
                        <a:extLst>
                          <a:ext uri="{FF2B5EF4-FFF2-40B4-BE49-F238E27FC236}">
                            <a16:creationId xmlns:a16="http://schemas.microsoft.com/office/drawing/2014/main" id="{6A306DD9-4A8D-447F-9C79-D310F4B09D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53" name="组合 952">
                      <a:extLst>
                        <a:ext uri="{FF2B5EF4-FFF2-40B4-BE49-F238E27FC236}">
                          <a16:creationId xmlns:a16="http://schemas.microsoft.com/office/drawing/2014/main" id="{B0A83F72-6FB5-47EE-98D3-B171520AFE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954" name="任意多边形 5201">
                        <a:extLst>
                          <a:ext uri="{FF2B5EF4-FFF2-40B4-BE49-F238E27FC236}">
                            <a16:creationId xmlns:a16="http://schemas.microsoft.com/office/drawing/2014/main" id="{EE7D5804-5CEB-458A-B57D-6BA4E159CF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55" name="任意多边形 5202">
                        <a:extLst>
                          <a:ext uri="{FF2B5EF4-FFF2-40B4-BE49-F238E27FC236}">
                            <a16:creationId xmlns:a16="http://schemas.microsoft.com/office/drawing/2014/main" id="{182F81BF-A0C2-46BD-B483-A0B608A36A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56" name="任意多边形 5203">
                        <a:extLst>
                          <a:ext uri="{FF2B5EF4-FFF2-40B4-BE49-F238E27FC236}">
                            <a16:creationId xmlns:a16="http://schemas.microsoft.com/office/drawing/2014/main" id="{406B64B2-17ED-449D-A6E0-ED649DE51C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845" name="组合 844">
                <a:extLst>
                  <a:ext uri="{FF2B5EF4-FFF2-40B4-BE49-F238E27FC236}">
                    <a16:creationId xmlns:a16="http://schemas.microsoft.com/office/drawing/2014/main" id="{ED726298-BEB2-4C24-8C57-B6E4EC7E3691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846" name="组合 845">
                  <a:extLst>
                    <a:ext uri="{FF2B5EF4-FFF2-40B4-BE49-F238E27FC236}">
                      <a16:creationId xmlns:a16="http://schemas.microsoft.com/office/drawing/2014/main" id="{A1A1E687-C6DA-4DF9-A87D-284DA41C12B6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927" name="任意多边形 5174">
                    <a:extLst>
                      <a:ext uri="{FF2B5EF4-FFF2-40B4-BE49-F238E27FC236}">
                        <a16:creationId xmlns:a16="http://schemas.microsoft.com/office/drawing/2014/main" id="{71FFC092-C706-41CA-B0F0-329DC1F72916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928" name="任意多边形 5175">
                    <a:extLst>
                      <a:ext uri="{FF2B5EF4-FFF2-40B4-BE49-F238E27FC236}">
                        <a16:creationId xmlns:a16="http://schemas.microsoft.com/office/drawing/2014/main" id="{0DE610C4-7960-46AB-B933-06557B105613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929" name="组合 928">
                    <a:extLst>
                      <a:ext uri="{FF2B5EF4-FFF2-40B4-BE49-F238E27FC236}">
                        <a16:creationId xmlns:a16="http://schemas.microsoft.com/office/drawing/2014/main" id="{9012D48B-98A9-4311-B0B1-4EFA5253F07E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930" name="组合 929">
                      <a:extLst>
                        <a:ext uri="{FF2B5EF4-FFF2-40B4-BE49-F238E27FC236}">
                          <a16:creationId xmlns:a16="http://schemas.microsoft.com/office/drawing/2014/main" id="{91A576D4-6A97-4CB0-A422-EB1778552E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939" name="任意多边形 5186">
                        <a:extLst>
                          <a:ext uri="{FF2B5EF4-FFF2-40B4-BE49-F238E27FC236}">
                            <a16:creationId xmlns:a16="http://schemas.microsoft.com/office/drawing/2014/main" id="{3FF8F01D-8BCB-43CC-8B23-0AB8571BD3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40" name="任意多边形 5187">
                        <a:extLst>
                          <a:ext uri="{FF2B5EF4-FFF2-40B4-BE49-F238E27FC236}">
                            <a16:creationId xmlns:a16="http://schemas.microsoft.com/office/drawing/2014/main" id="{E6B2A8BD-24CF-4546-A9B3-A3DA8EF514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41" name="任意多边形 5188">
                        <a:extLst>
                          <a:ext uri="{FF2B5EF4-FFF2-40B4-BE49-F238E27FC236}">
                            <a16:creationId xmlns:a16="http://schemas.microsoft.com/office/drawing/2014/main" id="{9347CC9F-E279-47FC-A196-AC0FD083E7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31" name="组合 930">
                      <a:extLst>
                        <a:ext uri="{FF2B5EF4-FFF2-40B4-BE49-F238E27FC236}">
                          <a16:creationId xmlns:a16="http://schemas.microsoft.com/office/drawing/2014/main" id="{665262C5-DA19-4B9E-8F52-44B5C86B7C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936" name="任意多边形 5183">
                        <a:extLst>
                          <a:ext uri="{FF2B5EF4-FFF2-40B4-BE49-F238E27FC236}">
                            <a16:creationId xmlns:a16="http://schemas.microsoft.com/office/drawing/2014/main" id="{291059D3-F911-4907-9E3E-CBF642014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37" name="任意多边形 5184">
                        <a:extLst>
                          <a:ext uri="{FF2B5EF4-FFF2-40B4-BE49-F238E27FC236}">
                            <a16:creationId xmlns:a16="http://schemas.microsoft.com/office/drawing/2014/main" id="{65CF7908-F90E-4854-BCE8-F7E36956B8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38" name="任意多边形 5185">
                        <a:extLst>
                          <a:ext uri="{FF2B5EF4-FFF2-40B4-BE49-F238E27FC236}">
                            <a16:creationId xmlns:a16="http://schemas.microsoft.com/office/drawing/2014/main" id="{724A16E5-61A6-42BE-A7AE-AEBD1B6C2D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32" name="组合 931">
                      <a:extLst>
                        <a:ext uri="{FF2B5EF4-FFF2-40B4-BE49-F238E27FC236}">
                          <a16:creationId xmlns:a16="http://schemas.microsoft.com/office/drawing/2014/main" id="{51BBF2C7-70AC-4958-9DF4-54D37011F8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933" name="任意多边形 5180">
                        <a:extLst>
                          <a:ext uri="{FF2B5EF4-FFF2-40B4-BE49-F238E27FC236}">
                            <a16:creationId xmlns:a16="http://schemas.microsoft.com/office/drawing/2014/main" id="{E8AB16D7-8107-4BAB-A8E0-A591DB3406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34" name="任意多边形 5181">
                        <a:extLst>
                          <a:ext uri="{FF2B5EF4-FFF2-40B4-BE49-F238E27FC236}">
                            <a16:creationId xmlns:a16="http://schemas.microsoft.com/office/drawing/2014/main" id="{B22B40BC-53CB-4D8F-AB8F-1871DCAB3A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35" name="任意多边形 5182">
                        <a:extLst>
                          <a:ext uri="{FF2B5EF4-FFF2-40B4-BE49-F238E27FC236}">
                            <a16:creationId xmlns:a16="http://schemas.microsoft.com/office/drawing/2014/main" id="{846680A1-6E7D-4010-9A78-9D87B6668B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847" name="组合 846">
                  <a:extLst>
                    <a:ext uri="{FF2B5EF4-FFF2-40B4-BE49-F238E27FC236}">
                      <a16:creationId xmlns:a16="http://schemas.microsoft.com/office/drawing/2014/main" id="{52F7872B-9BBE-4DB5-9E34-6BC6151DFF09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912" name="任意多边形 5159">
                    <a:extLst>
                      <a:ext uri="{FF2B5EF4-FFF2-40B4-BE49-F238E27FC236}">
                        <a16:creationId xmlns:a16="http://schemas.microsoft.com/office/drawing/2014/main" id="{FCE79BCB-176E-4877-9977-C73E40B1B45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913" name="任意多边形 5160">
                    <a:extLst>
                      <a:ext uri="{FF2B5EF4-FFF2-40B4-BE49-F238E27FC236}">
                        <a16:creationId xmlns:a16="http://schemas.microsoft.com/office/drawing/2014/main" id="{80581ADB-1871-47C9-B014-9950BA3366EA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914" name="组合 913">
                    <a:extLst>
                      <a:ext uri="{FF2B5EF4-FFF2-40B4-BE49-F238E27FC236}">
                        <a16:creationId xmlns:a16="http://schemas.microsoft.com/office/drawing/2014/main" id="{B916D99A-D93E-4832-B391-2F78F95AD836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915" name="组合 914">
                      <a:extLst>
                        <a:ext uri="{FF2B5EF4-FFF2-40B4-BE49-F238E27FC236}">
                          <a16:creationId xmlns:a16="http://schemas.microsoft.com/office/drawing/2014/main" id="{B60E7722-8EF3-472F-92FD-D8380ADF30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924" name="任意多边形 5171">
                        <a:extLst>
                          <a:ext uri="{FF2B5EF4-FFF2-40B4-BE49-F238E27FC236}">
                            <a16:creationId xmlns:a16="http://schemas.microsoft.com/office/drawing/2014/main" id="{B9310AB4-77B5-4C05-80BA-49C42B2839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25" name="任意多边形 5172">
                        <a:extLst>
                          <a:ext uri="{FF2B5EF4-FFF2-40B4-BE49-F238E27FC236}">
                            <a16:creationId xmlns:a16="http://schemas.microsoft.com/office/drawing/2014/main" id="{4B89FB5A-A5DD-482C-BC6B-C01DF1FA2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26" name="任意多边形 5173">
                        <a:extLst>
                          <a:ext uri="{FF2B5EF4-FFF2-40B4-BE49-F238E27FC236}">
                            <a16:creationId xmlns:a16="http://schemas.microsoft.com/office/drawing/2014/main" id="{8F0A09BB-07F4-4819-9FE1-1D6D83F323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16" name="组合 915">
                      <a:extLst>
                        <a:ext uri="{FF2B5EF4-FFF2-40B4-BE49-F238E27FC236}">
                          <a16:creationId xmlns:a16="http://schemas.microsoft.com/office/drawing/2014/main" id="{BF47803D-7CF0-434F-BE9B-69E609F953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921" name="任意多边形 5168">
                        <a:extLst>
                          <a:ext uri="{FF2B5EF4-FFF2-40B4-BE49-F238E27FC236}">
                            <a16:creationId xmlns:a16="http://schemas.microsoft.com/office/drawing/2014/main" id="{3AF78E72-B644-425C-A0E4-194C7D10AD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22" name="任意多边形 5169">
                        <a:extLst>
                          <a:ext uri="{FF2B5EF4-FFF2-40B4-BE49-F238E27FC236}">
                            <a16:creationId xmlns:a16="http://schemas.microsoft.com/office/drawing/2014/main" id="{28055133-6A28-48FA-B706-9C385259B0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23" name="任意多边形 5170">
                        <a:extLst>
                          <a:ext uri="{FF2B5EF4-FFF2-40B4-BE49-F238E27FC236}">
                            <a16:creationId xmlns:a16="http://schemas.microsoft.com/office/drawing/2014/main" id="{21A9AB6F-63C3-49E4-A41C-2A7215BAB4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17" name="组合 916">
                      <a:extLst>
                        <a:ext uri="{FF2B5EF4-FFF2-40B4-BE49-F238E27FC236}">
                          <a16:creationId xmlns:a16="http://schemas.microsoft.com/office/drawing/2014/main" id="{9A233ADF-65D1-4AC3-BEF0-30AFAE3EA7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918" name="任意多边形 5165">
                        <a:extLst>
                          <a:ext uri="{FF2B5EF4-FFF2-40B4-BE49-F238E27FC236}">
                            <a16:creationId xmlns:a16="http://schemas.microsoft.com/office/drawing/2014/main" id="{458E0538-5BA7-410C-BEE2-44A01928E3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19" name="任意多边形 5166">
                        <a:extLst>
                          <a:ext uri="{FF2B5EF4-FFF2-40B4-BE49-F238E27FC236}">
                            <a16:creationId xmlns:a16="http://schemas.microsoft.com/office/drawing/2014/main" id="{622FD7FD-95D8-4889-AD6E-2499002764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20" name="任意多边形 5167">
                        <a:extLst>
                          <a:ext uri="{FF2B5EF4-FFF2-40B4-BE49-F238E27FC236}">
                            <a16:creationId xmlns:a16="http://schemas.microsoft.com/office/drawing/2014/main" id="{66EDB9F8-7E8F-45E3-AEAC-CCF2C4A2B2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848" name="组合 847">
                  <a:extLst>
                    <a:ext uri="{FF2B5EF4-FFF2-40B4-BE49-F238E27FC236}">
                      <a16:creationId xmlns:a16="http://schemas.microsoft.com/office/drawing/2014/main" id="{770063AE-E339-467E-A900-F40D655C958E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897" name="任意多边形 5144">
                    <a:extLst>
                      <a:ext uri="{FF2B5EF4-FFF2-40B4-BE49-F238E27FC236}">
                        <a16:creationId xmlns:a16="http://schemas.microsoft.com/office/drawing/2014/main" id="{A2B034FA-71B7-455A-BDD0-457A2FC7D1F6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898" name="任意多边形 5145">
                    <a:extLst>
                      <a:ext uri="{FF2B5EF4-FFF2-40B4-BE49-F238E27FC236}">
                        <a16:creationId xmlns:a16="http://schemas.microsoft.com/office/drawing/2014/main" id="{A95A647C-D968-4037-AB34-8B48456B127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899" name="组合 898">
                    <a:extLst>
                      <a:ext uri="{FF2B5EF4-FFF2-40B4-BE49-F238E27FC236}">
                        <a16:creationId xmlns:a16="http://schemas.microsoft.com/office/drawing/2014/main" id="{A6EA2673-E6A0-4600-8967-8EB786948E91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900" name="组合 899">
                      <a:extLst>
                        <a:ext uri="{FF2B5EF4-FFF2-40B4-BE49-F238E27FC236}">
                          <a16:creationId xmlns:a16="http://schemas.microsoft.com/office/drawing/2014/main" id="{6788614A-A53B-4CCB-A818-0C31094FE9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909" name="任意多边形 5156">
                        <a:extLst>
                          <a:ext uri="{FF2B5EF4-FFF2-40B4-BE49-F238E27FC236}">
                            <a16:creationId xmlns:a16="http://schemas.microsoft.com/office/drawing/2014/main" id="{E28FD25C-EECA-4579-AEDE-531553A48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10" name="任意多边形 5157">
                        <a:extLst>
                          <a:ext uri="{FF2B5EF4-FFF2-40B4-BE49-F238E27FC236}">
                            <a16:creationId xmlns:a16="http://schemas.microsoft.com/office/drawing/2014/main" id="{B97C62B3-15F6-498E-9152-3875D264D7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11" name="任意多边形 5158">
                        <a:extLst>
                          <a:ext uri="{FF2B5EF4-FFF2-40B4-BE49-F238E27FC236}">
                            <a16:creationId xmlns:a16="http://schemas.microsoft.com/office/drawing/2014/main" id="{CD433D79-EA1F-462A-9D59-9ED65C0186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01" name="组合 900">
                      <a:extLst>
                        <a:ext uri="{FF2B5EF4-FFF2-40B4-BE49-F238E27FC236}">
                          <a16:creationId xmlns:a16="http://schemas.microsoft.com/office/drawing/2014/main" id="{9DC99CBC-97CC-4DCA-A58F-513166C758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906" name="任意多边形 5153">
                        <a:extLst>
                          <a:ext uri="{FF2B5EF4-FFF2-40B4-BE49-F238E27FC236}">
                            <a16:creationId xmlns:a16="http://schemas.microsoft.com/office/drawing/2014/main" id="{44691291-F65B-4958-8F5F-E04E7C3FBF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07" name="任意多边形 5154">
                        <a:extLst>
                          <a:ext uri="{FF2B5EF4-FFF2-40B4-BE49-F238E27FC236}">
                            <a16:creationId xmlns:a16="http://schemas.microsoft.com/office/drawing/2014/main" id="{F2FBFB1D-81FE-4D42-83B5-13200458FA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08" name="任意多边形 5155">
                        <a:extLst>
                          <a:ext uri="{FF2B5EF4-FFF2-40B4-BE49-F238E27FC236}">
                            <a16:creationId xmlns:a16="http://schemas.microsoft.com/office/drawing/2014/main" id="{88D1F3B4-DF54-490B-8A28-128CBE6E2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902" name="组合 901">
                      <a:extLst>
                        <a:ext uri="{FF2B5EF4-FFF2-40B4-BE49-F238E27FC236}">
                          <a16:creationId xmlns:a16="http://schemas.microsoft.com/office/drawing/2014/main" id="{7AD613A5-ABCA-495B-94DE-0542A3A617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903" name="任意多边形 5150">
                        <a:extLst>
                          <a:ext uri="{FF2B5EF4-FFF2-40B4-BE49-F238E27FC236}">
                            <a16:creationId xmlns:a16="http://schemas.microsoft.com/office/drawing/2014/main" id="{C9BFDFF7-8F5F-45F7-8591-94D9EAAE8E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04" name="任意多边形 5151">
                        <a:extLst>
                          <a:ext uri="{FF2B5EF4-FFF2-40B4-BE49-F238E27FC236}">
                            <a16:creationId xmlns:a16="http://schemas.microsoft.com/office/drawing/2014/main" id="{4277F65A-E443-4B83-BB26-F625B84492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905" name="任意多边形 5152">
                        <a:extLst>
                          <a:ext uri="{FF2B5EF4-FFF2-40B4-BE49-F238E27FC236}">
                            <a16:creationId xmlns:a16="http://schemas.microsoft.com/office/drawing/2014/main" id="{141388C5-0132-47F3-9599-CC671A9A18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849" name="组合 848">
                  <a:extLst>
                    <a:ext uri="{FF2B5EF4-FFF2-40B4-BE49-F238E27FC236}">
                      <a16:creationId xmlns:a16="http://schemas.microsoft.com/office/drawing/2014/main" id="{F641890E-4154-4223-BD0A-D30D7241179C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882" name="任意多边形 5129">
                    <a:extLst>
                      <a:ext uri="{FF2B5EF4-FFF2-40B4-BE49-F238E27FC236}">
                        <a16:creationId xmlns:a16="http://schemas.microsoft.com/office/drawing/2014/main" id="{FCBD8279-3508-4620-B20F-5F196731302F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883" name="任意多边形 5130">
                    <a:extLst>
                      <a:ext uri="{FF2B5EF4-FFF2-40B4-BE49-F238E27FC236}">
                        <a16:creationId xmlns:a16="http://schemas.microsoft.com/office/drawing/2014/main" id="{1AF25DD8-AFBC-438C-9E24-7CFB77423F8E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884" name="组合 883">
                    <a:extLst>
                      <a:ext uri="{FF2B5EF4-FFF2-40B4-BE49-F238E27FC236}">
                        <a16:creationId xmlns:a16="http://schemas.microsoft.com/office/drawing/2014/main" id="{CA156601-7F5E-4F96-B4D6-FD365556EB54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885" name="组合 884">
                      <a:extLst>
                        <a:ext uri="{FF2B5EF4-FFF2-40B4-BE49-F238E27FC236}">
                          <a16:creationId xmlns:a16="http://schemas.microsoft.com/office/drawing/2014/main" id="{DB71C09C-69BB-405D-8F91-2D6032DDE0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894" name="任意多边形 5141">
                        <a:extLst>
                          <a:ext uri="{FF2B5EF4-FFF2-40B4-BE49-F238E27FC236}">
                            <a16:creationId xmlns:a16="http://schemas.microsoft.com/office/drawing/2014/main" id="{205FB3B8-F588-4F3B-82F1-C7A5ED9085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95" name="任意多边形 5142">
                        <a:extLst>
                          <a:ext uri="{FF2B5EF4-FFF2-40B4-BE49-F238E27FC236}">
                            <a16:creationId xmlns:a16="http://schemas.microsoft.com/office/drawing/2014/main" id="{33B4E4F5-4571-4B85-9BA9-8A8D2FC576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96" name="任意多边形 5143">
                        <a:extLst>
                          <a:ext uri="{FF2B5EF4-FFF2-40B4-BE49-F238E27FC236}">
                            <a16:creationId xmlns:a16="http://schemas.microsoft.com/office/drawing/2014/main" id="{12CD2500-AED1-4CD9-8733-95042FB1A5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86" name="组合 885">
                      <a:extLst>
                        <a:ext uri="{FF2B5EF4-FFF2-40B4-BE49-F238E27FC236}">
                          <a16:creationId xmlns:a16="http://schemas.microsoft.com/office/drawing/2014/main" id="{DA9977A8-5F55-46E1-9B2B-27FDAB7C90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891" name="任意多边形 5138">
                        <a:extLst>
                          <a:ext uri="{FF2B5EF4-FFF2-40B4-BE49-F238E27FC236}">
                            <a16:creationId xmlns:a16="http://schemas.microsoft.com/office/drawing/2014/main" id="{186CD73B-5864-4B65-8CD0-276AF91286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92" name="任意多边形 5139">
                        <a:extLst>
                          <a:ext uri="{FF2B5EF4-FFF2-40B4-BE49-F238E27FC236}">
                            <a16:creationId xmlns:a16="http://schemas.microsoft.com/office/drawing/2014/main" id="{4B1E0A3D-2110-4A2C-A060-708022B81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93" name="任意多边形 5140">
                        <a:extLst>
                          <a:ext uri="{FF2B5EF4-FFF2-40B4-BE49-F238E27FC236}">
                            <a16:creationId xmlns:a16="http://schemas.microsoft.com/office/drawing/2014/main" id="{84257613-AEAA-49C6-9E1C-5FE4675DD4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87" name="组合 886">
                      <a:extLst>
                        <a:ext uri="{FF2B5EF4-FFF2-40B4-BE49-F238E27FC236}">
                          <a16:creationId xmlns:a16="http://schemas.microsoft.com/office/drawing/2014/main" id="{9B941B6D-46A3-4AAE-B3C5-48689CC9EA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888" name="任意多边形 5135">
                        <a:extLst>
                          <a:ext uri="{FF2B5EF4-FFF2-40B4-BE49-F238E27FC236}">
                            <a16:creationId xmlns:a16="http://schemas.microsoft.com/office/drawing/2014/main" id="{20279E44-F80F-4E9C-B739-7BE250486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89" name="任意多边形 5136">
                        <a:extLst>
                          <a:ext uri="{FF2B5EF4-FFF2-40B4-BE49-F238E27FC236}">
                            <a16:creationId xmlns:a16="http://schemas.microsoft.com/office/drawing/2014/main" id="{6864BE4B-7F1C-4E84-837D-EC7F2DB8F9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90" name="任意多边形 5137">
                        <a:extLst>
                          <a:ext uri="{FF2B5EF4-FFF2-40B4-BE49-F238E27FC236}">
                            <a16:creationId xmlns:a16="http://schemas.microsoft.com/office/drawing/2014/main" id="{4BCA51A5-7579-4D4B-8F79-47F40F0AB8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850" name="组合 849">
                  <a:extLst>
                    <a:ext uri="{FF2B5EF4-FFF2-40B4-BE49-F238E27FC236}">
                      <a16:creationId xmlns:a16="http://schemas.microsoft.com/office/drawing/2014/main" id="{5AE74E9D-6008-4125-9380-CF81DCE12F0F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867" name="任意多边形 5114">
                    <a:extLst>
                      <a:ext uri="{FF2B5EF4-FFF2-40B4-BE49-F238E27FC236}">
                        <a16:creationId xmlns:a16="http://schemas.microsoft.com/office/drawing/2014/main" id="{26A77B7F-0E1E-47B5-9FF8-1A55D59D4D2C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868" name="任意多边形 5115">
                    <a:extLst>
                      <a:ext uri="{FF2B5EF4-FFF2-40B4-BE49-F238E27FC236}">
                        <a16:creationId xmlns:a16="http://schemas.microsoft.com/office/drawing/2014/main" id="{2AA6D01E-A09A-4607-9FDA-4A1A64DC4761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869" name="组合 868">
                    <a:extLst>
                      <a:ext uri="{FF2B5EF4-FFF2-40B4-BE49-F238E27FC236}">
                        <a16:creationId xmlns:a16="http://schemas.microsoft.com/office/drawing/2014/main" id="{1CA605CF-F7E0-4764-AEBE-D1E9455B485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870" name="组合 869">
                      <a:extLst>
                        <a:ext uri="{FF2B5EF4-FFF2-40B4-BE49-F238E27FC236}">
                          <a16:creationId xmlns:a16="http://schemas.microsoft.com/office/drawing/2014/main" id="{5D3261B0-0113-49C1-95ED-83FCA3C59D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879" name="任意多边形 5126">
                        <a:extLst>
                          <a:ext uri="{FF2B5EF4-FFF2-40B4-BE49-F238E27FC236}">
                            <a16:creationId xmlns:a16="http://schemas.microsoft.com/office/drawing/2014/main" id="{D4D90DC3-122F-4BB3-9ACE-04EDF2827C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80" name="任意多边形 5127">
                        <a:extLst>
                          <a:ext uri="{FF2B5EF4-FFF2-40B4-BE49-F238E27FC236}">
                            <a16:creationId xmlns:a16="http://schemas.microsoft.com/office/drawing/2014/main" id="{4DA3E6D9-E4ED-4920-880E-729937E1D4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81" name="任意多边形 5128">
                        <a:extLst>
                          <a:ext uri="{FF2B5EF4-FFF2-40B4-BE49-F238E27FC236}">
                            <a16:creationId xmlns:a16="http://schemas.microsoft.com/office/drawing/2014/main" id="{DAE2D461-1DFD-4D93-A1A0-D357C2400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71" name="组合 870">
                      <a:extLst>
                        <a:ext uri="{FF2B5EF4-FFF2-40B4-BE49-F238E27FC236}">
                          <a16:creationId xmlns:a16="http://schemas.microsoft.com/office/drawing/2014/main" id="{D3FE716E-185C-466B-9BC0-9816C8DC89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876" name="任意多边形 5123">
                        <a:extLst>
                          <a:ext uri="{FF2B5EF4-FFF2-40B4-BE49-F238E27FC236}">
                            <a16:creationId xmlns:a16="http://schemas.microsoft.com/office/drawing/2014/main" id="{6FA8B71F-D2E3-4B79-9CEB-91A59F147A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77" name="任意多边形 5124">
                        <a:extLst>
                          <a:ext uri="{FF2B5EF4-FFF2-40B4-BE49-F238E27FC236}">
                            <a16:creationId xmlns:a16="http://schemas.microsoft.com/office/drawing/2014/main" id="{BE216ECB-984E-41F9-A85C-C382305C10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78" name="任意多边形 5125">
                        <a:extLst>
                          <a:ext uri="{FF2B5EF4-FFF2-40B4-BE49-F238E27FC236}">
                            <a16:creationId xmlns:a16="http://schemas.microsoft.com/office/drawing/2014/main" id="{6A9EB29F-BC07-46F2-94C7-041730164F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72" name="组合 871">
                      <a:extLst>
                        <a:ext uri="{FF2B5EF4-FFF2-40B4-BE49-F238E27FC236}">
                          <a16:creationId xmlns:a16="http://schemas.microsoft.com/office/drawing/2014/main" id="{C53F541B-CADA-4F78-93BA-04A5B43E30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873" name="任意多边形 5120">
                        <a:extLst>
                          <a:ext uri="{FF2B5EF4-FFF2-40B4-BE49-F238E27FC236}">
                            <a16:creationId xmlns:a16="http://schemas.microsoft.com/office/drawing/2014/main" id="{6CA40F86-017E-4B1F-9F8F-9514C9A24B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74" name="任意多边形 5121">
                        <a:extLst>
                          <a:ext uri="{FF2B5EF4-FFF2-40B4-BE49-F238E27FC236}">
                            <a16:creationId xmlns:a16="http://schemas.microsoft.com/office/drawing/2014/main" id="{3496C51E-BC74-4531-9587-062358383A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75" name="任意多边形 5122">
                        <a:extLst>
                          <a:ext uri="{FF2B5EF4-FFF2-40B4-BE49-F238E27FC236}">
                            <a16:creationId xmlns:a16="http://schemas.microsoft.com/office/drawing/2014/main" id="{8CD9A0F3-D51F-4022-9DA4-A3A994E559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851" name="组合 850">
                  <a:extLst>
                    <a:ext uri="{FF2B5EF4-FFF2-40B4-BE49-F238E27FC236}">
                      <a16:creationId xmlns:a16="http://schemas.microsoft.com/office/drawing/2014/main" id="{08085F7C-6D73-45F5-B607-B163A8214D5E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852" name="任意多边形 5099">
                    <a:extLst>
                      <a:ext uri="{FF2B5EF4-FFF2-40B4-BE49-F238E27FC236}">
                        <a16:creationId xmlns:a16="http://schemas.microsoft.com/office/drawing/2014/main" id="{E0E935DD-5921-43AF-AB33-915FF08FB8AF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853" name="任意多边形 5100">
                    <a:extLst>
                      <a:ext uri="{FF2B5EF4-FFF2-40B4-BE49-F238E27FC236}">
                        <a16:creationId xmlns:a16="http://schemas.microsoft.com/office/drawing/2014/main" id="{5CD22CCA-0CFC-4872-9298-9D13B78A113D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854" name="组合 853">
                    <a:extLst>
                      <a:ext uri="{FF2B5EF4-FFF2-40B4-BE49-F238E27FC236}">
                        <a16:creationId xmlns:a16="http://schemas.microsoft.com/office/drawing/2014/main" id="{E65EBB9F-6138-4447-BFB0-69CB10988AC6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855" name="组合 854">
                      <a:extLst>
                        <a:ext uri="{FF2B5EF4-FFF2-40B4-BE49-F238E27FC236}">
                          <a16:creationId xmlns:a16="http://schemas.microsoft.com/office/drawing/2014/main" id="{505FE848-C288-4EE6-A049-17B4D444B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864" name="任意多边形 5111">
                        <a:extLst>
                          <a:ext uri="{FF2B5EF4-FFF2-40B4-BE49-F238E27FC236}">
                            <a16:creationId xmlns:a16="http://schemas.microsoft.com/office/drawing/2014/main" id="{5C400287-01F7-4FC9-B4FA-6A430E8959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65" name="任意多边形 5112">
                        <a:extLst>
                          <a:ext uri="{FF2B5EF4-FFF2-40B4-BE49-F238E27FC236}">
                            <a16:creationId xmlns:a16="http://schemas.microsoft.com/office/drawing/2014/main" id="{4FDB53C1-94A9-486A-B235-AE16DE7EC2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66" name="任意多边形 5113">
                        <a:extLst>
                          <a:ext uri="{FF2B5EF4-FFF2-40B4-BE49-F238E27FC236}">
                            <a16:creationId xmlns:a16="http://schemas.microsoft.com/office/drawing/2014/main" id="{F7761072-DCA8-4A14-9983-B1CC911F33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56" name="组合 855">
                      <a:extLst>
                        <a:ext uri="{FF2B5EF4-FFF2-40B4-BE49-F238E27FC236}">
                          <a16:creationId xmlns:a16="http://schemas.microsoft.com/office/drawing/2014/main" id="{3EC4C628-5A99-4AE0-8CCA-17DB069310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861" name="任意多边形 5108">
                        <a:extLst>
                          <a:ext uri="{FF2B5EF4-FFF2-40B4-BE49-F238E27FC236}">
                            <a16:creationId xmlns:a16="http://schemas.microsoft.com/office/drawing/2014/main" id="{34626AB8-917E-40B4-97B4-6C07B0E41D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62" name="任意多边形 5109">
                        <a:extLst>
                          <a:ext uri="{FF2B5EF4-FFF2-40B4-BE49-F238E27FC236}">
                            <a16:creationId xmlns:a16="http://schemas.microsoft.com/office/drawing/2014/main" id="{429AD8E8-22E7-46E8-A8A5-74E4EB7F8D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63" name="任意多边形 5110">
                        <a:extLst>
                          <a:ext uri="{FF2B5EF4-FFF2-40B4-BE49-F238E27FC236}">
                            <a16:creationId xmlns:a16="http://schemas.microsoft.com/office/drawing/2014/main" id="{24BF119C-9D36-46A2-A962-A9E1062D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857" name="组合 856">
                      <a:extLst>
                        <a:ext uri="{FF2B5EF4-FFF2-40B4-BE49-F238E27FC236}">
                          <a16:creationId xmlns:a16="http://schemas.microsoft.com/office/drawing/2014/main" id="{B8C7A4B3-D8DE-4F87-992F-CBD212BEA3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858" name="任意多边形 5105">
                        <a:extLst>
                          <a:ext uri="{FF2B5EF4-FFF2-40B4-BE49-F238E27FC236}">
                            <a16:creationId xmlns:a16="http://schemas.microsoft.com/office/drawing/2014/main" id="{6600EB4D-E1F8-4275-B7AA-44F2F394D6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59" name="任意多边形 5106">
                        <a:extLst>
                          <a:ext uri="{FF2B5EF4-FFF2-40B4-BE49-F238E27FC236}">
                            <a16:creationId xmlns:a16="http://schemas.microsoft.com/office/drawing/2014/main" id="{8D136E8D-15C3-44A7-BD5B-283D6CEF4B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860" name="任意多边形 5107">
                        <a:extLst>
                          <a:ext uri="{FF2B5EF4-FFF2-40B4-BE49-F238E27FC236}">
                            <a16:creationId xmlns:a16="http://schemas.microsoft.com/office/drawing/2014/main" id="{12E88892-0267-4805-BF35-DC78C2277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1239" name="视频分配器">
              <a:extLst>
                <a:ext uri="{FF2B5EF4-FFF2-40B4-BE49-F238E27FC236}">
                  <a16:creationId xmlns:a16="http://schemas.microsoft.com/office/drawing/2014/main" id="{BB3C018E-CA5E-41C9-A3F3-FCE064CDBF79}"/>
                </a:ext>
              </a:extLst>
            </p:cNvPr>
            <p:cNvGrpSpPr/>
            <p:nvPr/>
          </p:nvGrpSpPr>
          <p:grpSpPr>
            <a:xfrm>
              <a:off x="4981983" y="5782912"/>
              <a:ext cx="1064157" cy="268252"/>
              <a:chOff x="4017556" y="5085739"/>
              <a:chExt cx="981420" cy="268252"/>
            </a:xfrm>
          </p:grpSpPr>
          <p:sp>
            <p:nvSpPr>
              <p:cNvPr id="1240" name="任意多边形 5487">
                <a:extLst>
                  <a:ext uri="{FF2B5EF4-FFF2-40B4-BE49-F238E27FC236}">
                    <a16:creationId xmlns:a16="http://schemas.microsoft.com/office/drawing/2014/main" id="{F1B9CB10-B740-467D-A8CC-DBF1BE2C9C07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1241" name="任意多边形 5488">
                <a:extLst>
                  <a:ext uri="{FF2B5EF4-FFF2-40B4-BE49-F238E27FC236}">
                    <a16:creationId xmlns:a16="http://schemas.microsoft.com/office/drawing/2014/main" id="{A6798993-1DA3-4295-BC40-C82D2EA519F8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1242" name="组合 1241">
                <a:extLst>
                  <a:ext uri="{FF2B5EF4-FFF2-40B4-BE49-F238E27FC236}">
                    <a16:creationId xmlns:a16="http://schemas.microsoft.com/office/drawing/2014/main" id="{43454B4B-B6E7-4682-8DC1-514CE7DCEFF6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1644" name="任意多边形 5891">
                  <a:extLst>
                    <a:ext uri="{FF2B5EF4-FFF2-40B4-BE49-F238E27FC236}">
                      <a16:creationId xmlns:a16="http://schemas.microsoft.com/office/drawing/2014/main" id="{5346F143-88C3-4002-A91A-F487E387A628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645" name="任意多边形 5892">
                  <a:extLst>
                    <a:ext uri="{FF2B5EF4-FFF2-40B4-BE49-F238E27FC236}">
                      <a16:creationId xmlns:a16="http://schemas.microsoft.com/office/drawing/2014/main" id="{FAC1F993-1B2C-437E-8519-AB5143342C19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646" name="任意多边形 5893">
                  <a:extLst>
                    <a:ext uri="{FF2B5EF4-FFF2-40B4-BE49-F238E27FC236}">
                      <a16:creationId xmlns:a16="http://schemas.microsoft.com/office/drawing/2014/main" id="{040296FE-D34A-4301-8CD5-5033753F68E4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1243" name="组合 1242">
                <a:extLst>
                  <a:ext uri="{FF2B5EF4-FFF2-40B4-BE49-F238E27FC236}">
                    <a16:creationId xmlns:a16="http://schemas.microsoft.com/office/drawing/2014/main" id="{B6886541-8E38-4EF7-AB6B-5BE2F39880CA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1641" name="任意多边形 5888">
                  <a:extLst>
                    <a:ext uri="{FF2B5EF4-FFF2-40B4-BE49-F238E27FC236}">
                      <a16:creationId xmlns:a16="http://schemas.microsoft.com/office/drawing/2014/main" id="{D7C53C57-DAE9-47D3-A710-CB14301BCAB2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642" name="任意多边形 5889">
                  <a:extLst>
                    <a:ext uri="{FF2B5EF4-FFF2-40B4-BE49-F238E27FC236}">
                      <a16:creationId xmlns:a16="http://schemas.microsoft.com/office/drawing/2014/main" id="{9AFAFFDC-43A3-44D4-9915-49EC7DB66157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643" name="任意多边形 5890">
                  <a:extLst>
                    <a:ext uri="{FF2B5EF4-FFF2-40B4-BE49-F238E27FC236}">
                      <a16:creationId xmlns:a16="http://schemas.microsoft.com/office/drawing/2014/main" id="{B9F63ED2-44F4-4357-9802-711D31BBA212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1244" name="组合 1243">
                <a:extLst>
                  <a:ext uri="{FF2B5EF4-FFF2-40B4-BE49-F238E27FC236}">
                    <a16:creationId xmlns:a16="http://schemas.microsoft.com/office/drawing/2014/main" id="{B8088FE7-6ED6-465E-BF34-FB44BFAD28C6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1638" name="任意多边形 5885">
                  <a:extLst>
                    <a:ext uri="{FF2B5EF4-FFF2-40B4-BE49-F238E27FC236}">
                      <a16:creationId xmlns:a16="http://schemas.microsoft.com/office/drawing/2014/main" id="{AD3A10E1-300C-4639-8A4D-9176C3E2EDA5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639" name="任意多边形 5886">
                  <a:extLst>
                    <a:ext uri="{FF2B5EF4-FFF2-40B4-BE49-F238E27FC236}">
                      <a16:creationId xmlns:a16="http://schemas.microsoft.com/office/drawing/2014/main" id="{E989D6E2-8C7F-4E14-8FE8-8A09D19BEFED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1640" name="任意多边形 5887">
                  <a:extLst>
                    <a:ext uri="{FF2B5EF4-FFF2-40B4-BE49-F238E27FC236}">
                      <a16:creationId xmlns:a16="http://schemas.microsoft.com/office/drawing/2014/main" id="{CED34B52-3FDD-40D3-B8A0-F1DB653EE05F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1245" name="任意多边形 5492">
                <a:extLst>
                  <a:ext uri="{FF2B5EF4-FFF2-40B4-BE49-F238E27FC236}">
                    <a16:creationId xmlns:a16="http://schemas.microsoft.com/office/drawing/2014/main" id="{A3C9C096-AC3B-46C6-A93C-11846F0DBEB2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1246" name="任意多边形 5493">
                <a:extLst>
                  <a:ext uri="{FF2B5EF4-FFF2-40B4-BE49-F238E27FC236}">
                    <a16:creationId xmlns:a16="http://schemas.microsoft.com/office/drawing/2014/main" id="{16073D04-52C7-4BCE-9C23-A37CAF7835CD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1247" name="任意多边形 5494">
                <a:extLst>
                  <a:ext uri="{FF2B5EF4-FFF2-40B4-BE49-F238E27FC236}">
                    <a16:creationId xmlns:a16="http://schemas.microsoft.com/office/drawing/2014/main" id="{B39D5882-B636-4FD5-9EFC-AA889CAB4AA1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1248" name="任意多边形 5495">
                <a:extLst>
                  <a:ext uri="{FF2B5EF4-FFF2-40B4-BE49-F238E27FC236}">
                    <a16:creationId xmlns:a16="http://schemas.microsoft.com/office/drawing/2014/main" id="{022F60A1-0B57-44C1-85D0-4576A8178CEF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1249" name="任意多边形 5496">
                <a:extLst>
                  <a:ext uri="{FF2B5EF4-FFF2-40B4-BE49-F238E27FC236}">
                    <a16:creationId xmlns:a16="http://schemas.microsoft.com/office/drawing/2014/main" id="{9CF81258-D9A0-4F16-AA2D-1037FDBA7059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1250" name="组合 1249">
                <a:extLst>
                  <a:ext uri="{FF2B5EF4-FFF2-40B4-BE49-F238E27FC236}">
                    <a16:creationId xmlns:a16="http://schemas.microsoft.com/office/drawing/2014/main" id="{D8E51904-AE6B-4803-867C-EED99BA86F3C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1542" name="组合 1541">
                  <a:extLst>
                    <a:ext uri="{FF2B5EF4-FFF2-40B4-BE49-F238E27FC236}">
                      <a16:creationId xmlns:a16="http://schemas.microsoft.com/office/drawing/2014/main" id="{1FE2F325-1E94-4ECF-94F6-E97EC044A871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1623" name="任意多边形 5870">
                    <a:extLst>
                      <a:ext uri="{FF2B5EF4-FFF2-40B4-BE49-F238E27FC236}">
                        <a16:creationId xmlns:a16="http://schemas.microsoft.com/office/drawing/2014/main" id="{569C6F55-FF25-4A7A-889B-DFAB9FE73016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624" name="任意多边形 5871">
                    <a:extLst>
                      <a:ext uri="{FF2B5EF4-FFF2-40B4-BE49-F238E27FC236}">
                        <a16:creationId xmlns:a16="http://schemas.microsoft.com/office/drawing/2014/main" id="{6B401F81-611F-48EA-8F49-D0FAC39C7A82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625" name="组合 1624">
                    <a:extLst>
                      <a:ext uri="{FF2B5EF4-FFF2-40B4-BE49-F238E27FC236}">
                        <a16:creationId xmlns:a16="http://schemas.microsoft.com/office/drawing/2014/main" id="{FC9E5E42-7382-4C92-AE89-8DA09CCC4802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1626" name="组合 1625">
                      <a:extLst>
                        <a:ext uri="{FF2B5EF4-FFF2-40B4-BE49-F238E27FC236}">
                          <a16:creationId xmlns:a16="http://schemas.microsoft.com/office/drawing/2014/main" id="{81B742DA-C8CD-4C25-AEA8-C4583FDFA4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1635" name="任意多边形 5882">
                        <a:extLst>
                          <a:ext uri="{FF2B5EF4-FFF2-40B4-BE49-F238E27FC236}">
                            <a16:creationId xmlns:a16="http://schemas.microsoft.com/office/drawing/2014/main" id="{9047587F-AC83-43E7-8CE1-DD9C7BA39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36" name="任意多边形 5883">
                        <a:extLst>
                          <a:ext uri="{FF2B5EF4-FFF2-40B4-BE49-F238E27FC236}">
                            <a16:creationId xmlns:a16="http://schemas.microsoft.com/office/drawing/2014/main" id="{A3E2FAF1-07A4-4D29-A45C-9D50ADFCCB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37" name="任意多边形 5884">
                        <a:extLst>
                          <a:ext uri="{FF2B5EF4-FFF2-40B4-BE49-F238E27FC236}">
                            <a16:creationId xmlns:a16="http://schemas.microsoft.com/office/drawing/2014/main" id="{EC812CF2-41CA-4EC3-93BF-6755C2523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27" name="组合 1626">
                      <a:extLst>
                        <a:ext uri="{FF2B5EF4-FFF2-40B4-BE49-F238E27FC236}">
                          <a16:creationId xmlns:a16="http://schemas.microsoft.com/office/drawing/2014/main" id="{B2689DDF-926B-4801-9E86-D9783024C3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1632" name="任意多边形 5879">
                        <a:extLst>
                          <a:ext uri="{FF2B5EF4-FFF2-40B4-BE49-F238E27FC236}">
                            <a16:creationId xmlns:a16="http://schemas.microsoft.com/office/drawing/2014/main" id="{17631431-1BEA-4559-9A7D-CAC1E2E523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33" name="任意多边形 5880">
                        <a:extLst>
                          <a:ext uri="{FF2B5EF4-FFF2-40B4-BE49-F238E27FC236}">
                            <a16:creationId xmlns:a16="http://schemas.microsoft.com/office/drawing/2014/main" id="{9218FFB5-96B0-4432-B12B-4A811E6185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34" name="任意多边形 5881">
                        <a:extLst>
                          <a:ext uri="{FF2B5EF4-FFF2-40B4-BE49-F238E27FC236}">
                            <a16:creationId xmlns:a16="http://schemas.microsoft.com/office/drawing/2014/main" id="{0D09C6A2-BD60-4393-984A-E84A09C957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28" name="组合 1627">
                      <a:extLst>
                        <a:ext uri="{FF2B5EF4-FFF2-40B4-BE49-F238E27FC236}">
                          <a16:creationId xmlns:a16="http://schemas.microsoft.com/office/drawing/2014/main" id="{0B4AD928-DFB8-4FC8-B9A2-E1A4296BFC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1629" name="任意多边形 5876">
                        <a:extLst>
                          <a:ext uri="{FF2B5EF4-FFF2-40B4-BE49-F238E27FC236}">
                            <a16:creationId xmlns:a16="http://schemas.microsoft.com/office/drawing/2014/main" id="{7EF7EAF3-F157-4B9A-886A-7108DE4C52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30" name="任意多边形 5877">
                        <a:extLst>
                          <a:ext uri="{FF2B5EF4-FFF2-40B4-BE49-F238E27FC236}">
                            <a16:creationId xmlns:a16="http://schemas.microsoft.com/office/drawing/2014/main" id="{497F8DCD-B619-4CF5-BF49-5956817E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31" name="任意多边形 5878">
                        <a:extLst>
                          <a:ext uri="{FF2B5EF4-FFF2-40B4-BE49-F238E27FC236}">
                            <a16:creationId xmlns:a16="http://schemas.microsoft.com/office/drawing/2014/main" id="{9E19E359-3B86-47D6-BC2B-4C21150F4B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543" name="组合 1542">
                  <a:extLst>
                    <a:ext uri="{FF2B5EF4-FFF2-40B4-BE49-F238E27FC236}">
                      <a16:creationId xmlns:a16="http://schemas.microsoft.com/office/drawing/2014/main" id="{4E6E2482-9299-435D-AE08-7EEBA558E4EC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1608" name="任意多边形 5855">
                    <a:extLst>
                      <a:ext uri="{FF2B5EF4-FFF2-40B4-BE49-F238E27FC236}">
                        <a16:creationId xmlns:a16="http://schemas.microsoft.com/office/drawing/2014/main" id="{D973D51F-4210-48E7-AA81-0E9206B23D21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609" name="任意多边形 5856">
                    <a:extLst>
                      <a:ext uri="{FF2B5EF4-FFF2-40B4-BE49-F238E27FC236}">
                        <a16:creationId xmlns:a16="http://schemas.microsoft.com/office/drawing/2014/main" id="{7E446911-0547-4080-989A-C6FCDA83F045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610" name="组合 1609">
                    <a:extLst>
                      <a:ext uri="{FF2B5EF4-FFF2-40B4-BE49-F238E27FC236}">
                        <a16:creationId xmlns:a16="http://schemas.microsoft.com/office/drawing/2014/main" id="{19D39CB1-8E65-4DDF-A2E5-4656A282F557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1611" name="组合 1610">
                      <a:extLst>
                        <a:ext uri="{FF2B5EF4-FFF2-40B4-BE49-F238E27FC236}">
                          <a16:creationId xmlns:a16="http://schemas.microsoft.com/office/drawing/2014/main" id="{1BDBDFCA-0670-4577-94EF-1D92B91BEE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1620" name="任意多边形 5867">
                        <a:extLst>
                          <a:ext uri="{FF2B5EF4-FFF2-40B4-BE49-F238E27FC236}">
                            <a16:creationId xmlns:a16="http://schemas.microsoft.com/office/drawing/2014/main" id="{C2E71A12-BC47-4ADC-8AAD-F86ECB231D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21" name="任意多边形 5868">
                        <a:extLst>
                          <a:ext uri="{FF2B5EF4-FFF2-40B4-BE49-F238E27FC236}">
                            <a16:creationId xmlns:a16="http://schemas.microsoft.com/office/drawing/2014/main" id="{119B11E6-55CF-4D55-AEE6-271B673B23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22" name="任意多边形 5869">
                        <a:extLst>
                          <a:ext uri="{FF2B5EF4-FFF2-40B4-BE49-F238E27FC236}">
                            <a16:creationId xmlns:a16="http://schemas.microsoft.com/office/drawing/2014/main" id="{46F732CA-E75B-442E-9456-F64B6BFCBB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12" name="组合 1611">
                      <a:extLst>
                        <a:ext uri="{FF2B5EF4-FFF2-40B4-BE49-F238E27FC236}">
                          <a16:creationId xmlns:a16="http://schemas.microsoft.com/office/drawing/2014/main" id="{71324135-FDCB-4806-8167-D80DA1AD26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1617" name="任意多边形 5864">
                        <a:extLst>
                          <a:ext uri="{FF2B5EF4-FFF2-40B4-BE49-F238E27FC236}">
                            <a16:creationId xmlns:a16="http://schemas.microsoft.com/office/drawing/2014/main" id="{3FB0DCA0-57A8-4774-808A-03DA3A15E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18" name="任意多边形 5865">
                        <a:extLst>
                          <a:ext uri="{FF2B5EF4-FFF2-40B4-BE49-F238E27FC236}">
                            <a16:creationId xmlns:a16="http://schemas.microsoft.com/office/drawing/2014/main" id="{7B5DFDE1-2077-4D9B-8074-3E749101D5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19" name="任意多边形 5866">
                        <a:extLst>
                          <a:ext uri="{FF2B5EF4-FFF2-40B4-BE49-F238E27FC236}">
                            <a16:creationId xmlns:a16="http://schemas.microsoft.com/office/drawing/2014/main" id="{7BDEF543-0FAD-4B66-8982-C342EFD71F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13" name="组合 1612">
                      <a:extLst>
                        <a:ext uri="{FF2B5EF4-FFF2-40B4-BE49-F238E27FC236}">
                          <a16:creationId xmlns:a16="http://schemas.microsoft.com/office/drawing/2014/main" id="{7388A99D-014E-4132-9382-39365174A0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1614" name="任意多边形 5861">
                        <a:extLst>
                          <a:ext uri="{FF2B5EF4-FFF2-40B4-BE49-F238E27FC236}">
                            <a16:creationId xmlns:a16="http://schemas.microsoft.com/office/drawing/2014/main" id="{8BD75453-324B-4BB7-82EE-09EB2D2195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15" name="任意多边形 5862">
                        <a:extLst>
                          <a:ext uri="{FF2B5EF4-FFF2-40B4-BE49-F238E27FC236}">
                            <a16:creationId xmlns:a16="http://schemas.microsoft.com/office/drawing/2014/main" id="{89D61E5D-2E4D-4AC5-916A-56C3AE2CE9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16" name="任意多边形 5863">
                        <a:extLst>
                          <a:ext uri="{FF2B5EF4-FFF2-40B4-BE49-F238E27FC236}">
                            <a16:creationId xmlns:a16="http://schemas.microsoft.com/office/drawing/2014/main" id="{21457B20-6F9C-4B02-A2DA-8A34BEE2AC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544" name="组合 1543">
                  <a:extLst>
                    <a:ext uri="{FF2B5EF4-FFF2-40B4-BE49-F238E27FC236}">
                      <a16:creationId xmlns:a16="http://schemas.microsoft.com/office/drawing/2014/main" id="{336A827A-86B8-4FCE-834E-3C20908E4791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1593" name="任意多边形 5840">
                    <a:extLst>
                      <a:ext uri="{FF2B5EF4-FFF2-40B4-BE49-F238E27FC236}">
                        <a16:creationId xmlns:a16="http://schemas.microsoft.com/office/drawing/2014/main" id="{10A54BE1-50C4-4F43-9AF4-8E6CBB2A4609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594" name="任意多边形 5841">
                    <a:extLst>
                      <a:ext uri="{FF2B5EF4-FFF2-40B4-BE49-F238E27FC236}">
                        <a16:creationId xmlns:a16="http://schemas.microsoft.com/office/drawing/2014/main" id="{8A82FD94-23DF-4559-A5CE-DD046383A38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595" name="组合 1594">
                    <a:extLst>
                      <a:ext uri="{FF2B5EF4-FFF2-40B4-BE49-F238E27FC236}">
                        <a16:creationId xmlns:a16="http://schemas.microsoft.com/office/drawing/2014/main" id="{0E034E2C-3CD0-48D1-9E29-81E5EA9785BD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1596" name="组合 1595">
                      <a:extLst>
                        <a:ext uri="{FF2B5EF4-FFF2-40B4-BE49-F238E27FC236}">
                          <a16:creationId xmlns:a16="http://schemas.microsoft.com/office/drawing/2014/main" id="{D2B8A208-B523-4910-9823-DA4CC7550F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1605" name="任意多边形 5852">
                        <a:extLst>
                          <a:ext uri="{FF2B5EF4-FFF2-40B4-BE49-F238E27FC236}">
                            <a16:creationId xmlns:a16="http://schemas.microsoft.com/office/drawing/2014/main" id="{EDA574FB-E50F-4D18-B4F0-F62BE32221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06" name="任意多边形 5853">
                        <a:extLst>
                          <a:ext uri="{FF2B5EF4-FFF2-40B4-BE49-F238E27FC236}">
                            <a16:creationId xmlns:a16="http://schemas.microsoft.com/office/drawing/2014/main" id="{EA24698B-459C-4DE8-8582-8D7E403D0E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07" name="任意多边形 5854">
                        <a:extLst>
                          <a:ext uri="{FF2B5EF4-FFF2-40B4-BE49-F238E27FC236}">
                            <a16:creationId xmlns:a16="http://schemas.microsoft.com/office/drawing/2014/main" id="{E8EFDB20-1CAB-4C30-A2AE-4E124723CF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97" name="组合 1596">
                      <a:extLst>
                        <a:ext uri="{FF2B5EF4-FFF2-40B4-BE49-F238E27FC236}">
                          <a16:creationId xmlns:a16="http://schemas.microsoft.com/office/drawing/2014/main" id="{935EB13F-5F3E-4CDA-A53C-DBB0CC3A64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1602" name="任意多边形 5849">
                        <a:extLst>
                          <a:ext uri="{FF2B5EF4-FFF2-40B4-BE49-F238E27FC236}">
                            <a16:creationId xmlns:a16="http://schemas.microsoft.com/office/drawing/2014/main" id="{4162A42A-336D-4568-AEA4-0F91D39BCF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03" name="任意多边形 5850">
                        <a:extLst>
                          <a:ext uri="{FF2B5EF4-FFF2-40B4-BE49-F238E27FC236}">
                            <a16:creationId xmlns:a16="http://schemas.microsoft.com/office/drawing/2014/main" id="{92668357-6C31-43BD-9453-8BA10FB0C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04" name="任意多边形 5851">
                        <a:extLst>
                          <a:ext uri="{FF2B5EF4-FFF2-40B4-BE49-F238E27FC236}">
                            <a16:creationId xmlns:a16="http://schemas.microsoft.com/office/drawing/2014/main" id="{5E423BDB-264F-4277-B0B0-E4F33CEE0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98" name="组合 1597">
                      <a:extLst>
                        <a:ext uri="{FF2B5EF4-FFF2-40B4-BE49-F238E27FC236}">
                          <a16:creationId xmlns:a16="http://schemas.microsoft.com/office/drawing/2014/main" id="{30CBD9F2-EBCC-49CE-9ABA-7E2B7EC1D3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1599" name="任意多边形 5846">
                        <a:extLst>
                          <a:ext uri="{FF2B5EF4-FFF2-40B4-BE49-F238E27FC236}">
                            <a16:creationId xmlns:a16="http://schemas.microsoft.com/office/drawing/2014/main" id="{AB8AC286-DAA9-4637-B559-626F331B8D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00" name="任意多边形 5847">
                        <a:extLst>
                          <a:ext uri="{FF2B5EF4-FFF2-40B4-BE49-F238E27FC236}">
                            <a16:creationId xmlns:a16="http://schemas.microsoft.com/office/drawing/2014/main" id="{42581125-DD1A-4998-BD9D-DBE0114B84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01" name="任意多边形 5848">
                        <a:extLst>
                          <a:ext uri="{FF2B5EF4-FFF2-40B4-BE49-F238E27FC236}">
                            <a16:creationId xmlns:a16="http://schemas.microsoft.com/office/drawing/2014/main" id="{72E5169F-A494-46D0-88B9-CE07815F91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545" name="组合 1544">
                  <a:extLst>
                    <a:ext uri="{FF2B5EF4-FFF2-40B4-BE49-F238E27FC236}">
                      <a16:creationId xmlns:a16="http://schemas.microsoft.com/office/drawing/2014/main" id="{9332EDDD-FFA6-4259-B310-8DE9D1559F9D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1578" name="任意多边形 5825">
                    <a:extLst>
                      <a:ext uri="{FF2B5EF4-FFF2-40B4-BE49-F238E27FC236}">
                        <a16:creationId xmlns:a16="http://schemas.microsoft.com/office/drawing/2014/main" id="{31B36FCB-CD13-4246-84A3-ACF5194EBE69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579" name="任意多边形 5826">
                    <a:extLst>
                      <a:ext uri="{FF2B5EF4-FFF2-40B4-BE49-F238E27FC236}">
                        <a16:creationId xmlns:a16="http://schemas.microsoft.com/office/drawing/2014/main" id="{D613B895-AAD5-4F3C-A747-4E2D6F06290A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580" name="组合 1579">
                    <a:extLst>
                      <a:ext uri="{FF2B5EF4-FFF2-40B4-BE49-F238E27FC236}">
                        <a16:creationId xmlns:a16="http://schemas.microsoft.com/office/drawing/2014/main" id="{586C8892-3AA0-4D2C-836A-A4DD224F2BD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1581" name="组合 1580">
                      <a:extLst>
                        <a:ext uri="{FF2B5EF4-FFF2-40B4-BE49-F238E27FC236}">
                          <a16:creationId xmlns:a16="http://schemas.microsoft.com/office/drawing/2014/main" id="{AD1C5458-93C4-409D-A5C6-B0DC429831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1590" name="任意多边形 5837">
                        <a:extLst>
                          <a:ext uri="{FF2B5EF4-FFF2-40B4-BE49-F238E27FC236}">
                            <a16:creationId xmlns:a16="http://schemas.microsoft.com/office/drawing/2014/main" id="{6861423E-1F6C-43D1-9449-D8D9283E1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91" name="任意多边形 5838">
                        <a:extLst>
                          <a:ext uri="{FF2B5EF4-FFF2-40B4-BE49-F238E27FC236}">
                            <a16:creationId xmlns:a16="http://schemas.microsoft.com/office/drawing/2014/main" id="{63997C71-4027-47ED-89A1-1C2724BFBE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92" name="任意多边形 5839">
                        <a:extLst>
                          <a:ext uri="{FF2B5EF4-FFF2-40B4-BE49-F238E27FC236}">
                            <a16:creationId xmlns:a16="http://schemas.microsoft.com/office/drawing/2014/main" id="{9DE59F27-0F3F-47A7-96F6-34C6A44CF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82" name="组合 1581">
                      <a:extLst>
                        <a:ext uri="{FF2B5EF4-FFF2-40B4-BE49-F238E27FC236}">
                          <a16:creationId xmlns:a16="http://schemas.microsoft.com/office/drawing/2014/main" id="{3D4AEA51-B016-40DC-9E04-3BB2A77606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1587" name="任意多边形 5834">
                        <a:extLst>
                          <a:ext uri="{FF2B5EF4-FFF2-40B4-BE49-F238E27FC236}">
                            <a16:creationId xmlns:a16="http://schemas.microsoft.com/office/drawing/2014/main" id="{910A103C-239A-41E6-A7CD-0AEABADAF3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88" name="任意多边形 5835">
                        <a:extLst>
                          <a:ext uri="{FF2B5EF4-FFF2-40B4-BE49-F238E27FC236}">
                            <a16:creationId xmlns:a16="http://schemas.microsoft.com/office/drawing/2014/main" id="{733CE750-2544-4A05-B743-504AA3A7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89" name="任意多边形 5836">
                        <a:extLst>
                          <a:ext uri="{FF2B5EF4-FFF2-40B4-BE49-F238E27FC236}">
                            <a16:creationId xmlns:a16="http://schemas.microsoft.com/office/drawing/2014/main" id="{BFE1715F-0EBF-4B84-B7E6-ED6A34F5D3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83" name="组合 1582">
                      <a:extLst>
                        <a:ext uri="{FF2B5EF4-FFF2-40B4-BE49-F238E27FC236}">
                          <a16:creationId xmlns:a16="http://schemas.microsoft.com/office/drawing/2014/main" id="{5B7D7EED-6D4A-4F75-B11C-86D1886C47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1584" name="任意多边形 5831">
                        <a:extLst>
                          <a:ext uri="{FF2B5EF4-FFF2-40B4-BE49-F238E27FC236}">
                            <a16:creationId xmlns:a16="http://schemas.microsoft.com/office/drawing/2014/main" id="{E81D4842-B239-4D5F-8F07-4DD9E00108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85" name="任意多边形 5832">
                        <a:extLst>
                          <a:ext uri="{FF2B5EF4-FFF2-40B4-BE49-F238E27FC236}">
                            <a16:creationId xmlns:a16="http://schemas.microsoft.com/office/drawing/2014/main" id="{080CF698-1BF5-46D5-8E34-B2E187DB8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86" name="任意多边形 5833">
                        <a:extLst>
                          <a:ext uri="{FF2B5EF4-FFF2-40B4-BE49-F238E27FC236}">
                            <a16:creationId xmlns:a16="http://schemas.microsoft.com/office/drawing/2014/main" id="{CAC783DD-3399-4E26-8E5A-781C0245AE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546" name="组合 1545">
                  <a:extLst>
                    <a:ext uri="{FF2B5EF4-FFF2-40B4-BE49-F238E27FC236}">
                      <a16:creationId xmlns:a16="http://schemas.microsoft.com/office/drawing/2014/main" id="{8EBE74A7-4710-4032-A150-27E70EAA1283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1563" name="任意多边形 5810">
                    <a:extLst>
                      <a:ext uri="{FF2B5EF4-FFF2-40B4-BE49-F238E27FC236}">
                        <a16:creationId xmlns:a16="http://schemas.microsoft.com/office/drawing/2014/main" id="{C32BE76D-5E0A-45A4-94B9-5F65359D1EBB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564" name="任意多边形 5811">
                    <a:extLst>
                      <a:ext uri="{FF2B5EF4-FFF2-40B4-BE49-F238E27FC236}">
                        <a16:creationId xmlns:a16="http://schemas.microsoft.com/office/drawing/2014/main" id="{A72C69A1-79A5-47CA-A3FC-C52516BFDD67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565" name="组合 1564">
                    <a:extLst>
                      <a:ext uri="{FF2B5EF4-FFF2-40B4-BE49-F238E27FC236}">
                        <a16:creationId xmlns:a16="http://schemas.microsoft.com/office/drawing/2014/main" id="{594FE19C-C2E3-4EDB-A23B-F11D2ACD3968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1566" name="组合 1565">
                      <a:extLst>
                        <a:ext uri="{FF2B5EF4-FFF2-40B4-BE49-F238E27FC236}">
                          <a16:creationId xmlns:a16="http://schemas.microsoft.com/office/drawing/2014/main" id="{508E7407-78B0-4CD7-8B7E-7CBCAA7E49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1575" name="任意多边形 5822">
                        <a:extLst>
                          <a:ext uri="{FF2B5EF4-FFF2-40B4-BE49-F238E27FC236}">
                            <a16:creationId xmlns:a16="http://schemas.microsoft.com/office/drawing/2014/main" id="{3E1FA485-A910-491D-976C-46128993CE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76" name="任意多边形 5823">
                        <a:extLst>
                          <a:ext uri="{FF2B5EF4-FFF2-40B4-BE49-F238E27FC236}">
                            <a16:creationId xmlns:a16="http://schemas.microsoft.com/office/drawing/2014/main" id="{2B40950C-4818-4618-880E-D8AF8AD3A0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77" name="任意多边形 5824">
                        <a:extLst>
                          <a:ext uri="{FF2B5EF4-FFF2-40B4-BE49-F238E27FC236}">
                            <a16:creationId xmlns:a16="http://schemas.microsoft.com/office/drawing/2014/main" id="{A0A584C9-5A37-4FC0-B92C-325123A121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67" name="组合 1566">
                      <a:extLst>
                        <a:ext uri="{FF2B5EF4-FFF2-40B4-BE49-F238E27FC236}">
                          <a16:creationId xmlns:a16="http://schemas.microsoft.com/office/drawing/2014/main" id="{7CFAD620-7350-40F2-81F9-45DBA7CE3C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1572" name="任意多边形 5819">
                        <a:extLst>
                          <a:ext uri="{FF2B5EF4-FFF2-40B4-BE49-F238E27FC236}">
                            <a16:creationId xmlns:a16="http://schemas.microsoft.com/office/drawing/2014/main" id="{F1A78083-4FE1-41EE-AEBC-503666335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73" name="任意多边形 5820">
                        <a:extLst>
                          <a:ext uri="{FF2B5EF4-FFF2-40B4-BE49-F238E27FC236}">
                            <a16:creationId xmlns:a16="http://schemas.microsoft.com/office/drawing/2014/main" id="{000AB7E7-9518-4EF2-BDC2-3116F78882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74" name="任意多边形 5821">
                        <a:extLst>
                          <a:ext uri="{FF2B5EF4-FFF2-40B4-BE49-F238E27FC236}">
                            <a16:creationId xmlns:a16="http://schemas.microsoft.com/office/drawing/2014/main" id="{CC490614-C240-4CAC-A54A-6B91E0FD19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68" name="组合 1567">
                      <a:extLst>
                        <a:ext uri="{FF2B5EF4-FFF2-40B4-BE49-F238E27FC236}">
                          <a16:creationId xmlns:a16="http://schemas.microsoft.com/office/drawing/2014/main" id="{1EA327E2-43E7-4C04-8CCB-B3A5096BC4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1569" name="任意多边形 5816">
                        <a:extLst>
                          <a:ext uri="{FF2B5EF4-FFF2-40B4-BE49-F238E27FC236}">
                            <a16:creationId xmlns:a16="http://schemas.microsoft.com/office/drawing/2014/main" id="{ED4A927D-6742-4443-A2D6-C02FF1FBAD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70" name="任意多边形 5817">
                        <a:extLst>
                          <a:ext uri="{FF2B5EF4-FFF2-40B4-BE49-F238E27FC236}">
                            <a16:creationId xmlns:a16="http://schemas.microsoft.com/office/drawing/2014/main" id="{9CF40557-AD9E-490B-B73F-BDDCAF430B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71" name="任意多边形 5818">
                        <a:extLst>
                          <a:ext uri="{FF2B5EF4-FFF2-40B4-BE49-F238E27FC236}">
                            <a16:creationId xmlns:a16="http://schemas.microsoft.com/office/drawing/2014/main" id="{84BF6E60-E9AE-4588-9A1A-21BD958C20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547" name="组合 1546">
                  <a:extLst>
                    <a:ext uri="{FF2B5EF4-FFF2-40B4-BE49-F238E27FC236}">
                      <a16:creationId xmlns:a16="http://schemas.microsoft.com/office/drawing/2014/main" id="{80AF7B08-8AD0-4B48-94F9-1ADDB5DEC18F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1548" name="任意多边形 5795">
                    <a:extLst>
                      <a:ext uri="{FF2B5EF4-FFF2-40B4-BE49-F238E27FC236}">
                        <a16:creationId xmlns:a16="http://schemas.microsoft.com/office/drawing/2014/main" id="{432925A6-2AEB-4F08-BC83-1CDB5C615437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549" name="任意多边形 5796">
                    <a:extLst>
                      <a:ext uri="{FF2B5EF4-FFF2-40B4-BE49-F238E27FC236}">
                        <a16:creationId xmlns:a16="http://schemas.microsoft.com/office/drawing/2014/main" id="{0B855142-7A5D-4F4C-AFA1-4F209E1736AB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550" name="组合 1549">
                    <a:extLst>
                      <a:ext uri="{FF2B5EF4-FFF2-40B4-BE49-F238E27FC236}">
                        <a16:creationId xmlns:a16="http://schemas.microsoft.com/office/drawing/2014/main" id="{4CF2BF09-0C58-4BFF-AA7A-4ADC179A3ED3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1551" name="组合 1550">
                      <a:extLst>
                        <a:ext uri="{FF2B5EF4-FFF2-40B4-BE49-F238E27FC236}">
                          <a16:creationId xmlns:a16="http://schemas.microsoft.com/office/drawing/2014/main" id="{77A393F7-D8B1-45BF-8E6D-9330EAD751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1560" name="任意多边形 5807">
                        <a:extLst>
                          <a:ext uri="{FF2B5EF4-FFF2-40B4-BE49-F238E27FC236}">
                            <a16:creationId xmlns:a16="http://schemas.microsoft.com/office/drawing/2014/main" id="{CCDC9CBF-FDDF-4896-AA4F-3F58ED8E4B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61" name="任意多边形 5808">
                        <a:extLst>
                          <a:ext uri="{FF2B5EF4-FFF2-40B4-BE49-F238E27FC236}">
                            <a16:creationId xmlns:a16="http://schemas.microsoft.com/office/drawing/2014/main" id="{875ADAD1-1AB7-4773-9FB3-6B9F193B7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62" name="任意多边形 5809">
                        <a:extLst>
                          <a:ext uri="{FF2B5EF4-FFF2-40B4-BE49-F238E27FC236}">
                            <a16:creationId xmlns:a16="http://schemas.microsoft.com/office/drawing/2014/main" id="{6299DA18-D71A-4DF5-B95A-7AD310E916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52" name="组合 1551">
                      <a:extLst>
                        <a:ext uri="{FF2B5EF4-FFF2-40B4-BE49-F238E27FC236}">
                          <a16:creationId xmlns:a16="http://schemas.microsoft.com/office/drawing/2014/main" id="{F9557464-A82C-44A2-9ACE-B8E165697C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1557" name="任意多边形 5804">
                        <a:extLst>
                          <a:ext uri="{FF2B5EF4-FFF2-40B4-BE49-F238E27FC236}">
                            <a16:creationId xmlns:a16="http://schemas.microsoft.com/office/drawing/2014/main" id="{3CC70E5C-1C68-4C01-BAAC-7DDBE577BA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58" name="任意多边形 5805">
                        <a:extLst>
                          <a:ext uri="{FF2B5EF4-FFF2-40B4-BE49-F238E27FC236}">
                            <a16:creationId xmlns:a16="http://schemas.microsoft.com/office/drawing/2014/main" id="{036F7BFD-6C1A-4623-9973-92AC3082BD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59" name="任意多边形 5806">
                        <a:extLst>
                          <a:ext uri="{FF2B5EF4-FFF2-40B4-BE49-F238E27FC236}">
                            <a16:creationId xmlns:a16="http://schemas.microsoft.com/office/drawing/2014/main" id="{80872DE2-68D6-46FB-9383-43C4F6C1C3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53" name="组合 1552">
                      <a:extLst>
                        <a:ext uri="{FF2B5EF4-FFF2-40B4-BE49-F238E27FC236}">
                          <a16:creationId xmlns:a16="http://schemas.microsoft.com/office/drawing/2014/main" id="{A959C0DF-37EE-4163-8DE7-38E2373BA5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1554" name="任意多边形 5801">
                        <a:extLst>
                          <a:ext uri="{FF2B5EF4-FFF2-40B4-BE49-F238E27FC236}">
                            <a16:creationId xmlns:a16="http://schemas.microsoft.com/office/drawing/2014/main" id="{6680FC05-0B97-4C22-B3BC-8DBDBD128A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55" name="任意多边形 5802">
                        <a:extLst>
                          <a:ext uri="{FF2B5EF4-FFF2-40B4-BE49-F238E27FC236}">
                            <a16:creationId xmlns:a16="http://schemas.microsoft.com/office/drawing/2014/main" id="{1D30F80D-624A-47CB-BF1E-E2879BF1F4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56" name="任意多边形 5803">
                        <a:extLst>
                          <a:ext uri="{FF2B5EF4-FFF2-40B4-BE49-F238E27FC236}">
                            <a16:creationId xmlns:a16="http://schemas.microsoft.com/office/drawing/2014/main" id="{712982F7-235F-4B7E-987C-3BBEAC96ED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1251" name="组合 1250">
                <a:extLst>
                  <a:ext uri="{FF2B5EF4-FFF2-40B4-BE49-F238E27FC236}">
                    <a16:creationId xmlns:a16="http://schemas.microsoft.com/office/drawing/2014/main" id="{E7F0119A-32FE-491A-9852-D80325D4126F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1446" name="组合 1445">
                  <a:extLst>
                    <a:ext uri="{FF2B5EF4-FFF2-40B4-BE49-F238E27FC236}">
                      <a16:creationId xmlns:a16="http://schemas.microsoft.com/office/drawing/2014/main" id="{FC73AEDE-1635-4900-975D-858924A596E8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1527" name="任意多边形 5774">
                    <a:extLst>
                      <a:ext uri="{FF2B5EF4-FFF2-40B4-BE49-F238E27FC236}">
                        <a16:creationId xmlns:a16="http://schemas.microsoft.com/office/drawing/2014/main" id="{B265E795-77C6-44A7-B070-805A59E15BF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528" name="任意多边形 5775">
                    <a:extLst>
                      <a:ext uri="{FF2B5EF4-FFF2-40B4-BE49-F238E27FC236}">
                        <a16:creationId xmlns:a16="http://schemas.microsoft.com/office/drawing/2014/main" id="{F64DCFBA-FE72-4F98-B68F-249566A1F435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529" name="组合 1528">
                    <a:extLst>
                      <a:ext uri="{FF2B5EF4-FFF2-40B4-BE49-F238E27FC236}">
                        <a16:creationId xmlns:a16="http://schemas.microsoft.com/office/drawing/2014/main" id="{C7BD2125-6906-4F9A-BE33-F1A19FD5A8B2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1530" name="组合 1529">
                      <a:extLst>
                        <a:ext uri="{FF2B5EF4-FFF2-40B4-BE49-F238E27FC236}">
                          <a16:creationId xmlns:a16="http://schemas.microsoft.com/office/drawing/2014/main" id="{06DC67E6-2483-443D-8BA3-5645803D64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1539" name="任意多边形 5786">
                        <a:extLst>
                          <a:ext uri="{FF2B5EF4-FFF2-40B4-BE49-F238E27FC236}">
                            <a16:creationId xmlns:a16="http://schemas.microsoft.com/office/drawing/2014/main" id="{988D20E6-8D32-444C-9960-2643F951E2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40" name="任意多边形 5787">
                        <a:extLst>
                          <a:ext uri="{FF2B5EF4-FFF2-40B4-BE49-F238E27FC236}">
                            <a16:creationId xmlns:a16="http://schemas.microsoft.com/office/drawing/2014/main" id="{7A148B5D-18A3-4F8E-A7DC-9935AA6EFF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41" name="任意多边形 5788">
                        <a:extLst>
                          <a:ext uri="{FF2B5EF4-FFF2-40B4-BE49-F238E27FC236}">
                            <a16:creationId xmlns:a16="http://schemas.microsoft.com/office/drawing/2014/main" id="{AA9DA682-869C-42E1-A442-89CCE3B1B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31" name="组合 1530">
                      <a:extLst>
                        <a:ext uri="{FF2B5EF4-FFF2-40B4-BE49-F238E27FC236}">
                          <a16:creationId xmlns:a16="http://schemas.microsoft.com/office/drawing/2014/main" id="{7E589C01-95C4-44C1-8B7F-0E9215F147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1536" name="任意多边形 5783">
                        <a:extLst>
                          <a:ext uri="{FF2B5EF4-FFF2-40B4-BE49-F238E27FC236}">
                            <a16:creationId xmlns:a16="http://schemas.microsoft.com/office/drawing/2014/main" id="{EB94CCB3-9747-46C0-9A29-AA39919CCF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37" name="任意多边形 5784">
                        <a:extLst>
                          <a:ext uri="{FF2B5EF4-FFF2-40B4-BE49-F238E27FC236}">
                            <a16:creationId xmlns:a16="http://schemas.microsoft.com/office/drawing/2014/main" id="{E7A675FC-1CF3-4A92-A88B-C5969BA00F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38" name="任意多边形 5785">
                        <a:extLst>
                          <a:ext uri="{FF2B5EF4-FFF2-40B4-BE49-F238E27FC236}">
                            <a16:creationId xmlns:a16="http://schemas.microsoft.com/office/drawing/2014/main" id="{E6F8E05D-90DE-41EF-9678-88BA12D377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32" name="组合 1531">
                      <a:extLst>
                        <a:ext uri="{FF2B5EF4-FFF2-40B4-BE49-F238E27FC236}">
                          <a16:creationId xmlns:a16="http://schemas.microsoft.com/office/drawing/2014/main" id="{743CE2CC-C9BB-42CA-A550-67CB529D61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1533" name="任意多边形 5780">
                        <a:extLst>
                          <a:ext uri="{FF2B5EF4-FFF2-40B4-BE49-F238E27FC236}">
                            <a16:creationId xmlns:a16="http://schemas.microsoft.com/office/drawing/2014/main" id="{935AED37-8682-4CC3-B689-69A82860EE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34" name="任意多边形 5781">
                        <a:extLst>
                          <a:ext uri="{FF2B5EF4-FFF2-40B4-BE49-F238E27FC236}">
                            <a16:creationId xmlns:a16="http://schemas.microsoft.com/office/drawing/2014/main" id="{77196850-CB2C-45FC-BDF6-86E7F18406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35" name="任意多边形 5782">
                        <a:extLst>
                          <a:ext uri="{FF2B5EF4-FFF2-40B4-BE49-F238E27FC236}">
                            <a16:creationId xmlns:a16="http://schemas.microsoft.com/office/drawing/2014/main" id="{17852361-F4FA-4436-8354-8C47CE9AE9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447" name="组合 1446">
                  <a:extLst>
                    <a:ext uri="{FF2B5EF4-FFF2-40B4-BE49-F238E27FC236}">
                      <a16:creationId xmlns:a16="http://schemas.microsoft.com/office/drawing/2014/main" id="{BC12E678-F784-4290-8B49-E40FD678AD34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1512" name="任意多边形 5759">
                    <a:extLst>
                      <a:ext uri="{FF2B5EF4-FFF2-40B4-BE49-F238E27FC236}">
                        <a16:creationId xmlns:a16="http://schemas.microsoft.com/office/drawing/2014/main" id="{78E3F34D-D105-4AD8-89B9-2B7A988684B0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513" name="任意多边形 5760">
                    <a:extLst>
                      <a:ext uri="{FF2B5EF4-FFF2-40B4-BE49-F238E27FC236}">
                        <a16:creationId xmlns:a16="http://schemas.microsoft.com/office/drawing/2014/main" id="{41F5E732-BE63-4E19-A892-AA812E861357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514" name="组合 1513">
                    <a:extLst>
                      <a:ext uri="{FF2B5EF4-FFF2-40B4-BE49-F238E27FC236}">
                        <a16:creationId xmlns:a16="http://schemas.microsoft.com/office/drawing/2014/main" id="{4BA55A40-47C8-4C80-B74F-AD6C548B78D0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1515" name="组合 1514">
                      <a:extLst>
                        <a:ext uri="{FF2B5EF4-FFF2-40B4-BE49-F238E27FC236}">
                          <a16:creationId xmlns:a16="http://schemas.microsoft.com/office/drawing/2014/main" id="{4124F5FD-3AE6-407F-A062-82C2DD1825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1524" name="任意多边形 5771">
                        <a:extLst>
                          <a:ext uri="{FF2B5EF4-FFF2-40B4-BE49-F238E27FC236}">
                            <a16:creationId xmlns:a16="http://schemas.microsoft.com/office/drawing/2014/main" id="{FB167AF2-E3F7-4AC2-A446-EEBAC422E8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25" name="任意多边形 5772">
                        <a:extLst>
                          <a:ext uri="{FF2B5EF4-FFF2-40B4-BE49-F238E27FC236}">
                            <a16:creationId xmlns:a16="http://schemas.microsoft.com/office/drawing/2014/main" id="{3D46C632-8C4D-42AA-8CDD-FABFA5D8CC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26" name="任意多边形 5773">
                        <a:extLst>
                          <a:ext uri="{FF2B5EF4-FFF2-40B4-BE49-F238E27FC236}">
                            <a16:creationId xmlns:a16="http://schemas.microsoft.com/office/drawing/2014/main" id="{8EDFA25D-8C09-4032-81B8-2BAC60F336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16" name="组合 1515">
                      <a:extLst>
                        <a:ext uri="{FF2B5EF4-FFF2-40B4-BE49-F238E27FC236}">
                          <a16:creationId xmlns:a16="http://schemas.microsoft.com/office/drawing/2014/main" id="{18D2AF8E-A396-44F0-87EE-9DD1A9DAA4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1521" name="任意多边形 5768">
                        <a:extLst>
                          <a:ext uri="{FF2B5EF4-FFF2-40B4-BE49-F238E27FC236}">
                            <a16:creationId xmlns:a16="http://schemas.microsoft.com/office/drawing/2014/main" id="{CC4A4C16-66C0-47CA-809C-3878698757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22" name="任意多边形 5769">
                        <a:extLst>
                          <a:ext uri="{FF2B5EF4-FFF2-40B4-BE49-F238E27FC236}">
                            <a16:creationId xmlns:a16="http://schemas.microsoft.com/office/drawing/2014/main" id="{971E7F59-E33C-4B20-96D7-560E0018CA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23" name="任意多边形 5770">
                        <a:extLst>
                          <a:ext uri="{FF2B5EF4-FFF2-40B4-BE49-F238E27FC236}">
                            <a16:creationId xmlns:a16="http://schemas.microsoft.com/office/drawing/2014/main" id="{8CA20683-41BB-42BB-98DF-D7C5A1CE97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17" name="组合 1516">
                      <a:extLst>
                        <a:ext uri="{FF2B5EF4-FFF2-40B4-BE49-F238E27FC236}">
                          <a16:creationId xmlns:a16="http://schemas.microsoft.com/office/drawing/2014/main" id="{D0C071FB-3A29-4898-91C1-F84F21E905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1518" name="任意多边形 5765">
                        <a:extLst>
                          <a:ext uri="{FF2B5EF4-FFF2-40B4-BE49-F238E27FC236}">
                            <a16:creationId xmlns:a16="http://schemas.microsoft.com/office/drawing/2014/main" id="{F9D2DCA4-E50E-443A-B8DC-A8D9829EED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19" name="任意多边形 5766">
                        <a:extLst>
                          <a:ext uri="{FF2B5EF4-FFF2-40B4-BE49-F238E27FC236}">
                            <a16:creationId xmlns:a16="http://schemas.microsoft.com/office/drawing/2014/main" id="{01AB05B4-AA0E-4174-8512-2F0761F957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20" name="任意多边形 5767">
                        <a:extLst>
                          <a:ext uri="{FF2B5EF4-FFF2-40B4-BE49-F238E27FC236}">
                            <a16:creationId xmlns:a16="http://schemas.microsoft.com/office/drawing/2014/main" id="{20714618-36F8-4508-89A8-DE391FC7BB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448" name="组合 1447">
                  <a:extLst>
                    <a:ext uri="{FF2B5EF4-FFF2-40B4-BE49-F238E27FC236}">
                      <a16:creationId xmlns:a16="http://schemas.microsoft.com/office/drawing/2014/main" id="{58533493-6A92-4818-9D2B-E07B1592C435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1497" name="任意多边形 5744">
                    <a:extLst>
                      <a:ext uri="{FF2B5EF4-FFF2-40B4-BE49-F238E27FC236}">
                        <a16:creationId xmlns:a16="http://schemas.microsoft.com/office/drawing/2014/main" id="{3902AFB5-4877-49A0-9473-FEBE2C6DFE10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98" name="任意多边形 5745">
                    <a:extLst>
                      <a:ext uri="{FF2B5EF4-FFF2-40B4-BE49-F238E27FC236}">
                        <a16:creationId xmlns:a16="http://schemas.microsoft.com/office/drawing/2014/main" id="{50B3D7AB-29A7-4037-98E1-DF112E2D9A30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99" name="组合 1498">
                    <a:extLst>
                      <a:ext uri="{FF2B5EF4-FFF2-40B4-BE49-F238E27FC236}">
                        <a16:creationId xmlns:a16="http://schemas.microsoft.com/office/drawing/2014/main" id="{171CD02F-256B-4A6A-A105-6002AFAEDBC9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1500" name="组合 1499">
                      <a:extLst>
                        <a:ext uri="{FF2B5EF4-FFF2-40B4-BE49-F238E27FC236}">
                          <a16:creationId xmlns:a16="http://schemas.microsoft.com/office/drawing/2014/main" id="{9426210E-E05C-4D00-93BE-B28127069D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1509" name="任意多边形 5756">
                        <a:extLst>
                          <a:ext uri="{FF2B5EF4-FFF2-40B4-BE49-F238E27FC236}">
                            <a16:creationId xmlns:a16="http://schemas.microsoft.com/office/drawing/2014/main" id="{3F264435-0A04-4C52-BA3D-FCAFE759FD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10" name="任意多边形 5757">
                        <a:extLst>
                          <a:ext uri="{FF2B5EF4-FFF2-40B4-BE49-F238E27FC236}">
                            <a16:creationId xmlns:a16="http://schemas.microsoft.com/office/drawing/2014/main" id="{5E89EB1C-A97B-404B-9FC0-995E983C0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11" name="任意多边形 5758">
                        <a:extLst>
                          <a:ext uri="{FF2B5EF4-FFF2-40B4-BE49-F238E27FC236}">
                            <a16:creationId xmlns:a16="http://schemas.microsoft.com/office/drawing/2014/main" id="{87226B99-D2B1-49D5-BFB4-06D4EDCDD6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01" name="组合 1500">
                      <a:extLst>
                        <a:ext uri="{FF2B5EF4-FFF2-40B4-BE49-F238E27FC236}">
                          <a16:creationId xmlns:a16="http://schemas.microsoft.com/office/drawing/2014/main" id="{B361F520-B433-4E8A-9206-7D3694C390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1506" name="任意多边形 5753">
                        <a:extLst>
                          <a:ext uri="{FF2B5EF4-FFF2-40B4-BE49-F238E27FC236}">
                            <a16:creationId xmlns:a16="http://schemas.microsoft.com/office/drawing/2014/main" id="{1ABB4427-8517-4B1D-96AB-E27FFEB131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07" name="任意多边形 5754">
                        <a:extLst>
                          <a:ext uri="{FF2B5EF4-FFF2-40B4-BE49-F238E27FC236}">
                            <a16:creationId xmlns:a16="http://schemas.microsoft.com/office/drawing/2014/main" id="{ED5C946A-1025-4F5C-AD6B-C8574BDA28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08" name="任意多边形 5755">
                        <a:extLst>
                          <a:ext uri="{FF2B5EF4-FFF2-40B4-BE49-F238E27FC236}">
                            <a16:creationId xmlns:a16="http://schemas.microsoft.com/office/drawing/2014/main" id="{8BD5BF4C-46DD-46A7-A8BE-15C76855B3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502" name="组合 1501">
                      <a:extLst>
                        <a:ext uri="{FF2B5EF4-FFF2-40B4-BE49-F238E27FC236}">
                          <a16:creationId xmlns:a16="http://schemas.microsoft.com/office/drawing/2014/main" id="{036F7018-2F4B-4A14-AF0D-8C0B976FE8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1503" name="任意多边形 5750">
                        <a:extLst>
                          <a:ext uri="{FF2B5EF4-FFF2-40B4-BE49-F238E27FC236}">
                            <a16:creationId xmlns:a16="http://schemas.microsoft.com/office/drawing/2014/main" id="{23E53749-74E9-42D7-9594-73BBB83013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04" name="任意多边形 5751">
                        <a:extLst>
                          <a:ext uri="{FF2B5EF4-FFF2-40B4-BE49-F238E27FC236}">
                            <a16:creationId xmlns:a16="http://schemas.microsoft.com/office/drawing/2014/main" id="{EC83C99E-FE7C-4A3A-9328-BDAA2721CF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505" name="任意多边形 5752">
                        <a:extLst>
                          <a:ext uri="{FF2B5EF4-FFF2-40B4-BE49-F238E27FC236}">
                            <a16:creationId xmlns:a16="http://schemas.microsoft.com/office/drawing/2014/main" id="{876D35ED-2868-4E5D-B335-67B26AB545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449" name="组合 1448">
                  <a:extLst>
                    <a:ext uri="{FF2B5EF4-FFF2-40B4-BE49-F238E27FC236}">
                      <a16:creationId xmlns:a16="http://schemas.microsoft.com/office/drawing/2014/main" id="{AB121FE0-3FD6-4756-9151-8C0A84185CBF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1482" name="任意多边形 5729">
                    <a:extLst>
                      <a:ext uri="{FF2B5EF4-FFF2-40B4-BE49-F238E27FC236}">
                        <a16:creationId xmlns:a16="http://schemas.microsoft.com/office/drawing/2014/main" id="{CC6C9B27-142A-41E5-8721-B2468EACEF2A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83" name="任意多边形 5730">
                    <a:extLst>
                      <a:ext uri="{FF2B5EF4-FFF2-40B4-BE49-F238E27FC236}">
                        <a16:creationId xmlns:a16="http://schemas.microsoft.com/office/drawing/2014/main" id="{4D3CFEE4-98C5-422E-BF40-963C71A0C8A2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84" name="组合 1483">
                    <a:extLst>
                      <a:ext uri="{FF2B5EF4-FFF2-40B4-BE49-F238E27FC236}">
                        <a16:creationId xmlns:a16="http://schemas.microsoft.com/office/drawing/2014/main" id="{3B28CD7D-F410-4A56-92BA-B84EEC7BC60F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1485" name="组合 1484">
                      <a:extLst>
                        <a:ext uri="{FF2B5EF4-FFF2-40B4-BE49-F238E27FC236}">
                          <a16:creationId xmlns:a16="http://schemas.microsoft.com/office/drawing/2014/main" id="{8855331B-BD89-410A-B915-CD685EFE9E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1494" name="任意多边形 5741">
                        <a:extLst>
                          <a:ext uri="{FF2B5EF4-FFF2-40B4-BE49-F238E27FC236}">
                            <a16:creationId xmlns:a16="http://schemas.microsoft.com/office/drawing/2014/main" id="{EA686254-96C3-44CC-9C5E-A19FA89747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95" name="任意多边形 5742">
                        <a:extLst>
                          <a:ext uri="{FF2B5EF4-FFF2-40B4-BE49-F238E27FC236}">
                            <a16:creationId xmlns:a16="http://schemas.microsoft.com/office/drawing/2014/main" id="{6B2609F9-C6E1-458B-8603-53001AF94C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96" name="任意多边形 5743">
                        <a:extLst>
                          <a:ext uri="{FF2B5EF4-FFF2-40B4-BE49-F238E27FC236}">
                            <a16:creationId xmlns:a16="http://schemas.microsoft.com/office/drawing/2014/main" id="{F0DE5047-6475-4255-A796-5A45DCA494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86" name="组合 1485">
                      <a:extLst>
                        <a:ext uri="{FF2B5EF4-FFF2-40B4-BE49-F238E27FC236}">
                          <a16:creationId xmlns:a16="http://schemas.microsoft.com/office/drawing/2014/main" id="{0DB7EB2C-8819-4402-9327-391E42D957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1491" name="任意多边形 5738">
                        <a:extLst>
                          <a:ext uri="{FF2B5EF4-FFF2-40B4-BE49-F238E27FC236}">
                            <a16:creationId xmlns:a16="http://schemas.microsoft.com/office/drawing/2014/main" id="{74E2D9B7-5CE1-440B-B543-007C1D13A3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92" name="任意多边形 5739">
                        <a:extLst>
                          <a:ext uri="{FF2B5EF4-FFF2-40B4-BE49-F238E27FC236}">
                            <a16:creationId xmlns:a16="http://schemas.microsoft.com/office/drawing/2014/main" id="{1D45ACD8-4D37-4A7D-B88A-5A27DD6335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93" name="任意多边形 5740">
                        <a:extLst>
                          <a:ext uri="{FF2B5EF4-FFF2-40B4-BE49-F238E27FC236}">
                            <a16:creationId xmlns:a16="http://schemas.microsoft.com/office/drawing/2014/main" id="{64BDAD34-D6AF-4F3D-A5FC-6620C504F6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87" name="组合 1486">
                      <a:extLst>
                        <a:ext uri="{FF2B5EF4-FFF2-40B4-BE49-F238E27FC236}">
                          <a16:creationId xmlns:a16="http://schemas.microsoft.com/office/drawing/2014/main" id="{55D02DF0-9A74-4FDB-900F-09FF45B46A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1488" name="任意多边形 5735">
                        <a:extLst>
                          <a:ext uri="{FF2B5EF4-FFF2-40B4-BE49-F238E27FC236}">
                            <a16:creationId xmlns:a16="http://schemas.microsoft.com/office/drawing/2014/main" id="{D150AC30-7E1E-4F46-8E60-DBAC962C6D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89" name="任意多边形 5736">
                        <a:extLst>
                          <a:ext uri="{FF2B5EF4-FFF2-40B4-BE49-F238E27FC236}">
                            <a16:creationId xmlns:a16="http://schemas.microsoft.com/office/drawing/2014/main" id="{4B4DA9AE-79C1-4580-85FC-4A44797F9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90" name="任意多边形 5737">
                        <a:extLst>
                          <a:ext uri="{FF2B5EF4-FFF2-40B4-BE49-F238E27FC236}">
                            <a16:creationId xmlns:a16="http://schemas.microsoft.com/office/drawing/2014/main" id="{F8CECAA4-F09F-49F4-9324-000875D4FC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450" name="组合 1449">
                  <a:extLst>
                    <a:ext uri="{FF2B5EF4-FFF2-40B4-BE49-F238E27FC236}">
                      <a16:creationId xmlns:a16="http://schemas.microsoft.com/office/drawing/2014/main" id="{24F53652-63F1-42F1-AFE3-CB68021968D1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1467" name="任意多边形 5714">
                    <a:extLst>
                      <a:ext uri="{FF2B5EF4-FFF2-40B4-BE49-F238E27FC236}">
                        <a16:creationId xmlns:a16="http://schemas.microsoft.com/office/drawing/2014/main" id="{8BA44920-A842-4E7B-AC93-013C190CCBAA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68" name="任意多边形 5715">
                    <a:extLst>
                      <a:ext uri="{FF2B5EF4-FFF2-40B4-BE49-F238E27FC236}">
                        <a16:creationId xmlns:a16="http://schemas.microsoft.com/office/drawing/2014/main" id="{126E272F-90E8-4D24-BF8F-6CC6CE629DE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69" name="组合 1468">
                    <a:extLst>
                      <a:ext uri="{FF2B5EF4-FFF2-40B4-BE49-F238E27FC236}">
                        <a16:creationId xmlns:a16="http://schemas.microsoft.com/office/drawing/2014/main" id="{3C65A4C6-4BD3-4231-A91E-4C9ED73E1FE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1470" name="组合 1469">
                      <a:extLst>
                        <a:ext uri="{FF2B5EF4-FFF2-40B4-BE49-F238E27FC236}">
                          <a16:creationId xmlns:a16="http://schemas.microsoft.com/office/drawing/2014/main" id="{DF758BF5-B2D4-4532-B69B-28F4DF5476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1479" name="任意多边形 5726">
                        <a:extLst>
                          <a:ext uri="{FF2B5EF4-FFF2-40B4-BE49-F238E27FC236}">
                            <a16:creationId xmlns:a16="http://schemas.microsoft.com/office/drawing/2014/main" id="{1B149468-2FD7-4F9F-9B4C-90B41FFDAA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80" name="任意多边形 5727">
                        <a:extLst>
                          <a:ext uri="{FF2B5EF4-FFF2-40B4-BE49-F238E27FC236}">
                            <a16:creationId xmlns:a16="http://schemas.microsoft.com/office/drawing/2014/main" id="{150FDDA1-6790-4A99-AF84-D192C265B2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81" name="任意多边形 5728">
                        <a:extLst>
                          <a:ext uri="{FF2B5EF4-FFF2-40B4-BE49-F238E27FC236}">
                            <a16:creationId xmlns:a16="http://schemas.microsoft.com/office/drawing/2014/main" id="{C5FC6036-0AA0-45A6-9674-240140D241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71" name="组合 1470">
                      <a:extLst>
                        <a:ext uri="{FF2B5EF4-FFF2-40B4-BE49-F238E27FC236}">
                          <a16:creationId xmlns:a16="http://schemas.microsoft.com/office/drawing/2014/main" id="{8BBC3670-9753-4BD6-B317-CB570BFC04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1476" name="任意多边形 5723">
                        <a:extLst>
                          <a:ext uri="{FF2B5EF4-FFF2-40B4-BE49-F238E27FC236}">
                            <a16:creationId xmlns:a16="http://schemas.microsoft.com/office/drawing/2014/main" id="{8270E2B5-D88D-41EC-AD56-F3EB2BDE5B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77" name="任意多边形 5724">
                        <a:extLst>
                          <a:ext uri="{FF2B5EF4-FFF2-40B4-BE49-F238E27FC236}">
                            <a16:creationId xmlns:a16="http://schemas.microsoft.com/office/drawing/2014/main" id="{8142269C-E65F-4C78-A3A6-BCF2560E6A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78" name="任意多边形 5725">
                        <a:extLst>
                          <a:ext uri="{FF2B5EF4-FFF2-40B4-BE49-F238E27FC236}">
                            <a16:creationId xmlns:a16="http://schemas.microsoft.com/office/drawing/2014/main" id="{798FE017-63B0-4051-8682-03241A448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72" name="组合 1471">
                      <a:extLst>
                        <a:ext uri="{FF2B5EF4-FFF2-40B4-BE49-F238E27FC236}">
                          <a16:creationId xmlns:a16="http://schemas.microsoft.com/office/drawing/2014/main" id="{DF7908EA-2D61-4988-BC0D-FF1E13D69A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1473" name="任意多边形 5720">
                        <a:extLst>
                          <a:ext uri="{FF2B5EF4-FFF2-40B4-BE49-F238E27FC236}">
                            <a16:creationId xmlns:a16="http://schemas.microsoft.com/office/drawing/2014/main" id="{6616CBAE-CD27-476E-BE41-F9C0BDD09D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74" name="任意多边形 5721">
                        <a:extLst>
                          <a:ext uri="{FF2B5EF4-FFF2-40B4-BE49-F238E27FC236}">
                            <a16:creationId xmlns:a16="http://schemas.microsoft.com/office/drawing/2014/main" id="{8610EA66-F99A-415C-914F-E615F47B7C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75" name="任意多边形 5722">
                        <a:extLst>
                          <a:ext uri="{FF2B5EF4-FFF2-40B4-BE49-F238E27FC236}">
                            <a16:creationId xmlns:a16="http://schemas.microsoft.com/office/drawing/2014/main" id="{F1E8389F-E7C4-48DE-8564-1E386B07BE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451" name="组合 1450">
                  <a:extLst>
                    <a:ext uri="{FF2B5EF4-FFF2-40B4-BE49-F238E27FC236}">
                      <a16:creationId xmlns:a16="http://schemas.microsoft.com/office/drawing/2014/main" id="{1E769B57-8793-409C-98E9-F98154F0E9D2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1452" name="任意多边形 5699">
                    <a:extLst>
                      <a:ext uri="{FF2B5EF4-FFF2-40B4-BE49-F238E27FC236}">
                        <a16:creationId xmlns:a16="http://schemas.microsoft.com/office/drawing/2014/main" id="{8211D1FF-AB00-4B62-9B95-0B7D0E3609B8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53" name="任意多边形 5700">
                    <a:extLst>
                      <a:ext uri="{FF2B5EF4-FFF2-40B4-BE49-F238E27FC236}">
                        <a16:creationId xmlns:a16="http://schemas.microsoft.com/office/drawing/2014/main" id="{837BD4F8-D675-47D7-A81E-4EDE1E25A062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54" name="组合 1453">
                    <a:extLst>
                      <a:ext uri="{FF2B5EF4-FFF2-40B4-BE49-F238E27FC236}">
                        <a16:creationId xmlns:a16="http://schemas.microsoft.com/office/drawing/2014/main" id="{3CBC7CD6-9193-4306-8B13-B6D39E4CBDB1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1455" name="组合 1454">
                      <a:extLst>
                        <a:ext uri="{FF2B5EF4-FFF2-40B4-BE49-F238E27FC236}">
                          <a16:creationId xmlns:a16="http://schemas.microsoft.com/office/drawing/2014/main" id="{913B02A9-6A29-43D1-B45D-3ADA04683C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1464" name="任意多边形 5711">
                        <a:extLst>
                          <a:ext uri="{FF2B5EF4-FFF2-40B4-BE49-F238E27FC236}">
                            <a16:creationId xmlns:a16="http://schemas.microsoft.com/office/drawing/2014/main" id="{A71A9CB7-E913-497B-ACFA-45666FDE54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65" name="任意多边形 5712">
                        <a:extLst>
                          <a:ext uri="{FF2B5EF4-FFF2-40B4-BE49-F238E27FC236}">
                            <a16:creationId xmlns:a16="http://schemas.microsoft.com/office/drawing/2014/main" id="{1637F4E5-16F1-486F-A46B-BFF920F6FB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66" name="任意多边形 5713">
                        <a:extLst>
                          <a:ext uri="{FF2B5EF4-FFF2-40B4-BE49-F238E27FC236}">
                            <a16:creationId xmlns:a16="http://schemas.microsoft.com/office/drawing/2014/main" id="{F4F16532-E2FA-4F93-997D-782EFEE38E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56" name="组合 1455">
                      <a:extLst>
                        <a:ext uri="{FF2B5EF4-FFF2-40B4-BE49-F238E27FC236}">
                          <a16:creationId xmlns:a16="http://schemas.microsoft.com/office/drawing/2014/main" id="{437C59E5-13B5-4646-9846-3322C69B3C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1461" name="任意多边形 5708">
                        <a:extLst>
                          <a:ext uri="{FF2B5EF4-FFF2-40B4-BE49-F238E27FC236}">
                            <a16:creationId xmlns:a16="http://schemas.microsoft.com/office/drawing/2014/main" id="{A5793E8E-CEEE-49DE-8F1B-49C32F62E4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62" name="任意多边形 5709">
                        <a:extLst>
                          <a:ext uri="{FF2B5EF4-FFF2-40B4-BE49-F238E27FC236}">
                            <a16:creationId xmlns:a16="http://schemas.microsoft.com/office/drawing/2014/main" id="{3CD17FDB-2C44-436B-BDA5-404A0CC10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63" name="任意多边形 5710">
                        <a:extLst>
                          <a:ext uri="{FF2B5EF4-FFF2-40B4-BE49-F238E27FC236}">
                            <a16:creationId xmlns:a16="http://schemas.microsoft.com/office/drawing/2014/main" id="{BA52B517-4EF4-49F3-B1BE-C47BA766B6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57" name="组合 1456">
                      <a:extLst>
                        <a:ext uri="{FF2B5EF4-FFF2-40B4-BE49-F238E27FC236}">
                          <a16:creationId xmlns:a16="http://schemas.microsoft.com/office/drawing/2014/main" id="{16D4DB47-8F19-4EF7-9F2A-3F7BCB9042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1458" name="任意多边形 5705">
                        <a:extLst>
                          <a:ext uri="{FF2B5EF4-FFF2-40B4-BE49-F238E27FC236}">
                            <a16:creationId xmlns:a16="http://schemas.microsoft.com/office/drawing/2014/main" id="{B367B3CF-0A16-4386-801B-CED34F084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59" name="任意多边形 5706">
                        <a:extLst>
                          <a:ext uri="{FF2B5EF4-FFF2-40B4-BE49-F238E27FC236}">
                            <a16:creationId xmlns:a16="http://schemas.microsoft.com/office/drawing/2014/main" id="{1ADFCFFA-EA69-4490-91B1-0849DA2A37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60" name="任意多边形 5707">
                        <a:extLst>
                          <a:ext uri="{FF2B5EF4-FFF2-40B4-BE49-F238E27FC236}">
                            <a16:creationId xmlns:a16="http://schemas.microsoft.com/office/drawing/2014/main" id="{48844BE3-FD3F-45EB-94E5-8003F550C1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1252" name="组合 1251">
                <a:extLst>
                  <a:ext uri="{FF2B5EF4-FFF2-40B4-BE49-F238E27FC236}">
                    <a16:creationId xmlns:a16="http://schemas.microsoft.com/office/drawing/2014/main" id="{B34A7C58-AE9F-42BA-8139-F92570712A3D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684" cy="42156"/>
                <a:chOff x="4309837" y="5251379"/>
                <a:chExt cx="574684" cy="42156"/>
              </a:xfrm>
            </p:grpSpPr>
            <p:grpSp>
              <p:nvGrpSpPr>
                <p:cNvPr id="1350" name="组合 1349">
                  <a:extLst>
                    <a:ext uri="{FF2B5EF4-FFF2-40B4-BE49-F238E27FC236}">
                      <a16:creationId xmlns:a16="http://schemas.microsoft.com/office/drawing/2014/main" id="{250C091F-2449-4818-9458-7FE504AB0CC9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1431" name="任意多边形 5678">
                    <a:extLst>
                      <a:ext uri="{FF2B5EF4-FFF2-40B4-BE49-F238E27FC236}">
                        <a16:creationId xmlns:a16="http://schemas.microsoft.com/office/drawing/2014/main" id="{BD7B2ACC-92B6-42C4-B68C-0D87960F628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32" name="任意多边形 5679">
                    <a:extLst>
                      <a:ext uri="{FF2B5EF4-FFF2-40B4-BE49-F238E27FC236}">
                        <a16:creationId xmlns:a16="http://schemas.microsoft.com/office/drawing/2014/main" id="{E75135F3-685A-4A23-A177-ED18748E1E8C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33" name="组合 1432">
                    <a:extLst>
                      <a:ext uri="{FF2B5EF4-FFF2-40B4-BE49-F238E27FC236}">
                        <a16:creationId xmlns:a16="http://schemas.microsoft.com/office/drawing/2014/main" id="{D150F6B7-A8EB-4110-93EC-D1B4907E7973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1434" name="组合 1433">
                      <a:extLst>
                        <a:ext uri="{FF2B5EF4-FFF2-40B4-BE49-F238E27FC236}">
                          <a16:creationId xmlns:a16="http://schemas.microsoft.com/office/drawing/2014/main" id="{DA1DB365-C201-4EA6-A119-84891BFC5E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1443" name="任意多边形 5690">
                        <a:extLst>
                          <a:ext uri="{FF2B5EF4-FFF2-40B4-BE49-F238E27FC236}">
                            <a16:creationId xmlns:a16="http://schemas.microsoft.com/office/drawing/2014/main" id="{26AD2CF4-1F98-4A07-A812-41319BD15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44" name="任意多边形 5691">
                        <a:extLst>
                          <a:ext uri="{FF2B5EF4-FFF2-40B4-BE49-F238E27FC236}">
                            <a16:creationId xmlns:a16="http://schemas.microsoft.com/office/drawing/2014/main" id="{9A56BB06-2602-4AB2-A77C-4E52D857BD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45" name="任意多边形 5692">
                        <a:extLst>
                          <a:ext uri="{FF2B5EF4-FFF2-40B4-BE49-F238E27FC236}">
                            <a16:creationId xmlns:a16="http://schemas.microsoft.com/office/drawing/2014/main" id="{B48958C5-9763-487F-8AEE-B097933F17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35" name="组合 1434">
                      <a:extLst>
                        <a:ext uri="{FF2B5EF4-FFF2-40B4-BE49-F238E27FC236}">
                          <a16:creationId xmlns:a16="http://schemas.microsoft.com/office/drawing/2014/main" id="{CEBCD0F2-3636-40BE-A5F2-9486E231B1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1440" name="任意多边形 5687">
                        <a:extLst>
                          <a:ext uri="{FF2B5EF4-FFF2-40B4-BE49-F238E27FC236}">
                            <a16:creationId xmlns:a16="http://schemas.microsoft.com/office/drawing/2014/main" id="{3BC541ED-387A-43B0-8D1A-36A7D526F3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41" name="任意多边形 5688">
                        <a:extLst>
                          <a:ext uri="{FF2B5EF4-FFF2-40B4-BE49-F238E27FC236}">
                            <a16:creationId xmlns:a16="http://schemas.microsoft.com/office/drawing/2014/main" id="{E602A805-FAE9-4B53-9B4D-60A8AE9473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42" name="任意多边形 5689">
                        <a:extLst>
                          <a:ext uri="{FF2B5EF4-FFF2-40B4-BE49-F238E27FC236}">
                            <a16:creationId xmlns:a16="http://schemas.microsoft.com/office/drawing/2014/main" id="{44EFE102-24C4-4DE1-9AAE-7262AC0AA5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36" name="组合 1435">
                      <a:extLst>
                        <a:ext uri="{FF2B5EF4-FFF2-40B4-BE49-F238E27FC236}">
                          <a16:creationId xmlns:a16="http://schemas.microsoft.com/office/drawing/2014/main" id="{7BCA44F1-50B0-4A44-A813-0A10AD73D0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1437" name="任意多边形 5684">
                        <a:extLst>
                          <a:ext uri="{FF2B5EF4-FFF2-40B4-BE49-F238E27FC236}">
                            <a16:creationId xmlns:a16="http://schemas.microsoft.com/office/drawing/2014/main" id="{A7E1E567-AFEB-4AED-BC73-FBC9535272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38" name="任意多边形 5685">
                        <a:extLst>
                          <a:ext uri="{FF2B5EF4-FFF2-40B4-BE49-F238E27FC236}">
                            <a16:creationId xmlns:a16="http://schemas.microsoft.com/office/drawing/2014/main" id="{71D5D01B-DAEE-43D3-B9D2-1D75A5AAFC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39" name="任意多边形 5686">
                        <a:extLst>
                          <a:ext uri="{FF2B5EF4-FFF2-40B4-BE49-F238E27FC236}">
                            <a16:creationId xmlns:a16="http://schemas.microsoft.com/office/drawing/2014/main" id="{81EE9D89-425B-431D-B65E-3ACD08E6AA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351" name="组合 1350">
                  <a:extLst>
                    <a:ext uri="{FF2B5EF4-FFF2-40B4-BE49-F238E27FC236}">
                      <a16:creationId xmlns:a16="http://schemas.microsoft.com/office/drawing/2014/main" id="{39E9A6AA-0A6F-47F3-BE3F-ED1114976BC2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1416" name="任意多边形 5663">
                    <a:extLst>
                      <a:ext uri="{FF2B5EF4-FFF2-40B4-BE49-F238E27FC236}">
                        <a16:creationId xmlns:a16="http://schemas.microsoft.com/office/drawing/2014/main" id="{39455410-A9D5-45C8-BAF1-7B7E6A93BE36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17" name="任意多边形 5664">
                    <a:extLst>
                      <a:ext uri="{FF2B5EF4-FFF2-40B4-BE49-F238E27FC236}">
                        <a16:creationId xmlns:a16="http://schemas.microsoft.com/office/drawing/2014/main" id="{873F5974-4DB5-4D3A-91FD-DF7E179B86C9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18" name="组合 1417">
                    <a:extLst>
                      <a:ext uri="{FF2B5EF4-FFF2-40B4-BE49-F238E27FC236}">
                        <a16:creationId xmlns:a16="http://schemas.microsoft.com/office/drawing/2014/main" id="{5E3EA199-2AFC-4992-9F58-35CBD41E0CE8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1419" name="组合 1418">
                      <a:extLst>
                        <a:ext uri="{FF2B5EF4-FFF2-40B4-BE49-F238E27FC236}">
                          <a16:creationId xmlns:a16="http://schemas.microsoft.com/office/drawing/2014/main" id="{73016217-D16F-428F-93DF-FC3B5FEECF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1428" name="任意多边形 5675">
                        <a:extLst>
                          <a:ext uri="{FF2B5EF4-FFF2-40B4-BE49-F238E27FC236}">
                            <a16:creationId xmlns:a16="http://schemas.microsoft.com/office/drawing/2014/main" id="{926AECBA-9EA4-4B2A-966C-E5AD957B77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29" name="任意多边形 5676">
                        <a:extLst>
                          <a:ext uri="{FF2B5EF4-FFF2-40B4-BE49-F238E27FC236}">
                            <a16:creationId xmlns:a16="http://schemas.microsoft.com/office/drawing/2014/main" id="{BF2296A7-B412-4855-9360-9DC51021A2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30" name="任意多边形 5677">
                        <a:extLst>
                          <a:ext uri="{FF2B5EF4-FFF2-40B4-BE49-F238E27FC236}">
                            <a16:creationId xmlns:a16="http://schemas.microsoft.com/office/drawing/2014/main" id="{659E371A-CF07-48F0-BD37-55840E35B2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20" name="组合 1419">
                      <a:extLst>
                        <a:ext uri="{FF2B5EF4-FFF2-40B4-BE49-F238E27FC236}">
                          <a16:creationId xmlns:a16="http://schemas.microsoft.com/office/drawing/2014/main" id="{9C4EA737-DA76-46BB-A94A-48EF5DDE08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1425" name="任意多边形 5672">
                        <a:extLst>
                          <a:ext uri="{FF2B5EF4-FFF2-40B4-BE49-F238E27FC236}">
                            <a16:creationId xmlns:a16="http://schemas.microsoft.com/office/drawing/2014/main" id="{72EBE760-2C74-40C2-AC7A-0495DE76AF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26" name="任意多边形 5673">
                        <a:extLst>
                          <a:ext uri="{FF2B5EF4-FFF2-40B4-BE49-F238E27FC236}">
                            <a16:creationId xmlns:a16="http://schemas.microsoft.com/office/drawing/2014/main" id="{F74710FA-FD98-4310-9B68-88DBF2DB71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27" name="任意多边形 5674">
                        <a:extLst>
                          <a:ext uri="{FF2B5EF4-FFF2-40B4-BE49-F238E27FC236}">
                            <a16:creationId xmlns:a16="http://schemas.microsoft.com/office/drawing/2014/main" id="{5C32CE82-A124-45C2-8F64-ADB11C6F30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21" name="组合 1420">
                      <a:extLst>
                        <a:ext uri="{FF2B5EF4-FFF2-40B4-BE49-F238E27FC236}">
                          <a16:creationId xmlns:a16="http://schemas.microsoft.com/office/drawing/2014/main" id="{BEA4405A-D128-4B10-A091-6D623984D0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1422" name="任意多边形 5669">
                        <a:extLst>
                          <a:ext uri="{FF2B5EF4-FFF2-40B4-BE49-F238E27FC236}">
                            <a16:creationId xmlns:a16="http://schemas.microsoft.com/office/drawing/2014/main" id="{841531B7-568D-45AA-9E65-26E567B49D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23" name="任意多边形 5670">
                        <a:extLst>
                          <a:ext uri="{FF2B5EF4-FFF2-40B4-BE49-F238E27FC236}">
                            <a16:creationId xmlns:a16="http://schemas.microsoft.com/office/drawing/2014/main" id="{D41B021F-415F-4D8A-A715-B0A631A9AD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24" name="任意多边形 5671">
                        <a:extLst>
                          <a:ext uri="{FF2B5EF4-FFF2-40B4-BE49-F238E27FC236}">
                            <a16:creationId xmlns:a16="http://schemas.microsoft.com/office/drawing/2014/main" id="{9AD1917C-68BD-4AEA-B8C4-9B60346CD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352" name="组合 1351">
                  <a:extLst>
                    <a:ext uri="{FF2B5EF4-FFF2-40B4-BE49-F238E27FC236}">
                      <a16:creationId xmlns:a16="http://schemas.microsoft.com/office/drawing/2014/main" id="{445F4BC9-8EDE-4359-9D64-61EF745A86A9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1401" name="任意多边形 5648">
                    <a:extLst>
                      <a:ext uri="{FF2B5EF4-FFF2-40B4-BE49-F238E27FC236}">
                        <a16:creationId xmlns:a16="http://schemas.microsoft.com/office/drawing/2014/main" id="{5889DACF-60FD-41B4-88B3-1B2810CDAB22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402" name="任意多边形 5649">
                    <a:extLst>
                      <a:ext uri="{FF2B5EF4-FFF2-40B4-BE49-F238E27FC236}">
                        <a16:creationId xmlns:a16="http://schemas.microsoft.com/office/drawing/2014/main" id="{5AC984B9-226B-4446-A0BF-7E1149653434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403" name="组合 1402">
                    <a:extLst>
                      <a:ext uri="{FF2B5EF4-FFF2-40B4-BE49-F238E27FC236}">
                        <a16:creationId xmlns:a16="http://schemas.microsoft.com/office/drawing/2014/main" id="{871B5C81-2432-4DFE-BF91-514847235012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1404" name="组合 1403">
                      <a:extLst>
                        <a:ext uri="{FF2B5EF4-FFF2-40B4-BE49-F238E27FC236}">
                          <a16:creationId xmlns:a16="http://schemas.microsoft.com/office/drawing/2014/main" id="{242004E8-CFD2-46C4-AB0F-EBE20DF6BD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1413" name="任意多边形 5660">
                        <a:extLst>
                          <a:ext uri="{FF2B5EF4-FFF2-40B4-BE49-F238E27FC236}">
                            <a16:creationId xmlns:a16="http://schemas.microsoft.com/office/drawing/2014/main" id="{2E9FE858-68AB-4A49-8236-A93D8F5588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14" name="任意多边形 5661">
                        <a:extLst>
                          <a:ext uri="{FF2B5EF4-FFF2-40B4-BE49-F238E27FC236}">
                            <a16:creationId xmlns:a16="http://schemas.microsoft.com/office/drawing/2014/main" id="{FA1F2A4D-21AC-4400-8A0F-A2E5064F50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15" name="任意多边形 5662">
                        <a:extLst>
                          <a:ext uri="{FF2B5EF4-FFF2-40B4-BE49-F238E27FC236}">
                            <a16:creationId xmlns:a16="http://schemas.microsoft.com/office/drawing/2014/main" id="{783859D9-43F6-427F-801B-05D5C628C7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05" name="组合 1404">
                      <a:extLst>
                        <a:ext uri="{FF2B5EF4-FFF2-40B4-BE49-F238E27FC236}">
                          <a16:creationId xmlns:a16="http://schemas.microsoft.com/office/drawing/2014/main" id="{4D5E5FB6-9667-4206-83BA-125B28A8E1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1410" name="任意多边形 5657">
                        <a:extLst>
                          <a:ext uri="{FF2B5EF4-FFF2-40B4-BE49-F238E27FC236}">
                            <a16:creationId xmlns:a16="http://schemas.microsoft.com/office/drawing/2014/main" id="{F59686C0-C1A4-4A1C-ADCC-813B188882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11" name="任意多边形 5658">
                        <a:extLst>
                          <a:ext uri="{FF2B5EF4-FFF2-40B4-BE49-F238E27FC236}">
                            <a16:creationId xmlns:a16="http://schemas.microsoft.com/office/drawing/2014/main" id="{F5A0A07C-0B6E-4F74-8EAA-BB27CD44D5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12" name="任意多边形 5659">
                        <a:extLst>
                          <a:ext uri="{FF2B5EF4-FFF2-40B4-BE49-F238E27FC236}">
                            <a16:creationId xmlns:a16="http://schemas.microsoft.com/office/drawing/2014/main" id="{ACA5B2A0-5E28-4D7C-8A58-8E4E81202C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406" name="组合 1405">
                      <a:extLst>
                        <a:ext uri="{FF2B5EF4-FFF2-40B4-BE49-F238E27FC236}">
                          <a16:creationId xmlns:a16="http://schemas.microsoft.com/office/drawing/2014/main" id="{D99FC5D0-88DF-46CE-AC87-65F0A3F1C7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1407" name="任意多边形 5654">
                        <a:extLst>
                          <a:ext uri="{FF2B5EF4-FFF2-40B4-BE49-F238E27FC236}">
                            <a16:creationId xmlns:a16="http://schemas.microsoft.com/office/drawing/2014/main" id="{7D8D4341-EAA4-4AE7-9622-6FF816655C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08" name="任意多边形 5655">
                        <a:extLst>
                          <a:ext uri="{FF2B5EF4-FFF2-40B4-BE49-F238E27FC236}">
                            <a16:creationId xmlns:a16="http://schemas.microsoft.com/office/drawing/2014/main" id="{B8CE2097-F6BE-46F7-BA3F-E3CCD79343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09" name="任意多边形 5656">
                        <a:extLst>
                          <a:ext uri="{FF2B5EF4-FFF2-40B4-BE49-F238E27FC236}">
                            <a16:creationId xmlns:a16="http://schemas.microsoft.com/office/drawing/2014/main" id="{D657CB7C-20A8-4C3B-B56B-6C1C9B458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353" name="组合 1352">
                  <a:extLst>
                    <a:ext uri="{FF2B5EF4-FFF2-40B4-BE49-F238E27FC236}">
                      <a16:creationId xmlns:a16="http://schemas.microsoft.com/office/drawing/2014/main" id="{C114F7A2-753D-4BD0-BD4A-22D0AAD5CC51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1386" name="任意多边形 5633">
                    <a:extLst>
                      <a:ext uri="{FF2B5EF4-FFF2-40B4-BE49-F238E27FC236}">
                        <a16:creationId xmlns:a16="http://schemas.microsoft.com/office/drawing/2014/main" id="{790B315E-7264-4FED-8497-6D77F2374B5B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387" name="任意多边形 5634">
                    <a:extLst>
                      <a:ext uri="{FF2B5EF4-FFF2-40B4-BE49-F238E27FC236}">
                        <a16:creationId xmlns:a16="http://schemas.microsoft.com/office/drawing/2014/main" id="{8566D6D8-A44F-419D-BC58-395E6A26928B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388" name="组合 1387">
                    <a:extLst>
                      <a:ext uri="{FF2B5EF4-FFF2-40B4-BE49-F238E27FC236}">
                        <a16:creationId xmlns:a16="http://schemas.microsoft.com/office/drawing/2014/main" id="{27F283AD-D5F2-43FE-AC9D-0B05B1E7EE37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1389" name="组合 1388">
                      <a:extLst>
                        <a:ext uri="{FF2B5EF4-FFF2-40B4-BE49-F238E27FC236}">
                          <a16:creationId xmlns:a16="http://schemas.microsoft.com/office/drawing/2014/main" id="{07425AD5-2EE3-4505-A3EF-10AA53A30F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1398" name="任意多边形 5645">
                        <a:extLst>
                          <a:ext uri="{FF2B5EF4-FFF2-40B4-BE49-F238E27FC236}">
                            <a16:creationId xmlns:a16="http://schemas.microsoft.com/office/drawing/2014/main" id="{4F2E4FD2-753D-471B-BB17-08FCF4BFA4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99" name="任意多边形 5646">
                        <a:extLst>
                          <a:ext uri="{FF2B5EF4-FFF2-40B4-BE49-F238E27FC236}">
                            <a16:creationId xmlns:a16="http://schemas.microsoft.com/office/drawing/2014/main" id="{B816128F-1077-47DC-A4BC-1463A1E650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400" name="任意多边形 5647">
                        <a:extLst>
                          <a:ext uri="{FF2B5EF4-FFF2-40B4-BE49-F238E27FC236}">
                            <a16:creationId xmlns:a16="http://schemas.microsoft.com/office/drawing/2014/main" id="{062493A0-4195-477C-AA88-761D041C08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90" name="组合 1389">
                      <a:extLst>
                        <a:ext uri="{FF2B5EF4-FFF2-40B4-BE49-F238E27FC236}">
                          <a16:creationId xmlns:a16="http://schemas.microsoft.com/office/drawing/2014/main" id="{52EBCF8E-D1A9-485F-8F5A-232432815A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1395" name="任意多边形 5642">
                        <a:extLst>
                          <a:ext uri="{FF2B5EF4-FFF2-40B4-BE49-F238E27FC236}">
                            <a16:creationId xmlns:a16="http://schemas.microsoft.com/office/drawing/2014/main" id="{ABC06495-226F-4300-A4A4-773B75C025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96" name="任意多边形 5643">
                        <a:extLst>
                          <a:ext uri="{FF2B5EF4-FFF2-40B4-BE49-F238E27FC236}">
                            <a16:creationId xmlns:a16="http://schemas.microsoft.com/office/drawing/2014/main" id="{14BFF970-43DC-4EC9-A5C4-096B862719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97" name="任意多边形 5644">
                        <a:extLst>
                          <a:ext uri="{FF2B5EF4-FFF2-40B4-BE49-F238E27FC236}">
                            <a16:creationId xmlns:a16="http://schemas.microsoft.com/office/drawing/2014/main" id="{7BDBC6C7-C47A-4471-9B49-6833D30DD9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91" name="组合 1390">
                      <a:extLst>
                        <a:ext uri="{FF2B5EF4-FFF2-40B4-BE49-F238E27FC236}">
                          <a16:creationId xmlns:a16="http://schemas.microsoft.com/office/drawing/2014/main" id="{A3D09904-7EE1-43D2-B426-680F451F05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1392" name="任意多边形 5639">
                        <a:extLst>
                          <a:ext uri="{FF2B5EF4-FFF2-40B4-BE49-F238E27FC236}">
                            <a16:creationId xmlns:a16="http://schemas.microsoft.com/office/drawing/2014/main" id="{E3751EFF-6227-47F0-99C5-2C9C2AB4BF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93" name="任意多边形 5640">
                        <a:extLst>
                          <a:ext uri="{FF2B5EF4-FFF2-40B4-BE49-F238E27FC236}">
                            <a16:creationId xmlns:a16="http://schemas.microsoft.com/office/drawing/2014/main" id="{816806B0-196A-44CC-B91E-14EA69D0F5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94" name="任意多边形 5641">
                        <a:extLst>
                          <a:ext uri="{FF2B5EF4-FFF2-40B4-BE49-F238E27FC236}">
                            <a16:creationId xmlns:a16="http://schemas.microsoft.com/office/drawing/2014/main" id="{2C38F878-569A-4971-8A8D-897C21C3E4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354" name="组合 1353">
                  <a:extLst>
                    <a:ext uri="{FF2B5EF4-FFF2-40B4-BE49-F238E27FC236}">
                      <a16:creationId xmlns:a16="http://schemas.microsoft.com/office/drawing/2014/main" id="{8DCEAA97-1E5B-4959-BE9C-61DA6118C666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1371" name="任意多边形 5618">
                    <a:extLst>
                      <a:ext uri="{FF2B5EF4-FFF2-40B4-BE49-F238E27FC236}">
                        <a16:creationId xmlns:a16="http://schemas.microsoft.com/office/drawing/2014/main" id="{6E04F72B-F855-4CBB-8FC8-AAE78F689CF5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372" name="任意多边形 5619">
                    <a:extLst>
                      <a:ext uri="{FF2B5EF4-FFF2-40B4-BE49-F238E27FC236}">
                        <a16:creationId xmlns:a16="http://schemas.microsoft.com/office/drawing/2014/main" id="{DE1BF1E1-19C0-4AB7-BF1B-E17080C0BA70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373" name="组合 1372">
                    <a:extLst>
                      <a:ext uri="{FF2B5EF4-FFF2-40B4-BE49-F238E27FC236}">
                        <a16:creationId xmlns:a16="http://schemas.microsoft.com/office/drawing/2014/main" id="{A4268D05-76CD-4244-BB20-3D0E808EA266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1374" name="组合 1373">
                      <a:extLst>
                        <a:ext uri="{FF2B5EF4-FFF2-40B4-BE49-F238E27FC236}">
                          <a16:creationId xmlns:a16="http://schemas.microsoft.com/office/drawing/2014/main" id="{FBE8FFAB-C3F7-40FD-BCA6-1A0A91127D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1383" name="任意多边形 5630">
                        <a:extLst>
                          <a:ext uri="{FF2B5EF4-FFF2-40B4-BE49-F238E27FC236}">
                            <a16:creationId xmlns:a16="http://schemas.microsoft.com/office/drawing/2014/main" id="{4650CB74-196C-486A-8E87-5E2B2A65C3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84" name="任意多边形 5631">
                        <a:extLst>
                          <a:ext uri="{FF2B5EF4-FFF2-40B4-BE49-F238E27FC236}">
                            <a16:creationId xmlns:a16="http://schemas.microsoft.com/office/drawing/2014/main" id="{E86D7E6F-DBC9-462D-8013-AEF354C33B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85" name="任意多边形 5632">
                        <a:extLst>
                          <a:ext uri="{FF2B5EF4-FFF2-40B4-BE49-F238E27FC236}">
                            <a16:creationId xmlns:a16="http://schemas.microsoft.com/office/drawing/2014/main" id="{A7D33332-FB32-44F9-9C17-6DBB3699F2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75" name="组合 1374">
                      <a:extLst>
                        <a:ext uri="{FF2B5EF4-FFF2-40B4-BE49-F238E27FC236}">
                          <a16:creationId xmlns:a16="http://schemas.microsoft.com/office/drawing/2014/main" id="{0000426A-38B8-4DAA-BE81-F30F952C35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1380" name="任意多边形 5627">
                        <a:extLst>
                          <a:ext uri="{FF2B5EF4-FFF2-40B4-BE49-F238E27FC236}">
                            <a16:creationId xmlns:a16="http://schemas.microsoft.com/office/drawing/2014/main" id="{69601044-A5F4-4B05-B480-BC29F9CEEC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81" name="任意多边形 5628">
                        <a:extLst>
                          <a:ext uri="{FF2B5EF4-FFF2-40B4-BE49-F238E27FC236}">
                            <a16:creationId xmlns:a16="http://schemas.microsoft.com/office/drawing/2014/main" id="{9B730263-838D-45F8-A3AC-C6DEA3D97E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82" name="任意多边形 5629">
                        <a:extLst>
                          <a:ext uri="{FF2B5EF4-FFF2-40B4-BE49-F238E27FC236}">
                            <a16:creationId xmlns:a16="http://schemas.microsoft.com/office/drawing/2014/main" id="{532299D1-40CD-4964-B31D-1ED53DE3ED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76" name="组合 1375">
                      <a:extLst>
                        <a:ext uri="{FF2B5EF4-FFF2-40B4-BE49-F238E27FC236}">
                          <a16:creationId xmlns:a16="http://schemas.microsoft.com/office/drawing/2014/main" id="{8DCE3646-C914-4F63-9E3B-533BCAEFEF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1377" name="任意多边形 5624">
                        <a:extLst>
                          <a:ext uri="{FF2B5EF4-FFF2-40B4-BE49-F238E27FC236}">
                            <a16:creationId xmlns:a16="http://schemas.microsoft.com/office/drawing/2014/main" id="{1D0169FD-F966-4233-877C-15B7761143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78" name="任意多边形 5625">
                        <a:extLst>
                          <a:ext uri="{FF2B5EF4-FFF2-40B4-BE49-F238E27FC236}">
                            <a16:creationId xmlns:a16="http://schemas.microsoft.com/office/drawing/2014/main" id="{6748786F-9556-4632-B79C-862E85B945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79" name="任意多边形 5626">
                        <a:extLst>
                          <a:ext uri="{FF2B5EF4-FFF2-40B4-BE49-F238E27FC236}">
                            <a16:creationId xmlns:a16="http://schemas.microsoft.com/office/drawing/2014/main" id="{00DC9F6D-F1EF-483E-B163-BCC7C76E3C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355" name="组合 1354">
                  <a:extLst>
                    <a:ext uri="{FF2B5EF4-FFF2-40B4-BE49-F238E27FC236}">
                      <a16:creationId xmlns:a16="http://schemas.microsoft.com/office/drawing/2014/main" id="{3B92D6D2-775A-4322-A989-0285B40FF656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1356" name="任意多边形 5603">
                    <a:extLst>
                      <a:ext uri="{FF2B5EF4-FFF2-40B4-BE49-F238E27FC236}">
                        <a16:creationId xmlns:a16="http://schemas.microsoft.com/office/drawing/2014/main" id="{E925C08D-5F84-450D-8C78-886E28A8565D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357" name="任意多边形 5604">
                    <a:extLst>
                      <a:ext uri="{FF2B5EF4-FFF2-40B4-BE49-F238E27FC236}">
                        <a16:creationId xmlns:a16="http://schemas.microsoft.com/office/drawing/2014/main" id="{6D8AB55C-A94A-40BF-8355-1092E87B4D4B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358" name="组合 1357">
                    <a:extLst>
                      <a:ext uri="{FF2B5EF4-FFF2-40B4-BE49-F238E27FC236}">
                        <a16:creationId xmlns:a16="http://schemas.microsoft.com/office/drawing/2014/main" id="{B7654D0B-0554-44A2-A558-A56F713C9ECF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1359" name="组合 1358">
                      <a:extLst>
                        <a:ext uri="{FF2B5EF4-FFF2-40B4-BE49-F238E27FC236}">
                          <a16:creationId xmlns:a16="http://schemas.microsoft.com/office/drawing/2014/main" id="{753AD868-96C1-4F50-B9A5-C25C8F3741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1368" name="任意多边形 5615">
                        <a:extLst>
                          <a:ext uri="{FF2B5EF4-FFF2-40B4-BE49-F238E27FC236}">
                            <a16:creationId xmlns:a16="http://schemas.microsoft.com/office/drawing/2014/main" id="{8FAB6DE7-5428-4999-8E57-B29E06FB5B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69" name="任意多边形 5616">
                        <a:extLst>
                          <a:ext uri="{FF2B5EF4-FFF2-40B4-BE49-F238E27FC236}">
                            <a16:creationId xmlns:a16="http://schemas.microsoft.com/office/drawing/2014/main" id="{4AAEEE9A-C428-4725-91DB-112777C508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70" name="任意多边形 5617">
                        <a:extLst>
                          <a:ext uri="{FF2B5EF4-FFF2-40B4-BE49-F238E27FC236}">
                            <a16:creationId xmlns:a16="http://schemas.microsoft.com/office/drawing/2014/main" id="{A26B5408-3B39-4005-B367-AF0BC9237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60" name="组合 1359">
                      <a:extLst>
                        <a:ext uri="{FF2B5EF4-FFF2-40B4-BE49-F238E27FC236}">
                          <a16:creationId xmlns:a16="http://schemas.microsoft.com/office/drawing/2014/main" id="{0153AE86-E7D1-41ED-97BC-9233108196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1365" name="任意多边形 5612">
                        <a:extLst>
                          <a:ext uri="{FF2B5EF4-FFF2-40B4-BE49-F238E27FC236}">
                            <a16:creationId xmlns:a16="http://schemas.microsoft.com/office/drawing/2014/main" id="{E7997D6F-F623-44C2-8322-C91CC129B1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66" name="任意多边形 5613">
                        <a:extLst>
                          <a:ext uri="{FF2B5EF4-FFF2-40B4-BE49-F238E27FC236}">
                            <a16:creationId xmlns:a16="http://schemas.microsoft.com/office/drawing/2014/main" id="{A2976476-83FE-48F6-A0E9-48A907DDAB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67" name="任意多边形 5614">
                        <a:extLst>
                          <a:ext uri="{FF2B5EF4-FFF2-40B4-BE49-F238E27FC236}">
                            <a16:creationId xmlns:a16="http://schemas.microsoft.com/office/drawing/2014/main" id="{93504330-80E2-4E57-8768-D8FBC85196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61" name="组合 1360">
                      <a:extLst>
                        <a:ext uri="{FF2B5EF4-FFF2-40B4-BE49-F238E27FC236}">
                          <a16:creationId xmlns:a16="http://schemas.microsoft.com/office/drawing/2014/main" id="{A535969E-05FD-4DE7-9EBA-BC4D4D864A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1362" name="任意多边形 5609">
                        <a:extLst>
                          <a:ext uri="{FF2B5EF4-FFF2-40B4-BE49-F238E27FC236}">
                            <a16:creationId xmlns:a16="http://schemas.microsoft.com/office/drawing/2014/main" id="{FFC211D3-EDD0-47F6-BBCD-49ECAC8516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63" name="任意多边形 5610">
                        <a:extLst>
                          <a:ext uri="{FF2B5EF4-FFF2-40B4-BE49-F238E27FC236}">
                            <a16:creationId xmlns:a16="http://schemas.microsoft.com/office/drawing/2014/main" id="{84B84FB9-7D40-492C-95D5-B583F8AE9F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64" name="任意多边形 5611">
                        <a:extLst>
                          <a:ext uri="{FF2B5EF4-FFF2-40B4-BE49-F238E27FC236}">
                            <a16:creationId xmlns:a16="http://schemas.microsoft.com/office/drawing/2014/main" id="{8D9BEDC2-BE59-4C55-BE57-15674DD845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1253" name="组合 1252">
                <a:extLst>
                  <a:ext uri="{FF2B5EF4-FFF2-40B4-BE49-F238E27FC236}">
                    <a16:creationId xmlns:a16="http://schemas.microsoft.com/office/drawing/2014/main" id="{2D35C58F-5897-405B-B25E-4294F2464486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1254" name="组合 1253">
                  <a:extLst>
                    <a:ext uri="{FF2B5EF4-FFF2-40B4-BE49-F238E27FC236}">
                      <a16:creationId xmlns:a16="http://schemas.microsoft.com/office/drawing/2014/main" id="{2076C3D4-6024-45E1-916D-A6F36AB73C12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1335" name="任意多边形 5582">
                    <a:extLst>
                      <a:ext uri="{FF2B5EF4-FFF2-40B4-BE49-F238E27FC236}">
                        <a16:creationId xmlns:a16="http://schemas.microsoft.com/office/drawing/2014/main" id="{3FDE36FE-BCB0-4363-BF3E-A4328231E104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336" name="任意多边形 5583">
                    <a:extLst>
                      <a:ext uri="{FF2B5EF4-FFF2-40B4-BE49-F238E27FC236}">
                        <a16:creationId xmlns:a16="http://schemas.microsoft.com/office/drawing/2014/main" id="{FB990D3B-062B-45CC-B46E-42C4724FFE5E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337" name="组合 1336">
                    <a:extLst>
                      <a:ext uri="{FF2B5EF4-FFF2-40B4-BE49-F238E27FC236}">
                        <a16:creationId xmlns:a16="http://schemas.microsoft.com/office/drawing/2014/main" id="{B55C6C31-5B23-41B9-BF47-87E7DA6E3BE1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1338" name="组合 1337">
                      <a:extLst>
                        <a:ext uri="{FF2B5EF4-FFF2-40B4-BE49-F238E27FC236}">
                          <a16:creationId xmlns:a16="http://schemas.microsoft.com/office/drawing/2014/main" id="{8C510296-3F29-482B-A62A-A9633141DB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1347" name="任意多边形 5594">
                        <a:extLst>
                          <a:ext uri="{FF2B5EF4-FFF2-40B4-BE49-F238E27FC236}">
                            <a16:creationId xmlns:a16="http://schemas.microsoft.com/office/drawing/2014/main" id="{C2314464-3708-4653-AACC-6FEEADE86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48" name="任意多边形 5595">
                        <a:extLst>
                          <a:ext uri="{FF2B5EF4-FFF2-40B4-BE49-F238E27FC236}">
                            <a16:creationId xmlns:a16="http://schemas.microsoft.com/office/drawing/2014/main" id="{76AC2618-BEA8-4E18-A74C-DBAAA06205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49" name="任意多边形 5596">
                        <a:extLst>
                          <a:ext uri="{FF2B5EF4-FFF2-40B4-BE49-F238E27FC236}">
                            <a16:creationId xmlns:a16="http://schemas.microsoft.com/office/drawing/2014/main" id="{8469FDF0-AC12-42B4-BB8E-42B72192EF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39" name="组合 1338">
                      <a:extLst>
                        <a:ext uri="{FF2B5EF4-FFF2-40B4-BE49-F238E27FC236}">
                          <a16:creationId xmlns:a16="http://schemas.microsoft.com/office/drawing/2014/main" id="{403221F5-6CF6-404B-B50A-D23E2AE10F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1344" name="任意多边形 5591">
                        <a:extLst>
                          <a:ext uri="{FF2B5EF4-FFF2-40B4-BE49-F238E27FC236}">
                            <a16:creationId xmlns:a16="http://schemas.microsoft.com/office/drawing/2014/main" id="{BCDFE164-B25D-4070-948C-27B1203F92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45" name="任意多边形 5592">
                        <a:extLst>
                          <a:ext uri="{FF2B5EF4-FFF2-40B4-BE49-F238E27FC236}">
                            <a16:creationId xmlns:a16="http://schemas.microsoft.com/office/drawing/2014/main" id="{E210D93C-8960-40FC-95A7-3F620C2239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46" name="任意多边形 5593">
                        <a:extLst>
                          <a:ext uri="{FF2B5EF4-FFF2-40B4-BE49-F238E27FC236}">
                            <a16:creationId xmlns:a16="http://schemas.microsoft.com/office/drawing/2014/main" id="{A7AB5411-C759-468D-AAE3-8CA14BAF55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40" name="组合 1339">
                      <a:extLst>
                        <a:ext uri="{FF2B5EF4-FFF2-40B4-BE49-F238E27FC236}">
                          <a16:creationId xmlns:a16="http://schemas.microsoft.com/office/drawing/2014/main" id="{CB684ACD-97FE-4BCB-8B27-94B95640E4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1341" name="任意多边形 5588">
                        <a:extLst>
                          <a:ext uri="{FF2B5EF4-FFF2-40B4-BE49-F238E27FC236}">
                            <a16:creationId xmlns:a16="http://schemas.microsoft.com/office/drawing/2014/main" id="{5559C24A-8F26-4167-8EC7-E5FF9B7B6C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42" name="任意多边形 5589">
                        <a:extLst>
                          <a:ext uri="{FF2B5EF4-FFF2-40B4-BE49-F238E27FC236}">
                            <a16:creationId xmlns:a16="http://schemas.microsoft.com/office/drawing/2014/main" id="{D4C86404-6536-4E1B-8419-11B82C33D3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43" name="任意多边形 5590">
                        <a:extLst>
                          <a:ext uri="{FF2B5EF4-FFF2-40B4-BE49-F238E27FC236}">
                            <a16:creationId xmlns:a16="http://schemas.microsoft.com/office/drawing/2014/main" id="{43EC320B-6823-4DE6-9DDA-C46DD113FD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55" name="组合 1254">
                  <a:extLst>
                    <a:ext uri="{FF2B5EF4-FFF2-40B4-BE49-F238E27FC236}">
                      <a16:creationId xmlns:a16="http://schemas.microsoft.com/office/drawing/2014/main" id="{F020B997-5451-44FD-83EF-4B251F687260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1320" name="任意多边形 5567">
                    <a:extLst>
                      <a:ext uri="{FF2B5EF4-FFF2-40B4-BE49-F238E27FC236}">
                        <a16:creationId xmlns:a16="http://schemas.microsoft.com/office/drawing/2014/main" id="{D3C04522-2B9A-428E-8B7D-FF22F6B10883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321" name="任意多边形 5568">
                    <a:extLst>
                      <a:ext uri="{FF2B5EF4-FFF2-40B4-BE49-F238E27FC236}">
                        <a16:creationId xmlns:a16="http://schemas.microsoft.com/office/drawing/2014/main" id="{79DAB268-3990-4D6D-8E6A-EBA899E70BB5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322" name="组合 1321">
                    <a:extLst>
                      <a:ext uri="{FF2B5EF4-FFF2-40B4-BE49-F238E27FC236}">
                        <a16:creationId xmlns:a16="http://schemas.microsoft.com/office/drawing/2014/main" id="{E1B8AFDF-3223-4D38-9EBD-4F4E0CE9B2E2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1323" name="组合 1322">
                      <a:extLst>
                        <a:ext uri="{FF2B5EF4-FFF2-40B4-BE49-F238E27FC236}">
                          <a16:creationId xmlns:a16="http://schemas.microsoft.com/office/drawing/2014/main" id="{1B0FA679-9874-47FC-A2AF-2C4F285D48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1332" name="任意多边形 5579">
                        <a:extLst>
                          <a:ext uri="{FF2B5EF4-FFF2-40B4-BE49-F238E27FC236}">
                            <a16:creationId xmlns:a16="http://schemas.microsoft.com/office/drawing/2014/main" id="{E70B3332-D471-4F7F-A6EA-4B1680998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33" name="任意多边形 5580">
                        <a:extLst>
                          <a:ext uri="{FF2B5EF4-FFF2-40B4-BE49-F238E27FC236}">
                            <a16:creationId xmlns:a16="http://schemas.microsoft.com/office/drawing/2014/main" id="{A3919D8F-F768-4FD9-B641-FD9D9B2C82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34" name="任意多边形 5581">
                        <a:extLst>
                          <a:ext uri="{FF2B5EF4-FFF2-40B4-BE49-F238E27FC236}">
                            <a16:creationId xmlns:a16="http://schemas.microsoft.com/office/drawing/2014/main" id="{AA0B970D-DB9A-4C15-A4F2-FBF74B5D3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24" name="组合 1323">
                      <a:extLst>
                        <a:ext uri="{FF2B5EF4-FFF2-40B4-BE49-F238E27FC236}">
                          <a16:creationId xmlns:a16="http://schemas.microsoft.com/office/drawing/2014/main" id="{42B4872A-7ABB-4E1D-9DFB-7E3E173EBE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1329" name="任意多边形 5576">
                        <a:extLst>
                          <a:ext uri="{FF2B5EF4-FFF2-40B4-BE49-F238E27FC236}">
                            <a16:creationId xmlns:a16="http://schemas.microsoft.com/office/drawing/2014/main" id="{9B8C8DE7-E07E-4A90-880E-E60D40FE17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30" name="任意多边形 5577">
                        <a:extLst>
                          <a:ext uri="{FF2B5EF4-FFF2-40B4-BE49-F238E27FC236}">
                            <a16:creationId xmlns:a16="http://schemas.microsoft.com/office/drawing/2014/main" id="{1446291B-BC6B-4CE0-AE32-458BC04F2B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31" name="任意多边形 5578">
                        <a:extLst>
                          <a:ext uri="{FF2B5EF4-FFF2-40B4-BE49-F238E27FC236}">
                            <a16:creationId xmlns:a16="http://schemas.microsoft.com/office/drawing/2014/main" id="{87FBD346-3104-4611-BAF2-6125D97FA2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25" name="组合 1324">
                      <a:extLst>
                        <a:ext uri="{FF2B5EF4-FFF2-40B4-BE49-F238E27FC236}">
                          <a16:creationId xmlns:a16="http://schemas.microsoft.com/office/drawing/2014/main" id="{479B39A3-526F-4D38-8AD1-60C0C80880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1326" name="任意多边形 5573">
                        <a:extLst>
                          <a:ext uri="{FF2B5EF4-FFF2-40B4-BE49-F238E27FC236}">
                            <a16:creationId xmlns:a16="http://schemas.microsoft.com/office/drawing/2014/main" id="{5E6308A8-0DE1-4BE6-BAAD-2D8AF295C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27" name="任意多边形 5574">
                        <a:extLst>
                          <a:ext uri="{FF2B5EF4-FFF2-40B4-BE49-F238E27FC236}">
                            <a16:creationId xmlns:a16="http://schemas.microsoft.com/office/drawing/2014/main" id="{2A360EAD-B2AF-4524-BE96-069669A4D2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28" name="任意多边形 5575">
                        <a:extLst>
                          <a:ext uri="{FF2B5EF4-FFF2-40B4-BE49-F238E27FC236}">
                            <a16:creationId xmlns:a16="http://schemas.microsoft.com/office/drawing/2014/main" id="{8AD9B03C-F0BC-4478-A112-C79B1DC7A5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56" name="组合 1255">
                  <a:extLst>
                    <a:ext uri="{FF2B5EF4-FFF2-40B4-BE49-F238E27FC236}">
                      <a16:creationId xmlns:a16="http://schemas.microsoft.com/office/drawing/2014/main" id="{25A2A379-51C5-407B-B70C-42AAFF5F9E70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1305" name="任意多边形 5552">
                    <a:extLst>
                      <a:ext uri="{FF2B5EF4-FFF2-40B4-BE49-F238E27FC236}">
                        <a16:creationId xmlns:a16="http://schemas.microsoft.com/office/drawing/2014/main" id="{3B7D210C-AFB9-4597-8818-E525CE5BBF32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306" name="任意多边形 5553">
                    <a:extLst>
                      <a:ext uri="{FF2B5EF4-FFF2-40B4-BE49-F238E27FC236}">
                        <a16:creationId xmlns:a16="http://schemas.microsoft.com/office/drawing/2014/main" id="{879685FD-7DBB-45D8-B00A-AA4D1C09E98A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307" name="组合 1306">
                    <a:extLst>
                      <a:ext uri="{FF2B5EF4-FFF2-40B4-BE49-F238E27FC236}">
                        <a16:creationId xmlns:a16="http://schemas.microsoft.com/office/drawing/2014/main" id="{25C1B220-3093-4C52-A0F8-ACF606164054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1308" name="组合 1307">
                      <a:extLst>
                        <a:ext uri="{FF2B5EF4-FFF2-40B4-BE49-F238E27FC236}">
                          <a16:creationId xmlns:a16="http://schemas.microsoft.com/office/drawing/2014/main" id="{7DE18C8E-2FCF-47D7-BBFC-F05F2FA4BB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1317" name="任意多边形 5564">
                        <a:extLst>
                          <a:ext uri="{FF2B5EF4-FFF2-40B4-BE49-F238E27FC236}">
                            <a16:creationId xmlns:a16="http://schemas.microsoft.com/office/drawing/2014/main" id="{FA4115A7-D0E3-46AD-824E-82E8470B98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18" name="任意多边形 5565">
                        <a:extLst>
                          <a:ext uri="{FF2B5EF4-FFF2-40B4-BE49-F238E27FC236}">
                            <a16:creationId xmlns:a16="http://schemas.microsoft.com/office/drawing/2014/main" id="{19DA2B74-67DA-478D-8096-BFD4202D72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19" name="任意多边形 5566">
                        <a:extLst>
                          <a:ext uri="{FF2B5EF4-FFF2-40B4-BE49-F238E27FC236}">
                            <a16:creationId xmlns:a16="http://schemas.microsoft.com/office/drawing/2014/main" id="{32C2D376-D7DC-4E3A-9F77-4A39C2590E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09" name="组合 1308">
                      <a:extLst>
                        <a:ext uri="{FF2B5EF4-FFF2-40B4-BE49-F238E27FC236}">
                          <a16:creationId xmlns:a16="http://schemas.microsoft.com/office/drawing/2014/main" id="{EC090131-E74A-478A-89ED-8F31CC3533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1314" name="任意多边形 5561">
                        <a:extLst>
                          <a:ext uri="{FF2B5EF4-FFF2-40B4-BE49-F238E27FC236}">
                            <a16:creationId xmlns:a16="http://schemas.microsoft.com/office/drawing/2014/main" id="{764DF68F-44D8-4A14-A8E3-92A5AAB2CB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15" name="任意多边形 5562">
                        <a:extLst>
                          <a:ext uri="{FF2B5EF4-FFF2-40B4-BE49-F238E27FC236}">
                            <a16:creationId xmlns:a16="http://schemas.microsoft.com/office/drawing/2014/main" id="{DBDD6E54-1C31-4B90-A88F-CF8C66F0C0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16" name="任意多边形 5563">
                        <a:extLst>
                          <a:ext uri="{FF2B5EF4-FFF2-40B4-BE49-F238E27FC236}">
                            <a16:creationId xmlns:a16="http://schemas.microsoft.com/office/drawing/2014/main" id="{9EDDCD88-0F30-4F8E-ADFF-AC5AF9D9D2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310" name="组合 1309">
                      <a:extLst>
                        <a:ext uri="{FF2B5EF4-FFF2-40B4-BE49-F238E27FC236}">
                          <a16:creationId xmlns:a16="http://schemas.microsoft.com/office/drawing/2014/main" id="{40F9152C-C055-46DA-910A-7C9CA0E299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1311" name="任意多边形 5558">
                        <a:extLst>
                          <a:ext uri="{FF2B5EF4-FFF2-40B4-BE49-F238E27FC236}">
                            <a16:creationId xmlns:a16="http://schemas.microsoft.com/office/drawing/2014/main" id="{1BE4AE8C-EA4C-447F-BB12-6A1A2950BE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12" name="任意多边形 5559">
                        <a:extLst>
                          <a:ext uri="{FF2B5EF4-FFF2-40B4-BE49-F238E27FC236}">
                            <a16:creationId xmlns:a16="http://schemas.microsoft.com/office/drawing/2014/main" id="{0E24D40E-356D-4023-A631-D214B65FCA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13" name="任意多边形 5560">
                        <a:extLst>
                          <a:ext uri="{FF2B5EF4-FFF2-40B4-BE49-F238E27FC236}">
                            <a16:creationId xmlns:a16="http://schemas.microsoft.com/office/drawing/2014/main" id="{62801FF5-E585-4381-AFFD-914BD55AF9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57" name="组合 1256">
                  <a:extLst>
                    <a:ext uri="{FF2B5EF4-FFF2-40B4-BE49-F238E27FC236}">
                      <a16:creationId xmlns:a16="http://schemas.microsoft.com/office/drawing/2014/main" id="{BE74C19F-5438-438A-B672-E3BD1A2D4712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1290" name="任意多边形 5537">
                    <a:extLst>
                      <a:ext uri="{FF2B5EF4-FFF2-40B4-BE49-F238E27FC236}">
                        <a16:creationId xmlns:a16="http://schemas.microsoft.com/office/drawing/2014/main" id="{EC902A74-8123-4E0F-9876-31701FFDA859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291" name="任意多边形 5538">
                    <a:extLst>
                      <a:ext uri="{FF2B5EF4-FFF2-40B4-BE49-F238E27FC236}">
                        <a16:creationId xmlns:a16="http://schemas.microsoft.com/office/drawing/2014/main" id="{D2B91338-207E-4A65-95DB-190390466A01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292" name="组合 1291">
                    <a:extLst>
                      <a:ext uri="{FF2B5EF4-FFF2-40B4-BE49-F238E27FC236}">
                        <a16:creationId xmlns:a16="http://schemas.microsoft.com/office/drawing/2014/main" id="{642656E7-8C26-4819-A661-4A1E52BB2B8F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1293" name="组合 1292">
                      <a:extLst>
                        <a:ext uri="{FF2B5EF4-FFF2-40B4-BE49-F238E27FC236}">
                          <a16:creationId xmlns:a16="http://schemas.microsoft.com/office/drawing/2014/main" id="{A1692862-8FA6-4CDD-AC0B-39B8165913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1302" name="任意多边形 5549">
                        <a:extLst>
                          <a:ext uri="{FF2B5EF4-FFF2-40B4-BE49-F238E27FC236}">
                            <a16:creationId xmlns:a16="http://schemas.microsoft.com/office/drawing/2014/main" id="{BC55AEE0-462D-43E9-B5BD-A0FD4096B4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03" name="任意多边形 5550">
                        <a:extLst>
                          <a:ext uri="{FF2B5EF4-FFF2-40B4-BE49-F238E27FC236}">
                            <a16:creationId xmlns:a16="http://schemas.microsoft.com/office/drawing/2014/main" id="{3C8F8A37-FF43-478A-A3C3-199BFB766B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04" name="任意多边形 5551">
                        <a:extLst>
                          <a:ext uri="{FF2B5EF4-FFF2-40B4-BE49-F238E27FC236}">
                            <a16:creationId xmlns:a16="http://schemas.microsoft.com/office/drawing/2014/main" id="{7CE65049-3580-4D45-BCFE-15B2C40524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94" name="组合 1293">
                      <a:extLst>
                        <a:ext uri="{FF2B5EF4-FFF2-40B4-BE49-F238E27FC236}">
                          <a16:creationId xmlns:a16="http://schemas.microsoft.com/office/drawing/2014/main" id="{D0185601-66D9-4E58-9497-44EF3206A3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1299" name="任意多边形 5546">
                        <a:extLst>
                          <a:ext uri="{FF2B5EF4-FFF2-40B4-BE49-F238E27FC236}">
                            <a16:creationId xmlns:a16="http://schemas.microsoft.com/office/drawing/2014/main" id="{D0CF9F4A-4AD6-4D1E-96BB-0C5E6B2292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00" name="任意多边形 5547">
                        <a:extLst>
                          <a:ext uri="{FF2B5EF4-FFF2-40B4-BE49-F238E27FC236}">
                            <a16:creationId xmlns:a16="http://schemas.microsoft.com/office/drawing/2014/main" id="{E8564683-CF6B-4E2D-8203-F0F5270B76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301" name="任意多边形 5548">
                        <a:extLst>
                          <a:ext uri="{FF2B5EF4-FFF2-40B4-BE49-F238E27FC236}">
                            <a16:creationId xmlns:a16="http://schemas.microsoft.com/office/drawing/2014/main" id="{49C7966D-2AE1-4FE8-8F61-469C134061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95" name="组合 1294">
                      <a:extLst>
                        <a:ext uri="{FF2B5EF4-FFF2-40B4-BE49-F238E27FC236}">
                          <a16:creationId xmlns:a16="http://schemas.microsoft.com/office/drawing/2014/main" id="{52608A39-1446-4B7E-B4C9-DF36D5CED9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1296" name="任意多边形 5543">
                        <a:extLst>
                          <a:ext uri="{FF2B5EF4-FFF2-40B4-BE49-F238E27FC236}">
                            <a16:creationId xmlns:a16="http://schemas.microsoft.com/office/drawing/2014/main" id="{8ECE8346-E499-440C-BB66-7C00352D4C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97" name="任意多边形 5544">
                        <a:extLst>
                          <a:ext uri="{FF2B5EF4-FFF2-40B4-BE49-F238E27FC236}">
                            <a16:creationId xmlns:a16="http://schemas.microsoft.com/office/drawing/2014/main" id="{A407E798-3309-42F5-9BBD-EF1088AA55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98" name="任意多边形 5545">
                        <a:extLst>
                          <a:ext uri="{FF2B5EF4-FFF2-40B4-BE49-F238E27FC236}">
                            <a16:creationId xmlns:a16="http://schemas.microsoft.com/office/drawing/2014/main" id="{C27BEF6C-8522-4C06-BBD1-71B1FF035F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58" name="组合 1257">
                  <a:extLst>
                    <a:ext uri="{FF2B5EF4-FFF2-40B4-BE49-F238E27FC236}">
                      <a16:creationId xmlns:a16="http://schemas.microsoft.com/office/drawing/2014/main" id="{111E72E2-4B7A-4187-8DCF-7BFBF3C3FDE2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1275" name="任意多边形 5522">
                    <a:extLst>
                      <a:ext uri="{FF2B5EF4-FFF2-40B4-BE49-F238E27FC236}">
                        <a16:creationId xmlns:a16="http://schemas.microsoft.com/office/drawing/2014/main" id="{8D9D28ED-7FC3-42BD-8381-421A3792DCE0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276" name="任意多边形 5523">
                    <a:extLst>
                      <a:ext uri="{FF2B5EF4-FFF2-40B4-BE49-F238E27FC236}">
                        <a16:creationId xmlns:a16="http://schemas.microsoft.com/office/drawing/2014/main" id="{272720A4-6565-435A-9F55-76775858D746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277" name="组合 1276">
                    <a:extLst>
                      <a:ext uri="{FF2B5EF4-FFF2-40B4-BE49-F238E27FC236}">
                        <a16:creationId xmlns:a16="http://schemas.microsoft.com/office/drawing/2014/main" id="{52643A60-9D9D-426A-A029-A211205CA194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1278" name="组合 1277">
                      <a:extLst>
                        <a:ext uri="{FF2B5EF4-FFF2-40B4-BE49-F238E27FC236}">
                          <a16:creationId xmlns:a16="http://schemas.microsoft.com/office/drawing/2014/main" id="{1BDCD837-A523-47F9-87B2-0989DE0E59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1287" name="任意多边形 5534">
                        <a:extLst>
                          <a:ext uri="{FF2B5EF4-FFF2-40B4-BE49-F238E27FC236}">
                            <a16:creationId xmlns:a16="http://schemas.microsoft.com/office/drawing/2014/main" id="{EDE15512-7F0C-436E-968A-FB45EB1EAE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88" name="任意多边形 5535">
                        <a:extLst>
                          <a:ext uri="{FF2B5EF4-FFF2-40B4-BE49-F238E27FC236}">
                            <a16:creationId xmlns:a16="http://schemas.microsoft.com/office/drawing/2014/main" id="{42212317-6ED6-46C9-911C-5CED2AF6D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89" name="任意多边形 5536">
                        <a:extLst>
                          <a:ext uri="{FF2B5EF4-FFF2-40B4-BE49-F238E27FC236}">
                            <a16:creationId xmlns:a16="http://schemas.microsoft.com/office/drawing/2014/main" id="{CA8E8021-3FB3-481D-A8D6-FBEB27D46B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79" name="组合 1278">
                      <a:extLst>
                        <a:ext uri="{FF2B5EF4-FFF2-40B4-BE49-F238E27FC236}">
                          <a16:creationId xmlns:a16="http://schemas.microsoft.com/office/drawing/2014/main" id="{5BCCE016-E4FE-407A-B1E0-58D98B2086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1284" name="任意多边形 5531">
                        <a:extLst>
                          <a:ext uri="{FF2B5EF4-FFF2-40B4-BE49-F238E27FC236}">
                            <a16:creationId xmlns:a16="http://schemas.microsoft.com/office/drawing/2014/main" id="{E69188F3-80D9-4288-97E0-E06837D4F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85" name="任意多边形 5532">
                        <a:extLst>
                          <a:ext uri="{FF2B5EF4-FFF2-40B4-BE49-F238E27FC236}">
                            <a16:creationId xmlns:a16="http://schemas.microsoft.com/office/drawing/2014/main" id="{2CC74700-279A-435D-BF76-E07AFCD748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86" name="任意多边形 5533">
                        <a:extLst>
                          <a:ext uri="{FF2B5EF4-FFF2-40B4-BE49-F238E27FC236}">
                            <a16:creationId xmlns:a16="http://schemas.microsoft.com/office/drawing/2014/main" id="{8B3319CD-C3F5-4613-9520-E54E228490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80" name="组合 1279">
                      <a:extLst>
                        <a:ext uri="{FF2B5EF4-FFF2-40B4-BE49-F238E27FC236}">
                          <a16:creationId xmlns:a16="http://schemas.microsoft.com/office/drawing/2014/main" id="{213E44D1-19ED-40BE-90C9-C53F85AC84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1281" name="任意多边形 5528">
                        <a:extLst>
                          <a:ext uri="{FF2B5EF4-FFF2-40B4-BE49-F238E27FC236}">
                            <a16:creationId xmlns:a16="http://schemas.microsoft.com/office/drawing/2014/main" id="{88A29CF7-594E-4E00-B394-887C3429B6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82" name="任意多边形 5529">
                        <a:extLst>
                          <a:ext uri="{FF2B5EF4-FFF2-40B4-BE49-F238E27FC236}">
                            <a16:creationId xmlns:a16="http://schemas.microsoft.com/office/drawing/2014/main" id="{67A19D85-54FC-4ABF-8676-72242C13B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83" name="任意多边形 5530">
                        <a:extLst>
                          <a:ext uri="{FF2B5EF4-FFF2-40B4-BE49-F238E27FC236}">
                            <a16:creationId xmlns:a16="http://schemas.microsoft.com/office/drawing/2014/main" id="{356EFAAD-9765-4224-AFF8-D5BAC60A3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259" name="组合 1258">
                  <a:extLst>
                    <a:ext uri="{FF2B5EF4-FFF2-40B4-BE49-F238E27FC236}">
                      <a16:creationId xmlns:a16="http://schemas.microsoft.com/office/drawing/2014/main" id="{B8F4C303-8164-4FF9-8085-C5E163E304EA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1260" name="任意多边形 5507">
                    <a:extLst>
                      <a:ext uri="{FF2B5EF4-FFF2-40B4-BE49-F238E27FC236}">
                        <a16:creationId xmlns:a16="http://schemas.microsoft.com/office/drawing/2014/main" id="{853F90D9-CD4A-4D9C-BBCA-13CF2AD23993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261" name="任意多边形 5508">
                    <a:extLst>
                      <a:ext uri="{FF2B5EF4-FFF2-40B4-BE49-F238E27FC236}">
                        <a16:creationId xmlns:a16="http://schemas.microsoft.com/office/drawing/2014/main" id="{05C1137E-DAC6-4349-992F-15946C5DE9B1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262" name="组合 1261">
                    <a:extLst>
                      <a:ext uri="{FF2B5EF4-FFF2-40B4-BE49-F238E27FC236}">
                        <a16:creationId xmlns:a16="http://schemas.microsoft.com/office/drawing/2014/main" id="{AEF8CDBD-7A68-404E-A173-5A8F5804E634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1263" name="组合 1262">
                      <a:extLst>
                        <a:ext uri="{FF2B5EF4-FFF2-40B4-BE49-F238E27FC236}">
                          <a16:creationId xmlns:a16="http://schemas.microsoft.com/office/drawing/2014/main" id="{438F8478-4B5B-4AC9-A287-10F710223F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1272" name="任意多边形 5519">
                        <a:extLst>
                          <a:ext uri="{FF2B5EF4-FFF2-40B4-BE49-F238E27FC236}">
                            <a16:creationId xmlns:a16="http://schemas.microsoft.com/office/drawing/2014/main" id="{6F0F0647-AE77-41D8-8F9A-11B955475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73" name="任意多边形 5520">
                        <a:extLst>
                          <a:ext uri="{FF2B5EF4-FFF2-40B4-BE49-F238E27FC236}">
                            <a16:creationId xmlns:a16="http://schemas.microsoft.com/office/drawing/2014/main" id="{02D2691C-AFF7-49F8-A03C-9098650E50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74" name="任意多边形 5521">
                        <a:extLst>
                          <a:ext uri="{FF2B5EF4-FFF2-40B4-BE49-F238E27FC236}">
                            <a16:creationId xmlns:a16="http://schemas.microsoft.com/office/drawing/2014/main" id="{1E6516D5-0D05-43C4-A3EC-3A86594401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64" name="组合 1263">
                      <a:extLst>
                        <a:ext uri="{FF2B5EF4-FFF2-40B4-BE49-F238E27FC236}">
                          <a16:creationId xmlns:a16="http://schemas.microsoft.com/office/drawing/2014/main" id="{174C9063-FE01-47B6-A757-D30B582744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1269" name="任意多边形 5516">
                        <a:extLst>
                          <a:ext uri="{FF2B5EF4-FFF2-40B4-BE49-F238E27FC236}">
                            <a16:creationId xmlns:a16="http://schemas.microsoft.com/office/drawing/2014/main" id="{4A4C757F-0962-4980-BA3D-8DEC2AA5E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70" name="任意多边形 5517">
                        <a:extLst>
                          <a:ext uri="{FF2B5EF4-FFF2-40B4-BE49-F238E27FC236}">
                            <a16:creationId xmlns:a16="http://schemas.microsoft.com/office/drawing/2014/main" id="{921714A8-3F69-4B37-BFAB-4969EE77E1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71" name="任意多边形 5518">
                        <a:extLst>
                          <a:ext uri="{FF2B5EF4-FFF2-40B4-BE49-F238E27FC236}">
                            <a16:creationId xmlns:a16="http://schemas.microsoft.com/office/drawing/2014/main" id="{00302641-0D6A-4529-940D-DD661161E0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265" name="组合 1264">
                      <a:extLst>
                        <a:ext uri="{FF2B5EF4-FFF2-40B4-BE49-F238E27FC236}">
                          <a16:creationId xmlns:a16="http://schemas.microsoft.com/office/drawing/2014/main" id="{FDEB61B6-B4C5-4BDB-B7A0-8F735777EC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1266" name="任意多边形 5513">
                        <a:extLst>
                          <a:ext uri="{FF2B5EF4-FFF2-40B4-BE49-F238E27FC236}">
                            <a16:creationId xmlns:a16="http://schemas.microsoft.com/office/drawing/2014/main" id="{5B631C0B-293F-4B88-8D05-C273267AEF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67" name="任意多边形 5514">
                        <a:extLst>
                          <a:ext uri="{FF2B5EF4-FFF2-40B4-BE49-F238E27FC236}">
                            <a16:creationId xmlns:a16="http://schemas.microsoft.com/office/drawing/2014/main" id="{D74AEE1B-6E8D-4AC3-9FE4-8BF2471E5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268" name="任意多边形 5515">
                        <a:extLst>
                          <a:ext uri="{FF2B5EF4-FFF2-40B4-BE49-F238E27FC236}">
                            <a16:creationId xmlns:a16="http://schemas.microsoft.com/office/drawing/2014/main" id="{00CC1E71-9F21-4D9F-96A9-68DB030C0D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grpSp>
        <p:nvGrpSpPr>
          <p:cNvPr id="2525" name="组合 2524">
            <a:extLst>
              <a:ext uri="{FF2B5EF4-FFF2-40B4-BE49-F238E27FC236}">
                <a16:creationId xmlns:a16="http://schemas.microsoft.com/office/drawing/2014/main" id="{22E933EE-C4BA-4483-A3AF-82E080A2E092}"/>
              </a:ext>
            </a:extLst>
          </p:cNvPr>
          <p:cNvGrpSpPr/>
          <p:nvPr/>
        </p:nvGrpSpPr>
        <p:grpSpPr>
          <a:xfrm>
            <a:off x="7899708" y="5418237"/>
            <a:ext cx="1264057" cy="636102"/>
            <a:chOff x="6504393" y="5415062"/>
            <a:chExt cx="1064158" cy="636102"/>
          </a:xfrm>
        </p:grpSpPr>
        <p:grpSp>
          <p:nvGrpSpPr>
            <p:cNvPr id="1647" name="视频分配器">
              <a:extLst>
                <a:ext uri="{FF2B5EF4-FFF2-40B4-BE49-F238E27FC236}">
                  <a16:creationId xmlns:a16="http://schemas.microsoft.com/office/drawing/2014/main" id="{5B4D60EC-E7FE-4DC2-B227-79755E50C8B4}"/>
                </a:ext>
              </a:extLst>
            </p:cNvPr>
            <p:cNvGrpSpPr/>
            <p:nvPr/>
          </p:nvGrpSpPr>
          <p:grpSpPr>
            <a:xfrm>
              <a:off x="6504393" y="5415062"/>
              <a:ext cx="1064157" cy="268252"/>
              <a:chOff x="4017555" y="5085739"/>
              <a:chExt cx="981420" cy="268252"/>
            </a:xfrm>
          </p:grpSpPr>
          <p:sp>
            <p:nvSpPr>
              <p:cNvPr id="1648" name="任意多边形 5895">
                <a:extLst>
                  <a:ext uri="{FF2B5EF4-FFF2-40B4-BE49-F238E27FC236}">
                    <a16:creationId xmlns:a16="http://schemas.microsoft.com/office/drawing/2014/main" id="{8C804927-1E71-46E9-9E68-36D78C65B7E7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1649" name="任意多边形 5896">
                <a:extLst>
                  <a:ext uri="{FF2B5EF4-FFF2-40B4-BE49-F238E27FC236}">
                    <a16:creationId xmlns:a16="http://schemas.microsoft.com/office/drawing/2014/main" id="{47D8B187-BC35-4170-B3FC-9E0F3E07A086}"/>
                  </a:ext>
                </a:extLst>
              </p:cNvPr>
              <p:cNvSpPr/>
              <p:nvPr/>
            </p:nvSpPr>
            <p:spPr>
              <a:xfrm>
                <a:off x="4017555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1650" name="组合 1649">
                <a:extLst>
                  <a:ext uri="{FF2B5EF4-FFF2-40B4-BE49-F238E27FC236}">
                    <a16:creationId xmlns:a16="http://schemas.microsoft.com/office/drawing/2014/main" id="{47BAE609-A7FC-4672-B0E3-F4681BB93736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2052" name="任意多边形 6299">
                  <a:extLst>
                    <a:ext uri="{FF2B5EF4-FFF2-40B4-BE49-F238E27FC236}">
                      <a16:creationId xmlns:a16="http://schemas.microsoft.com/office/drawing/2014/main" id="{7E880FB7-27A3-43E5-A08B-486ECC60487A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053" name="任意多边形 6300">
                  <a:extLst>
                    <a:ext uri="{FF2B5EF4-FFF2-40B4-BE49-F238E27FC236}">
                      <a16:creationId xmlns:a16="http://schemas.microsoft.com/office/drawing/2014/main" id="{5EF47D3D-B4C9-481E-A8D4-3B3B4EC6721B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054" name="任意多边形 6301">
                  <a:extLst>
                    <a:ext uri="{FF2B5EF4-FFF2-40B4-BE49-F238E27FC236}">
                      <a16:creationId xmlns:a16="http://schemas.microsoft.com/office/drawing/2014/main" id="{C909B235-8538-4FD6-8484-69E52F223BD2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1651" name="组合 1650">
                <a:extLst>
                  <a:ext uri="{FF2B5EF4-FFF2-40B4-BE49-F238E27FC236}">
                    <a16:creationId xmlns:a16="http://schemas.microsoft.com/office/drawing/2014/main" id="{11DAECE0-B7BA-4093-896F-25B4A587FDF7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2049" name="任意多边形 6296">
                  <a:extLst>
                    <a:ext uri="{FF2B5EF4-FFF2-40B4-BE49-F238E27FC236}">
                      <a16:creationId xmlns:a16="http://schemas.microsoft.com/office/drawing/2014/main" id="{399F33B0-840C-4CA2-8A6F-B95CC7BA62A3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050" name="任意多边形 6297">
                  <a:extLst>
                    <a:ext uri="{FF2B5EF4-FFF2-40B4-BE49-F238E27FC236}">
                      <a16:creationId xmlns:a16="http://schemas.microsoft.com/office/drawing/2014/main" id="{C8C68459-1254-49C7-B39C-98280B7AE4FF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051" name="任意多边形 6298">
                  <a:extLst>
                    <a:ext uri="{FF2B5EF4-FFF2-40B4-BE49-F238E27FC236}">
                      <a16:creationId xmlns:a16="http://schemas.microsoft.com/office/drawing/2014/main" id="{001EFFF0-79F3-4EF5-84F5-ED8ED92B6C93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1652" name="组合 1651">
                <a:extLst>
                  <a:ext uri="{FF2B5EF4-FFF2-40B4-BE49-F238E27FC236}">
                    <a16:creationId xmlns:a16="http://schemas.microsoft.com/office/drawing/2014/main" id="{D8468A72-71A9-47B8-83FA-E698AD2381C7}"/>
                  </a:ext>
                </a:extLst>
              </p:cNvPr>
              <p:cNvGrpSpPr/>
              <p:nvPr/>
            </p:nvGrpSpPr>
            <p:grpSpPr>
              <a:xfrm>
                <a:off x="4179114" y="5298744"/>
                <a:ext cx="21122" cy="25316"/>
                <a:chOff x="4179114" y="5298744"/>
                <a:chExt cx="21122" cy="25316"/>
              </a:xfrm>
            </p:grpSpPr>
            <p:sp>
              <p:nvSpPr>
                <p:cNvPr id="2046" name="任意多边形 6293">
                  <a:extLst>
                    <a:ext uri="{FF2B5EF4-FFF2-40B4-BE49-F238E27FC236}">
                      <a16:creationId xmlns:a16="http://schemas.microsoft.com/office/drawing/2014/main" id="{1FA5EF72-3CA4-449C-A10A-11737FD5D6F8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2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047" name="任意多边形 6294">
                  <a:extLst>
                    <a:ext uri="{FF2B5EF4-FFF2-40B4-BE49-F238E27FC236}">
                      <a16:creationId xmlns:a16="http://schemas.microsoft.com/office/drawing/2014/main" id="{FA548274-CFB5-42EB-A709-705F8250F8F9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048" name="任意多边形 6295">
                  <a:extLst>
                    <a:ext uri="{FF2B5EF4-FFF2-40B4-BE49-F238E27FC236}">
                      <a16:creationId xmlns:a16="http://schemas.microsoft.com/office/drawing/2014/main" id="{6668A343-4F57-4FAB-9700-554CCD8F4D7D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1653" name="任意多边形 5900">
                <a:extLst>
                  <a:ext uri="{FF2B5EF4-FFF2-40B4-BE49-F238E27FC236}">
                    <a16:creationId xmlns:a16="http://schemas.microsoft.com/office/drawing/2014/main" id="{57558854-3CD7-4545-9BAC-829554115FCB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1654" name="任意多边形 5901">
                <a:extLst>
                  <a:ext uri="{FF2B5EF4-FFF2-40B4-BE49-F238E27FC236}">
                    <a16:creationId xmlns:a16="http://schemas.microsoft.com/office/drawing/2014/main" id="{BBB47682-822E-4C04-9DBB-61DDD0E0D531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1655" name="任意多边形 5902">
                <a:extLst>
                  <a:ext uri="{FF2B5EF4-FFF2-40B4-BE49-F238E27FC236}">
                    <a16:creationId xmlns:a16="http://schemas.microsoft.com/office/drawing/2014/main" id="{8122CE18-D06F-464C-8CC7-5A3E280EB5C5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1656" name="任意多边形 5903">
                <a:extLst>
                  <a:ext uri="{FF2B5EF4-FFF2-40B4-BE49-F238E27FC236}">
                    <a16:creationId xmlns:a16="http://schemas.microsoft.com/office/drawing/2014/main" id="{97FF8FC0-CC67-4508-9743-FEF6AD8B9BDF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1657" name="任意多边形 5904">
                <a:extLst>
                  <a:ext uri="{FF2B5EF4-FFF2-40B4-BE49-F238E27FC236}">
                    <a16:creationId xmlns:a16="http://schemas.microsoft.com/office/drawing/2014/main" id="{38EA2BD0-39C1-4DD2-8308-B60D3E6ACDA3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1658" name="组合 1657">
                <a:extLst>
                  <a:ext uri="{FF2B5EF4-FFF2-40B4-BE49-F238E27FC236}">
                    <a16:creationId xmlns:a16="http://schemas.microsoft.com/office/drawing/2014/main" id="{5457E600-C6E8-4EFA-9A1C-577FEB6A23B5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1950" name="组合 1949">
                  <a:extLst>
                    <a:ext uri="{FF2B5EF4-FFF2-40B4-BE49-F238E27FC236}">
                      <a16:creationId xmlns:a16="http://schemas.microsoft.com/office/drawing/2014/main" id="{230DA5A6-FA63-4D2F-8D0F-C647F1AD5C3B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2031" name="任意多边形 6278">
                    <a:extLst>
                      <a:ext uri="{FF2B5EF4-FFF2-40B4-BE49-F238E27FC236}">
                        <a16:creationId xmlns:a16="http://schemas.microsoft.com/office/drawing/2014/main" id="{96E32F21-6D31-4E4E-B0EC-17120A512B99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032" name="任意多边形 6279">
                    <a:extLst>
                      <a:ext uri="{FF2B5EF4-FFF2-40B4-BE49-F238E27FC236}">
                        <a16:creationId xmlns:a16="http://schemas.microsoft.com/office/drawing/2014/main" id="{C3961C79-D08A-4464-AFA7-35CBC89CBCF3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033" name="组合 2032">
                    <a:extLst>
                      <a:ext uri="{FF2B5EF4-FFF2-40B4-BE49-F238E27FC236}">
                        <a16:creationId xmlns:a16="http://schemas.microsoft.com/office/drawing/2014/main" id="{7179388F-F44D-431B-8846-CD842F9AC225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2034" name="组合 2033">
                      <a:extLst>
                        <a:ext uri="{FF2B5EF4-FFF2-40B4-BE49-F238E27FC236}">
                          <a16:creationId xmlns:a16="http://schemas.microsoft.com/office/drawing/2014/main" id="{A6EA8AB2-54C6-4F08-A4FC-E206435A1D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2043" name="任意多边形 6290">
                        <a:extLst>
                          <a:ext uri="{FF2B5EF4-FFF2-40B4-BE49-F238E27FC236}">
                            <a16:creationId xmlns:a16="http://schemas.microsoft.com/office/drawing/2014/main" id="{1FD7D60F-2E17-4182-8775-ACA01166F3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44" name="任意多边形 6291">
                        <a:extLst>
                          <a:ext uri="{FF2B5EF4-FFF2-40B4-BE49-F238E27FC236}">
                            <a16:creationId xmlns:a16="http://schemas.microsoft.com/office/drawing/2014/main" id="{5F51EC1D-DEA8-446F-BF6F-B26536ED79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45" name="任意多边形 6292">
                        <a:extLst>
                          <a:ext uri="{FF2B5EF4-FFF2-40B4-BE49-F238E27FC236}">
                            <a16:creationId xmlns:a16="http://schemas.microsoft.com/office/drawing/2014/main" id="{DF154068-6DC0-4C53-8AEC-EB489FE4E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35" name="组合 2034">
                      <a:extLst>
                        <a:ext uri="{FF2B5EF4-FFF2-40B4-BE49-F238E27FC236}">
                          <a16:creationId xmlns:a16="http://schemas.microsoft.com/office/drawing/2014/main" id="{79E85B21-969E-42D0-89E3-804E6F5008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2040" name="任意多边形 6287">
                        <a:extLst>
                          <a:ext uri="{FF2B5EF4-FFF2-40B4-BE49-F238E27FC236}">
                            <a16:creationId xmlns:a16="http://schemas.microsoft.com/office/drawing/2014/main" id="{22EFDCB8-32F7-4FD1-BC18-0F21944B52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41" name="任意多边形 6288">
                        <a:extLst>
                          <a:ext uri="{FF2B5EF4-FFF2-40B4-BE49-F238E27FC236}">
                            <a16:creationId xmlns:a16="http://schemas.microsoft.com/office/drawing/2014/main" id="{41095758-6D9D-4C46-AF6C-024E6B58AB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42" name="任意多边形 6289">
                        <a:extLst>
                          <a:ext uri="{FF2B5EF4-FFF2-40B4-BE49-F238E27FC236}">
                            <a16:creationId xmlns:a16="http://schemas.microsoft.com/office/drawing/2014/main" id="{A814F009-D288-4A97-9D2F-97A2846AC2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36" name="组合 2035">
                      <a:extLst>
                        <a:ext uri="{FF2B5EF4-FFF2-40B4-BE49-F238E27FC236}">
                          <a16:creationId xmlns:a16="http://schemas.microsoft.com/office/drawing/2014/main" id="{7E6F2DEA-B46A-4C1B-A75E-527ABA0DA5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2037" name="任意多边形 6284">
                        <a:extLst>
                          <a:ext uri="{FF2B5EF4-FFF2-40B4-BE49-F238E27FC236}">
                            <a16:creationId xmlns:a16="http://schemas.microsoft.com/office/drawing/2014/main" id="{C4C6F320-2CFB-47F5-9038-13D5434171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38" name="任意多边形 6285">
                        <a:extLst>
                          <a:ext uri="{FF2B5EF4-FFF2-40B4-BE49-F238E27FC236}">
                            <a16:creationId xmlns:a16="http://schemas.microsoft.com/office/drawing/2014/main" id="{A0ACDB76-07B8-4C76-8B82-0ED0D71677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39" name="任意多边形 6286">
                        <a:extLst>
                          <a:ext uri="{FF2B5EF4-FFF2-40B4-BE49-F238E27FC236}">
                            <a16:creationId xmlns:a16="http://schemas.microsoft.com/office/drawing/2014/main" id="{2731E50E-03B7-4FFE-A6D9-EFB4D89EB0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951" name="组合 1950">
                  <a:extLst>
                    <a:ext uri="{FF2B5EF4-FFF2-40B4-BE49-F238E27FC236}">
                      <a16:creationId xmlns:a16="http://schemas.microsoft.com/office/drawing/2014/main" id="{288486E8-1E7F-44A1-B2EC-39720D67E246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2016" name="任意多边形 6263">
                    <a:extLst>
                      <a:ext uri="{FF2B5EF4-FFF2-40B4-BE49-F238E27FC236}">
                        <a16:creationId xmlns:a16="http://schemas.microsoft.com/office/drawing/2014/main" id="{8122C2E4-AEFB-4DBE-8758-C86C199EF976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017" name="任意多边形 6264">
                    <a:extLst>
                      <a:ext uri="{FF2B5EF4-FFF2-40B4-BE49-F238E27FC236}">
                        <a16:creationId xmlns:a16="http://schemas.microsoft.com/office/drawing/2014/main" id="{3A148867-1C34-4829-9DD1-3C441034E078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018" name="组合 2017">
                    <a:extLst>
                      <a:ext uri="{FF2B5EF4-FFF2-40B4-BE49-F238E27FC236}">
                        <a16:creationId xmlns:a16="http://schemas.microsoft.com/office/drawing/2014/main" id="{042EA575-DBA3-498C-A9C0-369F6215C5E5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2019" name="组合 2018">
                      <a:extLst>
                        <a:ext uri="{FF2B5EF4-FFF2-40B4-BE49-F238E27FC236}">
                          <a16:creationId xmlns:a16="http://schemas.microsoft.com/office/drawing/2014/main" id="{B9355F26-43C7-436B-92EE-8DAC735F17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2028" name="任意多边形 6275">
                        <a:extLst>
                          <a:ext uri="{FF2B5EF4-FFF2-40B4-BE49-F238E27FC236}">
                            <a16:creationId xmlns:a16="http://schemas.microsoft.com/office/drawing/2014/main" id="{0F233D7C-9B22-450C-9C83-C3B8543033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29" name="任意多边形 6276">
                        <a:extLst>
                          <a:ext uri="{FF2B5EF4-FFF2-40B4-BE49-F238E27FC236}">
                            <a16:creationId xmlns:a16="http://schemas.microsoft.com/office/drawing/2014/main" id="{8194B4DE-E304-46D2-AE9F-5DC9E3B98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30" name="任意多边形 6277">
                        <a:extLst>
                          <a:ext uri="{FF2B5EF4-FFF2-40B4-BE49-F238E27FC236}">
                            <a16:creationId xmlns:a16="http://schemas.microsoft.com/office/drawing/2014/main" id="{190E89F8-6BAA-402D-8599-33DB2E7006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20" name="组合 2019">
                      <a:extLst>
                        <a:ext uri="{FF2B5EF4-FFF2-40B4-BE49-F238E27FC236}">
                          <a16:creationId xmlns:a16="http://schemas.microsoft.com/office/drawing/2014/main" id="{16CA0965-0872-4598-B2B1-4D2D459C35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2025" name="任意多边形 6272">
                        <a:extLst>
                          <a:ext uri="{FF2B5EF4-FFF2-40B4-BE49-F238E27FC236}">
                            <a16:creationId xmlns:a16="http://schemas.microsoft.com/office/drawing/2014/main" id="{09E550D7-4C73-4C05-A790-EA4827D44E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26" name="任意多边形 6273">
                        <a:extLst>
                          <a:ext uri="{FF2B5EF4-FFF2-40B4-BE49-F238E27FC236}">
                            <a16:creationId xmlns:a16="http://schemas.microsoft.com/office/drawing/2014/main" id="{DE4B5D95-286A-4F73-897A-B37270B286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27" name="任意多边形 6274">
                        <a:extLst>
                          <a:ext uri="{FF2B5EF4-FFF2-40B4-BE49-F238E27FC236}">
                            <a16:creationId xmlns:a16="http://schemas.microsoft.com/office/drawing/2014/main" id="{DC406037-44A5-4C14-96C1-AD44C79FFF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21" name="组合 2020">
                      <a:extLst>
                        <a:ext uri="{FF2B5EF4-FFF2-40B4-BE49-F238E27FC236}">
                          <a16:creationId xmlns:a16="http://schemas.microsoft.com/office/drawing/2014/main" id="{903EEF25-A805-4A00-8A86-9D98ACA43C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2022" name="任意多边形 6269">
                        <a:extLst>
                          <a:ext uri="{FF2B5EF4-FFF2-40B4-BE49-F238E27FC236}">
                            <a16:creationId xmlns:a16="http://schemas.microsoft.com/office/drawing/2014/main" id="{74C9105C-5F97-416F-A7DD-6AA3E665E0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23" name="任意多边形 6270">
                        <a:extLst>
                          <a:ext uri="{FF2B5EF4-FFF2-40B4-BE49-F238E27FC236}">
                            <a16:creationId xmlns:a16="http://schemas.microsoft.com/office/drawing/2014/main" id="{55143FD2-3B1C-4BEA-B39E-0A69DE9193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24" name="任意多边形 6271">
                        <a:extLst>
                          <a:ext uri="{FF2B5EF4-FFF2-40B4-BE49-F238E27FC236}">
                            <a16:creationId xmlns:a16="http://schemas.microsoft.com/office/drawing/2014/main" id="{4C06E495-EE02-4258-B3C9-1E8D7A73D0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952" name="组合 1951">
                  <a:extLst>
                    <a:ext uri="{FF2B5EF4-FFF2-40B4-BE49-F238E27FC236}">
                      <a16:creationId xmlns:a16="http://schemas.microsoft.com/office/drawing/2014/main" id="{570C03EC-2186-4B8C-B1E5-E5F547E389BE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2001" name="任意多边形 6248">
                    <a:extLst>
                      <a:ext uri="{FF2B5EF4-FFF2-40B4-BE49-F238E27FC236}">
                        <a16:creationId xmlns:a16="http://schemas.microsoft.com/office/drawing/2014/main" id="{08E9AE90-CD6F-4D51-8EF3-ED287718F280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002" name="任意多边形 6249">
                    <a:extLst>
                      <a:ext uri="{FF2B5EF4-FFF2-40B4-BE49-F238E27FC236}">
                        <a16:creationId xmlns:a16="http://schemas.microsoft.com/office/drawing/2014/main" id="{69AC1F2E-A43A-41CD-B38F-00B32FCED99B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003" name="组合 2002">
                    <a:extLst>
                      <a:ext uri="{FF2B5EF4-FFF2-40B4-BE49-F238E27FC236}">
                        <a16:creationId xmlns:a16="http://schemas.microsoft.com/office/drawing/2014/main" id="{D81A1755-15BD-4D57-ABBE-EBE6EA34537B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2004" name="组合 2003">
                      <a:extLst>
                        <a:ext uri="{FF2B5EF4-FFF2-40B4-BE49-F238E27FC236}">
                          <a16:creationId xmlns:a16="http://schemas.microsoft.com/office/drawing/2014/main" id="{58E51150-2A52-42F7-9B20-F470267081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2013" name="任意多边形 6260">
                        <a:extLst>
                          <a:ext uri="{FF2B5EF4-FFF2-40B4-BE49-F238E27FC236}">
                            <a16:creationId xmlns:a16="http://schemas.microsoft.com/office/drawing/2014/main" id="{F017C7A7-AE08-4A1E-8374-9088075DD9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14" name="任意多边形 6261">
                        <a:extLst>
                          <a:ext uri="{FF2B5EF4-FFF2-40B4-BE49-F238E27FC236}">
                            <a16:creationId xmlns:a16="http://schemas.microsoft.com/office/drawing/2014/main" id="{9847CAF8-80A4-47B7-8980-A1BF79D4BD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15" name="任意多边形 6262">
                        <a:extLst>
                          <a:ext uri="{FF2B5EF4-FFF2-40B4-BE49-F238E27FC236}">
                            <a16:creationId xmlns:a16="http://schemas.microsoft.com/office/drawing/2014/main" id="{027C8A4C-3A08-4D84-86E8-3E6BFD2C49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05" name="组合 2004">
                      <a:extLst>
                        <a:ext uri="{FF2B5EF4-FFF2-40B4-BE49-F238E27FC236}">
                          <a16:creationId xmlns:a16="http://schemas.microsoft.com/office/drawing/2014/main" id="{A140B01F-6178-4D24-881D-05E6CCA376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2010" name="任意多边形 6257">
                        <a:extLst>
                          <a:ext uri="{FF2B5EF4-FFF2-40B4-BE49-F238E27FC236}">
                            <a16:creationId xmlns:a16="http://schemas.microsoft.com/office/drawing/2014/main" id="{66BD3558-6E6E-4F21-9044-9F62DFAB42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11" name="任意多边形 6258">
                        <a:extLst>
                          <a:ext uri="{FF2B5EF4-FFF2-40B4-BE49-F238E27FC236}">
                            <a16:creationId xmlns:a16="http://schemas.microsoft.com/office/drawing/2014/main" id="{60D3E5A0-A8C0-45CF-B541-83558BBF08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12" name="任意多边形 6259">
                        <a:extLst>
                          <a:ext uri="{FF2B5EF4-FFF2-40B4-BE49-F238E27FC236}">
                            <a16:creationId xmlns:a16="http://schemas.microsoft.com/office/drawing/2014/main" id="{A12EB4AF-2212-4341-866C-4EF649ABC6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06" name="组合 2005">
                      <a:extLst>
                        <a:ext uri="{FF2B5EF4-FFF2-40B4-BE49-F238E27FC236}">
                          <a16:creationId xmlns:a16="http://schemas.microsoft.com/office/drawing/2014/main" id="{2A04E949-A686-4DEE-A767-DF83083890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2007" name="任意多边形 6254">
                        <a:extLst>
                          <a:ext uri="{FF2B5EF4-FFF2-40B4-BE49-F238E27FC236}">
                            <a16:creationId xmlns:a16="http://schemas.microsoft.com/office/drawing/2014/main" id="{552C0D7D-6CF6-4475-A258-6AAAA4B656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08" name="任意多边形 6255">
                        <a:extLst>
                          <a:ext uri="{FF2B5EF4-FFF2-40B4-BE49-F238E27FC236}">
                            <a16:creationId xmlns:a16="http://schemas.microsoft.com/office/drawing/2014/main" id="{7E21F28E-3838-4E93-8FD7-93BA456320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09" name="任意多边形 6256">
                        <a:extLst>
                          <a:ext uri="{FF2B5EF4-FFF2-40B4-BE49-F238E27FC236}">
                            <a16:creationId xmlns:a16="http://schemas.microsoft.com/office/drawing/2014/main" id="{290D996D-2BB1-4EF2-B739-821D25FF6D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953" name="组合 1952">
                  <a:extLst>
                    <a:ext uri="{FF2B5EF4-FFF2-40B4-BE49-F238E27FC236}">
                      <a16:creationId xmlns:a16="http://schemas.microsoft.com/office/drawing/2014/main" id="{C306A78F-645A-4A5C-B44B-31D71A392D72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1986" name="任意多边形 6233">
                    <a:extLst>
                      <a:ext uri="{FF2B5EF4-FFF2-40B4-BE49-F238E27FC236}">
                        <a16:creationId xmlns:a16="http://schemas.microsoft.com/office/drawing/2014/main" id="{9529B04A-450A-4707-B3BB-981190A5015F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987" name="任意多边形 6234">
                    <a:extLst>
                      <a:ext uri="{FF2B5EF4-FFF2-40B4-BE49-F238E27FC236}">
                        <a16:creationId xmlns:a16="http://schemas.microsoft.com/office/drawing/2014/main" id="{12EB76B8-2139-480E-8BA8-302A7A507143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988" name="组合 1987">
                    <a:extLst>
                      <a:ext uri="{FF2B5EF4-FFF2-40B4-BE49-F238E27FC236}">
                        <a16:creationId xmlns:a16="http://schemas.microsoft.com/office/drawing/2014/main" id="{6F01E840-1752-45C1-9126-1F7C4EFFC515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1989" name="组合 1988">
                      <a:extLst>
                        <a:ext uri="{FF2B5EF4-FFF2-40B4-BE49-F238E27FC236}">
                          <a16:creationId xmlns:a16="http://schemas.microsoft.com/office/drawing/2014/main" id="{DB1FF237-7403-44BA-B1B9-9B4D53A2D7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1998" name="任意多边形 6245">
                        <a:extLst>
                          <a:ext uri="{FF2B5EF4-FFF2-40B4-BE49-F238E27FC236}">
                            <a16:creationId xmlns:a16="http://schemas.microsoft.com/office/drawing/2014/main" id="{D8131162-18A8-4C00-A7B2-53EFF07316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99" name="任意多边形 6246">
                        <a:extLst>
                          <a:ext uri="{FF2B5EF4-FFF2-40B4-BE49-F238E27FC236}">
                            <a16:creationId xmlns:a16="http://schemas.microsoft.com/office/drawing/2014/main" id="{F71B748E-F6C5-4B25-924A-F84C126F02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00" name="任意多边形 6247">
                        <a:extLst>
                          <a:ext uri="{FF2B5EF4-FFF2-40B4-BE49-F238E27FC236}">
                            <a16:creationId xmlns:a16="http://schemas.microsoft.com/office/drawing/2014/main" id="{E630FF26-E997-49FB-B955-446D851881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90" name="组合 1989">
                      <a:extLst>
                        <a:ext uri="{FF2B5EF4-FFF2-40B4-BE49-F238E27FC236}">
                          <a16:creationId xmlns:a16="http://schemas.microsoft.com/office/drawing/2014/main" id="{9F7EFE0A-6A64-403D-800B-0FCEC4B6B5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1995" name="任意多边形 6242">
                        <a:extLst>
                          <a:ext uri="{FF2B5EF4-FFF2-40B4-BE49-F238E27FC236}">
                            <a16:creationId xmlns:a16="http://schemas.microsoft.com/office/drawing/2014/main" id="{FB6FA28C-E830-4437-9D9F-79F1D76026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96" name="任意多边形 6243">
                        <a:extLst>
                          <a:ext uri="{FF2B5EF4-FFF2-40B4-BE49-F238E27FC236}">
                            <a16:creationId xmlns:a16="http://schemas.microsoft.com/office/drawing/2014/main" id="{614DA45C-817A-412D-807E-AA6320ABE2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97" name="任意多边形 6244">
                        <a:extLst>
                          <a:ext uri="{FF2B5EF4-FFF2-40B4-BE49-F238E27FC236}">
                            <a16:creationId xmlns:a16="http://schemas.microsoft.com/office/drawing/2014/main" id="{4AB59A31-FBD1-41C2-908C-C2325F5690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91" name="组合 1990">
                      <a:extLst>
                        <a:ext uri="{FF2B5EF4-FFF2-40B4-BE49-F238E27FC236}">
                          <a16:creationId xmlns:a16="http://schemas.microsoft.com/office/drawing/2014/main" id="{EACD18B5-6E92-4CD3-8EE7-38499F31DC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1992" name="任意多边形 6239">
                        <a:extLst>
                          <a:ext uri="{FF2B5EF4-FFF2-40B4-BE49-F238E27FC236}">
                            <a16:creationId xmlns:a16="http://schemas.microsoft.com/office/drawing/2014/main" id="{E21C15E4-A93C-4867-B59B-73B0B7FCEB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93" name="任意多边形 6240">
                        <a:extLst>
                          <a:ext uri="{FF2B5EF4-FFF2-40B4-BE49-F238E27FC236}">
                            <a16:creationId xmlns:a16="http://schemas.microsoft.com/office/drawing/2014/main" id="{49F9269D-FD10-41E5-BEF3-9812188F56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94" name="任意多边形 6241">
                        <a:extLst>
                          <a:ext uri="{FF2B5EF4-FFF2-40B4-BE49-F238E27FC236}">
                            <a16:creationId xmlns:a16="http://schemas.microsoft.com/office/drawing/2014/main" id="{03F8E4BF-6739-448F-888B-9AC9E6034E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954" name="组合 1953">
                  <a:extLst>
                    <a:ext uri="{FF2B5EF4-FFF2-40B4-BE49-F238E27FC236}">
                      <a16:creationId xmlns:a16="http://schemas.microsoft.com/office/drawing/2014/main" id="{F786A340-F450-4C81-99AF-A67FF2DAF267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1971" name="任意多边形 6218">
                    <a:extLst>
                      <a:ext uri="{FF2B5EF4-FFF2-40B4-BE49-F238E27FC236}">
                        <a16:creationId xmlns:a16="http://schemas.microsoft.com/office/drawing/2014/main" id="{376A3177-0E77-47E2-A25F-C0F16FFB16B4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972" name="任意多边形 6219">
                    <a:extLst>
                      <a:ext uri="{FF2B5EF4-FFF2-40B4-BE49-F238E27FC236}">
                        <a16:creationId xmlns:a16="http://schemas.microsoft.com/office/drawing/2014/main" id="{6173CAC0-B4BC-4175-B11A-973D8C1FC011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973" name="组合 1972">
                    <a:extLst>
                      <a:ext uri="{FF2B5EF4-FFF2-40B4-BE49-F238E27FC236}">
                        <a16:creationId xmlns:a16="http://schemas.microsoft.com/office/drawing/2014/main" id="{40A4B069-3A5C-41EA-B040-0D5E6D7D9137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1974" name="组合 1973">
                      <a:extLst>
                        <a:ext uri="{FF2B5EF4-FFF2-40B4-BE49-F238E27FC236}">
                          <a16:creationId xmlns:a16="http://schemas.microsoft.com/office/drawing/2014/main" id="{AA77A018-6CD0-4E3C-90E6-E4959B781C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1983" name="任意多边形 6230">
                        <a:extLst>
                          <a:ext uri="{FF2B5EF4-FFF2-40B4-BE49-F238E27FC236}">
                            <a16:creationId xmlns:a16="http://schemas.microsoft.com/office/drawing/2014/main" id="{A9FC7BF8-4937-49BE-B6F1-CD03F1AA92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84" name="任意多边形 6231">
                        <a:extLst>
                          <a:ext uri="{FF2B5EF4-FFF2-40B4-BE49-F238E27FC236}">
                            <a16:creationId xmlns:a16="http://schemas.microsoft.com/office/drawing/2014/main" id="{2DDB18C8-87F6-4ED8-A0F2-D9F4CBA2BE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85" name="任意多边形 6232">
                        <a:extLst>
                          <a:ext uri="{FF2B5EF4-FFF2-40B4-BE49-F238E27FC236}">
                            <a16:creationId xmlns:a16="http://schemas.microsoft.com/office/drawing/2014/main" id="{E7281289-48B9-4E26-9720-291BC57DD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75" name="组合 1974">
                      <a:extLst>
                        <a:ext uri="{FF2B5EF4-FFF2-40B4-BE49-F238E27FC236}">
                          <a16:creationId xmlns:a16="http://schemas.microsoft.com/office/drawing/2014/main" id="{2ACA5D75-4A07-490C-825B-0D8288FB57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1980" name="任意多边形 6227">
                        <a:extLst>
                          <a:ext uri="{FF2B5EF4-FFF2-40B4-BE49-F238E27FC236}">
                            <a16:creationId xmlns:a16="http://schemas.microsoft.com/office/drawing/2014/main" id="{C10F4BC7-C8BE-43B0-90FE-638A958FF5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81" name="任意多边形 6228">
                        <a:extLst>
                          <a:ext uri="{FF2B5EF4-FFF2-40B4-BE49-F238E27FC236}">
                            <a16:creationId xmlns:a16="http://schemas.microsoft.com/office/drawing/2014/main" id="{97B35B4A-EAFC-4347-8FE9-C1C60B9D2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82" name="任意多边形 6229">
                        <a:extLst>
                          <a:ext uri="{FF2B5EF4-FFF2-40B4-BE49-F238E27FC236}">
                            <a16:creationId xmlns:a16="http://schemas.microsoft.com/office/drawing/2014/main" id="{852D2078-66A8-47C9-B466-168681C6C4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76" name="组合 1975">
                      <a:extLst>
                        <a:ext uri="{FF2B5EF4-FFF2-40B4-BE49-F238E27FC236}">
                          <a16:creationId xmlns:a16="http://schemas.microsoft.com/office/drawing/2014/main" id="{AD617952-C7D9-4E8A-9B30-BE4BA22129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1977" name="任意多边形 6224">
                        <a:extLst>
                          <a:ext uri="{FF2B5EF4-FFF2-40B4-BE49-F238E27FC236}">
                            <a16:creationId xmlns:a16="http://schemas.microsoft.com/office/drawing/2014/main" id="{CAA645D3-0D5E-4E90-B40B-364508B662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78" name="任意多边形 6225">
                        <a:extLst>
                          <a:ext uri="{FF2B5EF4-FFF2-40B4-BE49-F238E27FC236}">
                            <a16:creationId xmlns:a16="http://schemas.microsoft.com/office/drawing/2014/main" id="{E92193EF-D737-458A-B98A-DF9DD66EFA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79" name="任意多边形 6226">
                        <a:extLst>
                          <a:ext uri="{FF2B5EF4-FFF2-40B4-BE49-F238E27FC236}">
                            <a16:creationId xmlns:a16="http://schemas.microsoft.com/office/drawing/2014/main" id="{4FDE97C8-BDA6-4DE4-A84E-2CB37B14C7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955" name="组合 1954">
                  <a:extLst>
                    <a:ext uri="{FF2B5EF4-FFF2-40B4-BE49-F238E27FC236}">
                      <a16:creationId xmlns:a16="http://schemas.microsoft.com/office/drawing/2014/main" id="{F453B6F7-AE68-45D1-BD71-90BA2C66A33D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1956" name="任意多边形 6203">
                    <a:extLst>
                      <a:ext uri="{FF2B5EF4-FFF2-40B4-BE49-F238E27FC236}">
                        <a16:creationId xmlns:a16="http://schemas.microsoft.com/office/drawing/2014/main" id="{FB576541-FE6D-480B-AD17-738C75DD5F16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957" name="任意多边形 6204">
                    <a:extLst>
                      <a:ext uri="{FF2B5EF4-FFF2-40B4-BE49-F238E27FC236}">
                        <a16:creationId xmlns:a16="http://schemas.microsoft.com/office/drawing/2014/main" id="{3AB5EC46-55E4-46E7-A7AF-DB6707CE2C3D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958" name="组合 1957">
                    <a:extLst>
                      <a:ext uri="{FF2B5EF4-FFF2-40B4-BE49-F238E27FC236}">
                        <a16:creationId xmlns:a16="http://schemas.microsoft.com/office/drawing/2014/main" id="{B81B71A2-3529-440E-B768-990D7894E74B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1959" name="组合 1958">
                      <a:extLst>
                        <a:ext uri="{FF2B5EF4-FFF2-40B4-BE49-F238E27FC236}">
                          <a16:creationId xmlns:a16="http://schemas.microsoft.com/office/drawing/2014/main" id="{CDBC5F29-DAC7-40B6-9FDC-3B9CF73CD0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1968" name="任意多边形 6215">
                        <a:extLst>
                          <a:ext uri="{FF2B5EF4-FFF2-40B4-BE49-F238E27FC236}">
                            <a16:creationId xmlns:a16="http://schemas.microsoft.com/office/drawing/2014/main" id="{E5A6517C-08A2-46A2-A867-2FCA054E57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69" name="任意多边形 6216">
                        <a:extLst>
                          <a:ext uri="{FF2B5EF4-FFF2-40B4-BE49-F238E27FC236}">
                            <a16:creationId xmlns:a16="http://schemas.microsoft.com/office/drawing/2014/main" id="{94C9748A-482D-4855-AFB3-6DA9702171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70" name="任意多边形 6217">
                        <a:extLst>
                          <a:ext uri="{FF2B5EF4-FFF2-40B4-BE49-F238E27FC236}">
                            <a16:creationId xmlns:a16="http://schemas.microsoft.com/office/drawing/2014/main" id="{E1F8BCC1-7729-48EC-A663-2FFCFBEE0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60" name="组合 1959">
                      <a:extLst>
                        <a:ext uri="{FF2B5EF4-FFF2-40B4-BE49-F238E27FC236}">
                          <a16:creationId xmlns:a16="http://schemas.microsoft.com/office/drawing/2014/main" id="{049088C0-0279-4F20-BCD1-B7A77EAE0C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1965" name="任意多边形 6212">
                        <a:extLst>
                          <a:ext uri="{FF2B5EF4-FFF2-40B4-BE49-F238E27FC236}">
                            <a16:creationId xmlns:a16="http://schemas.microsoft.com/office/drawing/2014/main" id="{7E5A0322-84AF-43CA-9BC6-97811AB6D4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66" name="任意多边形 6213">
                        <a:extLst>
                          <a:ext uri="{FF2B5EF4-FFF2-40B4-BE49-F238E27FC236}">
                            <a16:creationId xmlns:a16="http://schemas.microsoft.com/office/drawing/2014/main" id="{EB4B95D0-0EE4-40E6-A88B-F50189F4B7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67" name="任意多边形 6214">
                        <a:extLst>
                          <a:ext uri="{FF2B5EF4-FFF2-40B4-BE49-F238E27FC236}">
                            <a16:creationId xmlns:a16="http://schemas.microsoft.com/office/drawing/2014/main" id="{F8EBDA4B-58F8-4E69-86DE-768FE9E1B9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61" name="组合 1960">
                      <a:extLst>
                        <a:ext uri="{FF2B5EF4-FFF2-40B4-BE49-F238E27FC236}">
                          <a16:creationId xmlns:a16="http://schemas.microsoft.com/office/drawing/2014/main" id="{EE73F856-4E95-455B-8D37-C08F86C48A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1962" name="任意多边形 6209">
                        <a:extLst>
                          <a:ext uri="{FF2B5EF4-FFF2-40B4-BE49-F238E27FC236}">
                            <a16:creationId xmlns:a16="http://schemas.microsoft.com/office/drawing/2014/main" id="{CFB9E59D-A3D2-46BE-A585-66E654BC80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63" name="任意多边形 6210">
                        <a:extLst>
                          <a:ext uri="{FF2B5EF4-FFF2-40B4-BE49-F238E27FC236}">
                            <a16:creationId xmlns:a16="http://schemas.microsoft.com/office/drawing/2014/main" id="{CBF0D10E-F44C-4A82-B6D9-586AD6AED5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64" name="任意多边形 6211">
                        <a:extLst>
                          <a:ext uri="{FF2B5EF4-FFF2-40B4-BE49-F238E27FC236}">
                            <a16:creationId xmlns:a16="http://schemas.microsoft.com/office/drawing/2014/main" id="{E17C813D-0298-4E13-BD7A-0D8EC45AB2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1659" name="组合 1658">
                <a:extLst>
                  <a:ext uri="{FF2B5EF4-FFF2-40B4-BE49-F238E27FC236}">
                    <a16:creationId xmlns:a16="http://schemas.microsoft.com/office/drawing/2014/main" id="{17AFE6AD-F407-4542-8430-7F7F02BC721F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1854" name="组合 1853">
                  <a:extLst>
                    <a:ext uri="{FF2B5EF4-FFF2-40B4-BE49-F238E27FC236}">
                      <a16:creationId xmlns:a16="http://schemas.microsoft.com/office/drawing/2014/main" id="{54E9951F-DB64-4455-86E3-608EE641AFF7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1935" name="任意多边形 6182">
                    <a:extLst>
                      <a:ext uri="{FF2B5EF4-FFF2-40B4-BE49-F238E27FC236}">
                        <a16:creationId xmlns:a16="http://schemas.microsoft.com/office/drawing/2014/main" id="{79025D8D-FD74-4DE0-847F-FF2A90ADCAA5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936" name="任意多边形 6183">
                    <a:extLst>
                      <a:ext uri="{FF2B5EF4-FFF2-40B4-BE49-F238E27FC236}">
                        <a16:creationId xmlns:a16="http://schemas.microsoft.com/office/drawing/2014/main" id="{C6AE889C-DBE5-4305-BCEF-75F3AD437CC2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937" name="组合 1936">
                    <a:extLst>
                      <a:ext uri="{FF2B5EF4-FFF2-40B4-BE49-F238E27FC236}">
                        <a16:creationId xmlns:a16="http://schemas.microsoft.com/office/drawing/2014/main" id="{2FBB9376-BDE8-4EBF-8047-4C4F6FE55DEC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1938" name="组合 1937">
                      <a:extLst>
                        <a:ext uri="{FF2B5EF4-FFF2-40B4-BE49-F238E27FC236}">
                          <a16:creationId xmlns:a16="http://schemas.microsoft.com/office/drawing/2014/main" id="{D3B4B98C-EF81-4DC6-9969-CB437914F7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1947" name="任意多边形 6194">
                        <a:extLst>
                          <a:ext uri="{FF2B5EF4-FFF2-40B4-BE49-F238E27FC236}">
                            <a16:creationId xmlns:a16="http://schemas.microsoft.com/office/drawing/2014/main" id="{5DBB1482-8696-45C1-920F-2C5BD8B52C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48" name="任意多边形 6195">
                        <a:extLst>
                          <a:ext uri="{FF2B5EF4-FFF2-40B4-BE49-F238E27FC236}">
                            <a16:creationId xmlns:a16="http://schemas.microsoft.com/office/drawing/2014/main" id="{86A1F48C-41CF-4C5F-9797-5E2E9F3859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49" name="任意多边形 6196">
                        <a:extLst>
                          <a:ext uri="{FF2B5EF4-FFF2-40B4-BE49-F238E27FC236}">
                            <a16:creationId xmlns:a16="http://schemas.microsoft.com/office/drawing/2014/main" id="{2E14CC4B-EDF4-40B2-A170-99D6E0C69B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39" name="组合 1938">
                      <a:extLst>
                        <a:ext uri="{FF2B5EF4-FFF2-40B4-BE49-F238E27FC236}">
                          <a16:creationId xmlns:a16="http://schemas.microsoft.com/office/drawing/2014/main" id="{5D9B6DFE-7B45-4C2D-B4EC-938F6CEAE32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1944" name="任意多边形 6191">
                        <a:extLst>
                          <a:ext uri="{FF2B5EF4-FFF2-40B4-BE49-F238E27FC236}">
                            <a16:creationId xmlns:a16="http://schemas.microsoft.com/office/drawing/2014/main" id="{B61B8E17-B3E2-4BB1-A71F-381763F173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45" name="任意多边形 6192">
                        <a:extLst>
                          <a:ext uri="{FF2B5EF4-FFF2-40B4-BE49-F238E27FC236}">
                            <a16:creationId xmlns:a16="http://schemas.microsoft.com/office/drawing/2014/main" id="{7C952073-727B-4853-9EAB-E5A9E7BECA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46" name="任意多边形 6193">
                        <a:extLst>
                          <a:ext uri="{FF2B5EF4-FFF2-40B4-BE49-F238E27FC236}">
                            <a16:creationId xmlns:a16="http://schemas.microsoft.com/office/drawing/2014/main" id="{5061BE19-36FE-42B6-89CA-C3F80D4516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40" name="组合 1939">
                      <a:extLst>
                        <a:ext uri="{FF2B5EF4-FFF2-40B4-BE49-F238E27FC236}">
                          <a16:creationId xmlns:a16="http://schemas.microsoft.com/office/drawing/2014/main" id="{9D17BDCA-FBA1-43E1-9182-A658C30305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1941" name="任意多边形 6188">
                        <a:extLst>
                          <a:ext uri="{FF2B5EF4-FFF2-40B4-BE49-F238E27FC236}">
                            <a16:creationId xmlns:a16="http://schemas.microsoft.com/office/drawing/2014/main" id="{405C9CB9-C305-469B-A46A-4181892250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42" name="任意多边形 6189">
                        <a:extLst>
                          <a:ext uri="{FF2B5EF4-FFF2-40B4-BE49-F238E27FC236}">
                            <a16:creationId xmlns:a16="http://schemas.microsoft.com/office/drawing/2014/main" id="{A214AF36-6FB8-47C6-9A05-5D2D0160D6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43" name="任意多边形 6190">
                        <a:extLst>
                          <a:ext uri="{FF2B5EF4-FFF2-40B4-BE49-F238E27FC236}">
                            <a16:creationId xmlns:a16="http://schemas.microsoft.com/office/drawing/2014/main" id="{335ED047-2E42-4346-A012-809F945C40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855" name="组合 1854">
                  <a:extLst>
                    <a:ext uri="{FF2B5EF4-FFF2-40B4-BE49-F238E27FC236}">
                      <a16:creationId xmlns:a16="http://schemas.microsoft.com/office/drawing/2014/main" id="{6E5137B0-095F-4D0B-ACBE-9810571B95E7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1920" name="任意多边形 6167">
                    <a:extLst>
                      <a:ext uri="{FF2B5EF4-FFF2-40B4-BE49-F238E27FC236}">
                        <a16:creationId xmlns:a16="http://schemas.microsoft.com/office/drawing/2014/main" id="{A26F36EE-577D-4DC9-A502-CBAEA6446A2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921" name="任意多边形 6168">
                    <a:extLst>
                      <a:ext uri="{FF2B5EF4-FFF2-40B4-BE49-F238E27FC236}">
                        <a16:creationId xmlns:a16="http://schemas.microsoft.com/office/drawing/2014/main" id="{29F7BD8A-FA04-49D0-9A0B-CCD4032EBE4F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922" name="组合 1921">
                    <a:extLst>
                      <a:ext uri="{FF2B5EF4-FFF2-40B4-BE49-F238E27FC236}">
                        <a16:creationId xmlns:a16="http://schemas.microsoft.com/office/drawing/2014/main" id="{074293E6-039C-4E7B-A6B3-E3D54ABCD741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1923" name="组合 1922">
                      <a:extLst>
                        <a:ext uri="{FF2B5EF4-FFF2-40B4-BE49-F238E27FC236}">
                          <a16:creationId xmlns:a16="http://schemas.microsoft.com/office/drawing/2014/main" id="{133604D4-3EA7-4F60-B568-617547EDEB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1932" name="任意多边形 6179">
                        <a:extLst>
                          <a:ext uri="{FF2B5EF4-FFF2-40B4-BE49-F238E27FC236}">
                            <a16:creationId xmlns:a16="http://schemas.microsoft.com/office/drawing/2014/main" id="{9D280C04-B215-4247-BB1A-E155557D62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33" name="任意多边形 6180">
                        <a:extLst>
                          <a:ext uri="{FF2B5EF4-FFF2-40B4-BE49-F238E27FC236}">
                            <a16:creationId xmlns:a16="http://schemas.microsoft.com/office/drawing/2014/main" id="{EC0DE430-AF77-4584-8A31-4EF7C6BFB0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34" name="任意多边形 6181">
                        <a:extLst>
                          <a:ext uri="{FF2B5EF4-FFF2-40B4-BE49-F238E27FC236}">
                            <a16:creationId xmlns:a16="http://schemas.microsoft.com/office/drawing/2014/main" id="{7EDFF1A0-1E0C-440C-BF35-EDA33C809D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24" name="组合 1923">
                      <a:extLst>
                        <a:ext uri="{FF2B5EF4-FFF2-40B4-BE49-F238E27FC236}">
                          <a16:creationId xmlns:a16="http://schemas.microsoft.com/office/drawing/2014/main" id="{7F7C9259-492E-4174-941E-3183D7F141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1929" name="任意多边形 6176">
                        <a:extLst>
                          <a:ext uri="{FF2B5EF4-FFF2-40B4-BE49-F238E27FC236}">
                            <a16:creationId xmlns:a16="http://schemas.microsoft.com/office/drawing/2014/main" id="{60068168-8AF9-41BF-AB6F-AD3B75A6B6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30" name="任意多边形 6177">
                        <a:extLst>
                          <a:ext uri="{FF2B5EF4-FFF2-40B4-BE49-F238E27FC236}">
                            <a16:creationId xmlns:a16="http://schemas.microsoft.com/office/drawing/2014/main" id="{BBC5CAA0-2D4A-4608-A68C-2A1B8FBF22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31" name="任意多边形 6178">
                        <a:extLst>
                          <a:ext uri="{FF2B5EF4-FFF2-40B4-BE49-F238E27FC236}">
                            <a16:creationId xmlns:a16="http://schemas.microsoft.com/office/drawing/2014/main" id="{2AAB6986-08C9-44EF-A833-9279AC076D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25" name="组合 1924">
                      <a:extLst>
                        <a:ext uri="{FF2B5EF4-FFF2-40B4-BE49-F238E27FC236}">
                          <a16:creationId xmlns:a16="http://schemas.microsoft.com/office/drawing/2014/main" id="{4F1F6630-577A-4BD9-8FDD-C5FDE3DC63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1926" name="任意多边形 6173">
                        <a:extLst>
                          <a:ext uri="{FF2B5EF4-FFF2-40B4-BE49-F238E27FC236}">
                            <a16:creationId xmlns:a16="http://schemas.microsoft.com/office/drawing/2014/main" id="{2779597A-AB25-4E4E-B36A-575C29AF67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27" name="任意多边形 6174">
                        <a:extLst>
                          <a:ext uri="{FF2B5EF4-FFF2-40B4-BE49-F238E27FC236}">
                            <a16:creationId xmlns:a16="http://schemas.microsoft.com/office/drawing/2014/main" id="{BC6E1232-4B8A-4E18-B4AB-DF49063A0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28" name="任意多边形 6175">
                        <a:extLst>
                          <a:ext uri="{FF2B5EF4-FFF2-40B4-BE49-F238E27FC236}">
                            <a16:creationId xmlns:a16="http://schemas.microsoft.com/office/drawing/2014/main" id="{DD4CD8E6-67EF-45C7-B998-CFA15F9CAD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856" name="组合 1855">
                  <a:extLst>
                    <a:ext uri="{FF2B5EF4-FFF2-40B4-BE49-F238E27FC236}">
                      <a16:creationId xmlns:a16="http://schemas.microsoft.com/office/drawing/2014/main" id="{69C42C25-AB80-455C-88D6-BB6F9AE03323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1905" name="任意多边形 6152">
                    <a:extLst>
                      <a:ext uri="{FF2B5EF4-FFF2-40B4-BE49-F238E27FC236}">
                        <a16:creationId xmlns:a16="http://schemas.microsoft.com/office/drawing/2014/main" id="{30863D40-F491-46EA-872A-2EBCE32E71A6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906" name="任意多边形 6153">
                    <a:extLst>
                      <a:ext uri="{FF2B5EF4-FFF2-40B4-BE49-F238E27FC236}">
                        <a16:creationId xmlns:a16="http://schemas.microsoft.com/office/drawing/2014/main" id="{47F0457B-DB50-49C8-9E7F-512E8E9B0FB7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907" name="组合 1906">
                    <a:extLst>
                      <a:ext uri="{FF2B5EF4-FFF2-40B4-BE49-F238E27FC236}">
                        <a16:creationId xmlns:a16="http://schemas.microsoft.com/office/drawing/2014/main" id="{4F40AF83-A9ED-41FD-9EC3-4DA85B067628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1908" name="组合 1907">
                      <a:extLst>
                        <a:ext uri="{FF2B5EF4-FFF2-40B4-BE49-F238E27FC236}">
                          <a16:creationId xmlns:a16="http://schemas.microsoft.com/office/drawing/2014/main" id="{A2BDAE76-61DB-479F-B901-C988A865D3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1917" name="任意多边形 6164">
                        <a:extLst>
                          <a:ext uri="{FF2B5EF4-FFF2-40B4-BE49-F238E27FC236}">
                            <a16:creationId xmlns:a16="http://schemas.microsoft.com/office/drawing/2014/main" id="{A36BCE32-63B6-47C7-8CA1-3BF999E0A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18" name="任意多边形 6165">
                        <a:extLst>
                          <a:ext uri="{FF2B5EF4-FFF2-40B4-BE49-F238E27FC236}">
                            <a16:creationId xmlns:a16="http://schemas.microsoft.com/office/drawing/2014/main" id="{804E8EFF-7950-443A-82A2-E52ADEA495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19" name="任意多边形 6166">
                        <a:extLst>
                          <a:ext uri="{FF2B5EF4-FFF2-40B4-BE49-F238E27FC236}">
                            <a16:creationId xmlns:a16="http://schemas.microsoft.com/office/drawing/2014/main" id="{A445C4D3-B25A-4615-966E-34C38BD43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09" name="组合 1908">
                      <a:extLst>
                        <a:ext uri="{FF2B5EF4-FFF2-40B4-BE49-F238E27FC236}">
                          <a16:creationId xmlns:a16="http://schemas.microsoft.com/office/drawing/2014/main" id="{EE8C09BB-EEB0-4839-BF85-C0A06B6BEE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1914" name="任意多边形 6161">
                        <a:extLst>
                          <a:ext uri="{FF2B5EF4-FFF2-40B4-BE49-F238E27FC236}">
                            <a16:creationId xmlns:a16="http://schemas.microsoft.com/office/drawing/2014/main" id="{C2070E86-54E2-420F-BEC4-161E3A44D9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15" name="任意多边形 6162">
                        <a:extLst>
                          <a:ext uri="{FF2B5EF4-FFF2-40B4-BE49-F238E27FC236}">
                            <a16:creationId xmlns:a16="http://schemas.microsoft.com/office/drawing/2014/main" id="{2FBE0B54-FF6F-4689-8F6A-D37450077E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16" name="任意多边形 6163">
                        <a:extLst>
                          <a:ext uri="{FF2B5EF4-FFF2-40B4-BE49-F238E27FC236}">
                            <a16:creationId xmlns:a16="http://schemas.microsoft.com/office/drawing/2014/main" id="{41D5A8ED-4670-43CA-8BC3-DDC0BBDC5A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910" name="组合 1909">
                      <a:extLst>
                        <a:ext uri="{FF2B5EF4-FFF2-40B4-BE49-F238E27FC236}">
                          <a16:creationId xmlns:a16="http://schemas.microsoft.com/office/drawing/2014/main" id="{754EC819-865B-406C-81F2-C4B98D4A0E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1911" name="任意多边形 6158">
                        <a:extLst>
                          <a:ext uri="{FF2B5EF4-FFF2-40B4-BE49-F238E27FC236}">
                            <a16:creationId xmlns:a16="http://schemas.microsoft.com/office/drawing/2014/main" id="{4199E490-0794-409F-8BDF-DF7A95E7FB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12" name="任意多边形 6159">
                        <a:extLst>
                          <a:ext uri="{FF2B5EF4-FFF2-40B4-BE49-F238E27FC236}">
                            <a16:creationId xmlns:a16="http://schemas.microsoft.com/office/drawing/2014/main" id="{773E56CA-10E3-46A3-923D-0BE0AB82CA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13" name="任意多边形 6160">
                        <a:extLst>
                          <a:ext uri="{FF2B5EF4-FFF2-40B4-BE49-F238E27FC236}">
                            <a16:creationId xmlns:a16="http://schemas.microsoft.com/office/drawing/2014/main" id="{19C95063-BB04-41F2-B42C-11E2482CF6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857" name="组合 1856">
                  <a:extLst>
                    <a:ext uri="{FF2B5EF4-FFF2-40B4-BE49-F238E27FC236}">
                      <a16:creationId xmlns:a16="http://schemas.microsoft.com/office/drawing/2014/main" id="{5A5A51B8-3908-4116-90C8-243A2A908DD8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1890" name="任意多边形 6137">
                    <a:extLst>
                      <a:ext uri="{FF2B5EF4-FFF2-40B4-BE49-F238E27FC236}">
                        <a16:creationId xmlns:a16="http://schemas.microsoft.com/office/drawing/2014/main" id="{FF23CEBB-C09A-4699-BBAF-8AAE451D5B37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891" name="任意多边形 6138">
                    <a:extLst>
                      <a:ext uri="{FF2B5EF4-FFF2-40B4-BE49-F238E27FC236}">
                        <a16:creationId xmlns:a16="http://schemas.microsoft.com/office/drawing/2014/main" id="{3C21A6BC-FB35-4827-B7DF-1F00080F1CBC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892" name="组合 1891">
                    <a:extLst>
                      <a:ext uri="{FF2B5EF4-FFF2-40B4-BE49-F238E27FC236}">
                        <a16:creationId xmlns:a16="http://schemas.microsoft.com/office/drawing/2014/main" id="{0C6C86AA-FAA5-4D18-A97A-A25D714F7C7A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1893" name="组合 1892">
                      <a:extLst>
                        <a:ext uri="{FF2B5EF4-FFF2-40B4-BE49-F238E27FC236}">
                          <a16:creationId xmlns:a16="http://schemas.microsoft.com/office/drawing/2014/main" id="{E9A203B8-D39E-45A6-9E92-5F345099DE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1902" name="任意多边形 6149">
                        <a:extLst>
                          <a:ext uri="{FF2B5EF4-FFF2-40B4-BE49-F238E27FC236}">
                            <a16:creationId xmlns:a16="http://schemas.microsoft.com/office/drawing/2014/main" id="{2604BCD3-582B-47F8-8341-4FFB3CA71E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03" name="任意多边形 6150">
                        <a:extLst>
                          <a:ext uri="{FF2B5EF4-FFF2-40B4-BE49-F238E27FC236}">
                            <a16:creationId xmlns:a16="http://schemas.microsoft.com/office/drawing/2014/main" id="{BB6799BB-100C-41A0-B1F3-A100A061D6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04" name="任意多边形 6151">
                        <a:extLst>
                          <a:ext uri="{FF2B5EF4-FFF2-40B4-BE49-F238E27FC236}">
                            <a16:creationId xmlns:a16="http://schemas.microsoft.com/office/drawing/2014/main" id="{CA16F98F-B2AA-4231-90D7-31FDAEA224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94" name="组合 1893">
                      <a:extLst>
                        <a:ext uri="{FF2B5EF4-FFF2-40B4-BE49-F238E27FC236}">
                          <a16:creationId xmlns:a16="http://schemas.microsoft.com/office/drawing/2014/main" id="{E3DF0231-5029-4FAA-9535-D3896FDA63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1899" name="任意多边形 6146">
                        <a:extLst>
                          <a:ext uri="{FF2B5EF4-FFF2-40B4-BE49-F238E27FC236}">
                            <a16:creationId xmlns:a16="http://schemas.microsoft.com/office/drawing/2014/main" id="{F5DF86AC-1308-4EEE-B8A3-23F9CC1F63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00" name="任意多边形 6147">
                        <a:extLst>
                          <a:ext uri="{FF2B5EF4-FFF2-40B4-BE49-F238E27FC236}">
                            <a16:creationId xmlns:a16="http://schemas.microsoft.com/office/drawing/2014/main" id="{80302AD6-02D2-44EB-BD28-0261B06FD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901" name="任意多边形 6148">
                        <a:extLst>
                          <a:ext uri="{FF2B5EF4-FFF2-40B4-BE49-F238E27FC236}">
                            <a16:creationId xmlns:a16="http://schemas.microsoft.com/office/drawing/2014/main" id="{AAEEC028-BBD8-47F9-8923-E0C5842CAA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95" name="组合 1894">
                      <a:extLst>
                        <a:ext uri="{FF2B5EF4-FFF2-40B4-BE49-F238E27FC236}">
                          <a16:creationId xmlns:a16="http://schemas.microsoft.com/office/drawing/2014/main" id="{4FA3B49F-1ECD-47CC-9CB6-87BDC1CCB7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1896" name="任意多边形 6143">
                        <a:extLst>
                          <a:ext uri="{FF2B5EF4-FFF2-40B4-BE49-F238E27FC236}">
                            <a16:creationId xmlns:a16="http://schemas.microsoft.com/office/drawing/2014/main" id="{13F0CAC3-BBED-4634-9B6C-F6D5A1D79C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97" name="任意多边形 6144">
                        <a:extLst>
                          <a:ext uri="{FF2B5EF4-FFF2-40B4-BE49-F238E27FC236}">
                            <a16:creationId xmlns:a16="http://schemas.microsoft.com/office/drawing/2014/main" id="{93E89C48-46EA-44AC-9C24-6FA0459D8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98" name="任意多边形 6145">
                        <a:extLst>
                          <a:ext uri="{FF2B5EF4-FFF2-40B4-BE49-F238E27FC236}">
                            <a16:creationId xmlns:a16="http://schemas.microsoft.com/office/drawing/2014/main" id="{5671D1F1-E022-4C4B-A50A-ADFD092E2C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858" name="组合 1857">
                  <a:extLst>
                    <a:ext uri="{FF2B5EF4-FFF2-40B4-BE49-F238E27FC236}">
                      <a16:creationId xmlns:a16="http://schemas.microsoft.com/office/drawing/2014/main" id="{A055919B-D2CB-4E6A-ACA2-B1E5C6C86557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1875" name="任意多边形 6122">
                    <a:extLst>
                      <a:ext uri="{FF2B5EF4-FFF2-40B4-BE49-F238E27FC236}">
                        <a16:creationId xmlns:a16="http://schemas.microsoft.com/office/drawing/2014/main" id="{1E9BBDC7-BDDF-409F-88B0-EDDD9D95C38D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876" name="任意多边形 6123">
                    <a:extLst>
                      <a:ext uri="{FF2B5EF4-FFF2-40B4-BE49-F238E27FC236}">
                        <a16:creationId xmlns:a16="http://schemas.microsoft.com/office/drawing/2014/main" id="{73849951-EDBD-41F6-A102-F5346641579D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877" name="组合 1876">
                    <a:extLst>
                      <a:ext uri="{FF2B5EF4-FFF2-40B4-BE49-F238E27FC236}">
                        <a16:creationId xmlns:a16="http://schemas.microsoft.com/office/drawing/2014/main" id="{A5A1B6BB-4CEF-4064-9AC3-B7F7377932C0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1878" name="组合 1877">
                      <a:extLst>
                        <a:ext uri="{FF2B5EF4-FFF2-40B4-BE49-F238E27FC236}">
                          <a16:creationId xmlns:a16="http://schemas.microsoft.com/office/drawing/2014/main" id="{2B43E0A9-AFD0-4735-B199-3934651F2B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1887" name="任意多边形 6134">
                        <a:extLst>
                          <a:ext uri="{FF2B5EF4-FFF2-40B4-BE49-F238E27FC236}">
                            <a16:creationId xmlns:a16="http://schemas.microsoft.com/office/drawing/2014/main" id="{FFC07237-3296-4364-BAF9-83030EDAE5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88" name="任意多边形 6135">
                        <a:extLst>
                          <a:ext uri="{FF2B5EF4-FFF2-40B4-BE49-F238E27FC236}">
                            <a16:creationId xmlns:a16="http://schemas.microsoft.com/office/drawing/2014/main" id="{DC34F22F-A6E4-4AE7-B8D1-FDE8AF5DD4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89" name="任意多边形 6136">
                        <a:extLst>
                          <a:ext uri="{FF2B5EF4-FFF2-40B4-BE49-F238E27FC236}">
                            <a16:creationId xmlns:a16="http://schemas.microsoft.com/office/drawing/2014/main" id="{2F699E7E-E4DA-40F6-BBCF-55E92E64D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79" name="组合 1878">
                      <a:extLst>
                        <a:ext uri="{FF2B5EF4-FFF2-40B4-BE49-F238E27FC236}">
                          <a16:creationId xmlns:a16="http://schemas.microsoft.com/office/drawing/2014/main" id="{4F68B796-083A-4A54-B1EF-E63A6BB226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1884" name="任意多边形 6131">
                        <a:extLst>
                          <a:ext uri="{FF2B5EF4-FFF2-40B4-BE49-F238E27FC236}">
                            <a16:creationId xmlns:a16="http://schemas.microsoft.com/office/drawing/2014/main" id="{9C2605A3-206F-4DBE-9D49-A7F7B54CD6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85" name="任意多边形 6132">
                        <a:extLst>
                          <a:ext uri="{FF2B5EF4-FFF2-40B4-BE49-F238E27FC236}">
                            <a16:creationId xmlns:a16="http://schemas.microsoft.com/office/drawing/2014/main" id="{1493448F-EC34-49CB-A6B5-F7FED3A62C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86" name="任意多边形 6133">
                        <a:extLst>
                          <a:ext uri="{FF2B5EF4-FFF2-40B4-BE49-F238E27FC236}">
                            <a16:creationId xmlns:a16="http://schemas.microsoft.com/office/drawing/2014/main" id="{08B1426A-0615-4931-9D0D-EB21F55D3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80" name="组合 1879">
                      <a:extLst>
                        <a:ext uri="{FF2B5EF4-FFF2-40B4-BE49-F238E27FC236}">
                          <a16:creationId xmlns:a16="http://schemas.microsoft.com/office/drawing/2014/main" id="{3691DE4F-7637-45ED-B381-1404C8DF4A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1881" name="任意多边形 6128">
                        <a:extLst>
                          <a:ext uri="{FF2B5EF4-FFF2-40B4-BE49-F238E27FC236}">
                            <a16:creationId xmlns:a16="http://schemas.microsoft.com/office/drawing/2014/main" id="{2571E597-D7E4-46C2-892C-E8EAED6A19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82" name="任意多边形 6129">
                        <a:extLst>
                          <a:ext uri="{FF2B5EF4-FFF2-40B4-BE49-F238E27FC236}">
                            <a16:creationId xmlns:a16="http://schemas.microsoft.com/office/drawing/2014/main" id="{933D750D-F6D2-4D31-9DE7-E6FFF2DED8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83" name="任意多边形 6130">
                        <a:extLst>
                          <a:ext uri="{FF2B5EF4-FFF2-40B4-BE49-F238E27FC236}">
                            <a16:creationId xmlns:a16="http://schemas.microsoft.com/office/drawing/2014/main" id="{5CFD64EB-E7AB-4A59-836C-2B1E2AC3AF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859" name="组合 1858">
                  <a:extLst>
                    <a:ext uri="{FF2B5EF4-FFF2-40B4-BE49-F238E27FC236}">
                      <a16:creationId xmlns:a16="http://schemas.microsoft.com/office/drawing/2014/main" id="{AB1CCAEB-0BF3-4B98-B763-9E718BC87FDE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1860" name="任意多边形 6107">
                    <a:extLst>
                      <a:ext uri="{FF2B5EF4-FFF2-40B4-BE49-F238E27FC236}">
                        <a16:creationId xmlns:a16="http://schemas.microsoft.com/office/drawing/2014/main" id="{34B38DB9-498B-4C9F-977C-04F962FD9826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861" name="任意多边形 6108">
                    <a:extLst>
                      <a:ext uri="{FF2B5EF4-FFF2-40B4-BE49-F238E27FC236}">
                        <a16:creationId xmlns:a16="http://schemas.microsoft.com/office/drawing/2014/main" id="{483305CD-A6CC-4739-92ED-66654FB0E44A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862" name="组合 1861">
                    <a:extLst>
                      <a:ext uri="{FF2B5EF4-FFF2-40B4-BE49-F238E27FC236}">
                        <a16:creationId xmlns:a16="http://schemas.microsoft.com/office/drawing/2014/main" id="{CF5B93A9-9FFD-4788-A5CA-249C60B223E2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1863" name="组合 1862">
                      <a:extLst>
                        <a:ext uri="{FF2B5EF4-FFF2-40B4-BE49-F238E27FC236}">
                          <a16:creationId xmlns:a16="http://schemas.microsoft.com/office/drawing/2014/main" id="{C3094BD4-E03F-4797-9C6B-1D8F0FD672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1872" name="任意多边形 6119">
                        <a:extLst>
                          <a:ext uri="{FF2B5EF4-FFF2-40B4-BE49-F238E27FC236}">
                            <a16:creationId xmlns:a16="http://schemas.microsoft.com/office/drawing/2014/main" id="{5F492584-60E9-47C7-8D7A-35F4747176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73" name="任意多边形 6120">
                        <a:extLst>
                          <a:ext uri="{FF2B5EF4-FFF2-40B4-BE49-F238E27FC236}">
                            <a16:creationId xmlns:a16="http://schemas.microsoft.com/office/drawing/2014/main" id="{A5E4FEBE-9BF8-4B81-9628-A5BE563515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74" name="任意多边形 6121">
                        <a:extLst>
                          <a:ext uri="{FF2B5EF4-FFF2-40B4-BE49-F238E27FC236}">
                            <a16:creationId xmlns:a16="http://schemas.microsoft.com/office/drawing/2014/main" id="{39E8049A-7D61-4B66-A7EE-6569C6EFA3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64" name="组合 1863">
                      <a:extLst>
                        <a:ext uri="{FF2B5EF4-FFF2-40B4-BE49-F238E27FC236}">
                          <a16:creationId xmlns:a16="http://schemas.microsoft.com/office/drawing/2014/main" id="{2414D828-8F15-4F7A-81B1-D07237D907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1869" name="任意多边形 6116">
                        <a:extLst>
                          <a:ext uri="{FF2B5EF4-FFF2-40B4-BE49-F238E27FC236}">
                            <a16:creationId xmlns:a16="http://schemas.microsoft.com/office/drawing/2014/main" id="{653D27DF-4A75-4CBE-9B80-D55BA8B385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70" name="任意多边形 6117">
                        <a:extLst>
                          <a:ext uri="{FF2B5EF4-FFF2-40B4-BE49-F238E27FC236}">
                            <a16:creationId xmlns:a16="http://schemas.microsoft.com/office/drawing/2014/main" id="{22644E13-F6DE-4E48-912B-585909964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71" name="任意多边形 6118">
                        <a:extLst>
                          <a:ext uri="{FF2B5EF4-FFF2-40B4-BE49-F238E27FC236}">
                            <a16:creationId xmlns:a16="http://schemas.microsoft.com/office/drawing/2014/main" id="{48E424BE-29EE-40B8-A755-25B20E8B3A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65" name="组合 1864">
                      <a:extLst>
                        <a:ext uri="{FF2B5EF4-FFF2-40B4-BE49-F238E27FC236}">
                          <a16:creationId xmlns:a16="http://schemas.microsoft.com/office/drawing/2014/main" id="{F73FD9EA-E7C6-4288-8581-57B2EC240B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1866" name="任意多边形 6113">
                        <a:extLst>
                          <a:ext uri="{FF2B5EF4-FFF2-40B4-BE49-F238E27FC236}">
                            <a16:creationId xmlns:a16="http://schemas.microsoft.com/office/drawing/2014/main" id="{C2D0D2CA-1383-44DB-A466-1C8AFC96A2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67" name="任意多边形 6114">
                        <a:extLst>
                          <a:ext uri="{FF2B5EF4-FFF2-40B4-BE49-F238E27FC236}">
                            <a16:creationId xmlns:a16="http://schemas.microsoft.com/office/drawing/2014/main" id="{D6791DF1-F900-4E6E-BC36-3153DD3C31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68" name="任意多边形 6115">
                        <a:extLst>
                          <a:ext uri="{FF2B5EF4-FFF2-40B4-BE49-F238E27FC236}">
                            <a16:creationId xmlns:a16="http://schemas.microsoft.com/office/drawing/2014/main" id="{5A962AF9-A8AF-4AF0-8B86-636BFD7FE8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1660" name="组合 1659">
                <a:extLst>
                  <a:ext uri="{FF2B5EF4-FFF2-40B4-BE49-F238E27FC236}">
                    <a16:creationId xmlns:a16="http://schemas.microsoft.com/office/drawing/2014/main" id="{806FF8C8-7B3C-43AB-8DBE-C239C0AF4234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1758" name="组合 1757">
                  <a:extLst>
                    <a:ext uri="{FF2B5EF4-FFF2-40B4-BE49-F238E27FC236}">
                      <a16:creationId xmlns:a16="http://schemas.microsoft.com/office/drawing/2014/main" id="{66D5CF1E-7309-4D0F-8622-9245A18F09E6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1839" name="任意多边形 6086">
                    <a:extLst>
                      <a:ext uri="{FF2B5EF4-FFF2-40B4-BE49-F238E27FC236}">
                        <a16:creationId xmlns:a16="http://schemas.microsoft.com/office/drawing/2014/main" id="{28F01350-8C58-4106-A1C9-350BAB672612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840" name="任意多边形 6087">
                    <a:extLst>
                      <a:ext uri="{FF2B5EF4-FFF2-40B4-BE49-F238E27FC236}">
                        <a16:creationId xmlns:a16="http://schemas.microsoft.com/office/drawing/2014/main" id="{A486E4A6-0887-4E26-9827-FCA0BB434A68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841" name="组合 1840">
                    <a:extLst>
                      <a:ext uri="{FF2B5EF4-FFF2-40B4-BE49-F238E27FC236}">
                        <a16:creationId xmlns:a16="http://schemas.microsoft.com/office/drawing/2014/main" id="{2FA13F23-0C93-4E9C-AD17-721FCF1CA159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1842" name="组合 1841">
                      <a:extLst>
                        <a:ext uri="{FF2B5EF4-FFF2-40B4-BE49-F238E27FC236}">
                          <a16:creationId xmlns:a16="http://schemas.microsoft.com/office/drawing/2014/main" id="{01112F4B-C666-4638-BE6C-9B0903D020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1851" name="任意多边形 6098">
                        <a:extLst>
                          <a:ext uri="{FF2B5EF4-FFF2-40B4-BE49-F238E27FC236}">
                            <a16:creationId xmlns:a16="http://schemas.microsoft.com/office/drawing/2014/main" id="{DB3BC4AF-8832-4782-920A-D80A75756F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52" name="任意多边形 6099">
                        <a:extLst>
                          <a:ext uri="{FF2B5EF4-FFF2-40B4-BE49-F238E27FC236}">
                            <a16:creationId xmlns:a16="http://schemas.microsoft.com/office/drawing/2014/main" id="{6801828F-9F26-425B-9972-8F2934A81C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53" name="任意多边形 6100">
                        <a:extLst>
                          <a:ext uri="{FF2B5EF4-FFF2-40B4-BE49-F238E27FC236}">
                            <a16:creationId xmlns:a16="http://schemas.microsoft.com/office/drawing/2014/main" id="{339A261F-8E35-42F1-8717-18F72B27AD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43" name="组合 1842">
                      <a:extLst>
                        <a:ext uri="{FF2B5EF4-FFF2-40B4-BE49-F238E27FC236}">
                          <a16:creationId xmlns:a16="http://schemas.microsoft.com/office/drawing/2014/main" id="{6E85E5F7-F528-4422-88F5-7F4BD90621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1848" name="任意多边形 6095">
                        <a:extLst>
                          <a:ext uri="{FF2B5EF4-FFF2-40B4-BE49-F238E27FC236}">
                            <a16:creationId xmlns:a16="http://schemas.microsoft.com/office/drawing/2014/main" id="{D63EE20C-CE64-40EC-A095-9450A05906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49" name="任意多边形 6096">
                        <a:extLst>
                          <a:ext uri="{FF2B5EF4-FFF2-40B4-BE49-F238E27FC236}">
                            <a16:creationId xmlns:a16="http://schemas.microsoft.com/office/drawing/2014/main" id="{F2876709-6169-4755-A6DD-AF7CF3275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50" name="任意多边形 6097">
                        <a:extLst>
                          <a:ext uri="{FF2B5EF4-FFF2-40B4-BE49-F238E27FC236}">
                            <a16:creationId xmlns:a16="http://schemas.microsoft.com/office/drawing/2014/main" id="{870A0E45-0579-4933-9347-9D14BBD29C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44" name="组合 1843">
                      <a:extLst>
                        <a:ext uri="{FF2B5EF4-FFF2-40B4-BE49-F238E27FC236}">
                          <a16:creationId xmlns:a16="http://schemas.microsoft.com/office/drawing/2014/main" id="{F64AE589-ADE7-489E-965C-EC9908B8E5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1845" name="任意多边形 6092">
                        <a:extLst>
                          <a:ext uri="{FF2B5EF4-FFF2-40B4-BE49-F238E27FC236}">
                            <a16:creationId xmlns:a16="http://schemas.microsoft.com/office/drawing/2014/main" id="{D593DDC5-86E8-4846-99F4-191FFB8A2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46" name="任意多边形 6093">
                        <a:extLst>
                          <a:ext uri="{FF2B5EF4-FFF2-40B4-BE49-F238E27FC236}">
                            <a16:creationId xmlns:a16="http://schemas.microsoft.com/office/drawing/2014/main" id="{98A0AC48-BDF1-4380-B6C4-AEB3FE27F2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47" name="任意多边形 6094">
                        <a:extLst>
                          <a:ext uri="{FF2B5EF4-FFF2-40B4-BE49-F238E27FC236}">
                            <a16:creationId xmlns:a16="http://schemas.microsoft.com/office/drawing/2014/main" id="{8A27A9BE-6E9E-4A7C-BD8D-F5C8961F89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759" name="组合 1758">
                  <a:extLst>
                    <a:ext uri="{FF2B5EF4-FFF2-40B4-BE49-F238E27FC236}">
                      <a16:creationId xmlns:a16="http://schemas.microsoft.com/office/drawing/2014/main" id="{4A8E03EB-20BE-4033-A356-274D32333305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1824" name="任意多边形 6071">
                    <a:extLst>
                      <a:ext uri="{FF2B5EF4-FFF2-40B4-BE49-F238E27FC236}">
                        <a16:creationId xmlns:a16="http://schemas.microsoft.com/office/drawing/2014/main" id="{450843E4-5254-4EAE-BF92-5F65E87BE792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825" name="任意多边形 6072">
                    <a:extLst>
                      <a:ext uri="{FF2B5EF4-FFF2-40B4-BE49-F238E27FC236}">
                        <a16:creationId xmlns:a16="http://schemas.microsoft.com/office/drawing/2014/main" id="{FB53B9F5-1E56-4670-8D50-11D0CB34F8CC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826" name="组合 1825">
                    <a:extLst>
                      <a:ext uri="{FF2B5EF4-FFF2-40B4-BE49-F238E27FC236}">
                        <a16:creationId xmlns:a16="http://schemas.microsoft.com/office/drawing/2014/main" id="{C773F50B-8408-4C7E-BC49-43D594B1D2BB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1827" name="组合 1826">
                      <a:extLst>
                        <a:ext uri="{FF2B5EF4-FFF2-40B4-BE49-F238E27FC236}">
                          <a16:creationId xmlns:a16="http://schemas.microsoft.com/office/drawing/2014/main" id="{E1564334-128A-4C2B-A965-8E9A803ABF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1836" name="任意多边形 6083">
                        <a:extLst>
                          <a:ext uri="{FF2B5EF4-FFF2-40B4-BE49-F238E27FC236}">
                            <a16:creationId xmlns:a16="http://schemas.microsoft.com/office/drawing/2014/main" id="{52AF46D4-250D-42E2-B9D3-4521F403ED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37" name="任意多边形 6084">
                        <a:extLst>
                          <a:ext uri="{FF2B5EF4-FFF2-40B4-BE49-F238E27FC236}">
                            <a16:creationId xmlns:a16="http://schemas.microsoft.com/office/drawing/2014/main" id="{FE4077E2-063C-46A0-8A24-3E37B36CE1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38" name="任意多边形 6085">
                        <a:extLst>
                          <a:ext uri="{FF2B5EF4-FFF2-40B4-BE49-F238E27FC236}">
                            <a16:creationId xmlns:a16="http://schemas.microsoft.com/office/drawing/2014/main" id="{B1545ECF-F2DE-4C57-9C0D-50613EE82E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28" name="组合 1827">
                      <a:extLst>
                        <a:ext uri="{FF2B5EF4-FFF2-40B4-BE49-F238E27FC236}">
                          <a16:creationId xmlns:a16="http://schemas.microsoft.com/office/drawing/2014/main" id="{BF2E0748-BF58-4F66-8805-1FE19DD819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1833" name="任意多边形 6080">
                        <a:extLst>
                          <a:ext uri="{FF2B5EF4-FFF2-40B4-BE49-F238E27FC236}">
                            <a16:creationId xmlns:a16="http://schemas.microsoft.com/office/drawing/2014/main" id="{F01E80A6-A70C-490A-AABA-071DC1F351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34" name="任意多边形 6081">
                        <a:extLst>
                          <a:ext uri="{FF2B5EF4-FFF2-40B4-BE49-F238E27FC236}">
                            <a16:creationId xmlns:a16="http://schemas.microsoft.com/office/drawing/2014/main" id="{B8B937E5-F0EB-4011-B237-EC1C831CE4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35" name="任意多边形 6082">
                        <a:extLst>
                          <a:ext uri="{FF2B5EF4-FFF2-40B4-BE49-F238E27FC236}">
                            <a16:creationId xmlns:a16="http://schemas.microsoft.com/office/drawing/2014/main" id="{A989D159-5377-44C3-AC0F-281FC4071A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29" name="组合 1828">
                      <a:extLst>
                        <a:ext uri="{FF2B5EF4-FFF2-40B4-BE49-F238E27FC236}">
                          <a16:creationId xmlns:a16="http://schemas.microsoft.com/office/drawing/2014/main" id="{656978C7-A490-4DC0-A6AE-801AA6C0DA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1830" name="任意多边形 6077">
                        <a:extLst>
                          <a:ext uri="{FF2B5EF4-FFF2-40B4-BE49-F238E27FC236}">
                            <a16:creationId xmlns:a16="http://schemas.microsoft.com/office/drawing/2014/main" id="{0EE0CFE0-2FE3-497F-A0BD-B0A8D63C42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31" name="任意多边形 6078">
                        <a:extLst>
                          <a:ext uri="{FF2B5EF4-FFF2-40B4-BE49-F238E27FC236}">
                            <a16:creationId xmlns:a16="http://schemas.microsoft.com/office/drawing/2014/main" id="{2D365B42-7C50-4406-A2AC-54ACBED35A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32" name="任意多边形 6079">
                        <a:extLst>
                          <a:ext uri="{FF2B5EF4-FFF2-40B4-BE49-F238E27FC236}">
                            <a16:creationId xmlns:a16="http://schemas.microsoft.com/office/drawing/2014/main" id="{829B1118-100E-41DE-8661-4EF1F7157F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760" name="组合 1759">
                  <a:extLst>
                    <a:ext uri="{FF2B5EF4-FFF2-40B4-BE49-F238E27FC236}">
                      <a16:creationId xmlns:a16="http://schemas.microsoft.com/office/drawing/2014/main" id="{F5EF958E-952A-44A7-91F5-BC7CB5324753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1809" name="任意多边形 6056">
                    <a:extLst>
                      <a:ext uri="{FF2B5EF4-FFF2-40B4-BE49-F238E27FC236}">
                        <a16:creationId xmlns:a16="http://schemas.microsoft.com/office/drawing/2014/main" id="{14992C61-CE39-43D2-8A3D-722F0B0B8565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810" name="任意多边形 6057">
                    <a:extLst>
                      <a:ext uri="{FF2B5EF4-FFF2-40B4-BE49-F238E27FC236}">
                        <a16:creationId xmlns:a16="http://schemas.microsoft.com/office/drawing/2014/main" id="{573BB933-3186-4D80-8F13-425132DC6A08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811" name="组合 1810">
                    <a:extLst>
                      <a:ext uri="{FF2B5EF4-FFF2-40B4-BE49-F238E27FC236}">
                        <a16:creationId xmlns:a16="http://schemas.microsoft.com/office/drawing/2014/main" id="{3EF29BBB-0BCD-482F-8BEC-4E80C09C76E0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1812" name="组合 1811">
                      <a:extLst>
                        <a:ext uri="{FF2B5EF4-FFF2-40B4-BE49-F238E27FC236}">
                          <a16:creationId xmlns:a16="http://schemas.microsoft.com/office/drawing/2014/main" id="{46954DB3-812D-4B04-91E4-ABE3584884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1821" name="任意多边形 6068">
                        <a:extLst>
                          <a:ext uri="{FF2B5EF4-FFF2-40B4-BE49-F238E27FC236}">
                            <a16:creationId xmlns:a16="http://schemas.microsoft.com/office/drawing/2014/main" id="{4330A3B6-9190-44D1-A3BF-66E6501219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22" name="任意多边形 6069">
                        <a:extLst>
                          <a:ext uri="{FF2B5EF4-FFF2-40B4-BE49-F238E27FC236}">
                            <a16:creationId xmlns:a16="http://schemas.microsoft.com/office/drawing/2014/main" id="{D5C1B054-C8B7-4014-A5EA-063E592A1A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23" name="任意多边形 6070">
                        <a:extLst>
                          <a:ext uri="{FF2B5EF4-FFF2-40B4-BE49-F238E27FC236}">
                            <a16:creationId xmlns:a16="http://schemas.microsoft.com/office/drawing/2014/main" id="{3A7A35B8-BC53-4741-B31F-29162EA4C7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13" name="组合 1812">
                      <a:extLst>
                        <a:ext uri="{FF2B5EF4-FFF2-40B4-BE49-F238E27FC236}">
                          <a16:creationId xmlns:a16="http://schemas.microsoft.com/office/drawing/2014/main" id="{85693EA9-5302-492F-AD8A-F20CAEF844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1818" name="任意多边形 6065">
                        <a:extLst>
                          <a:ext uri="{FF2B5EF4-FFF2-40B4-BE49-F238E27FC236}">
                            <a16:creationId xmlns:a16="http://schemas.microsoft.com/office/drawing/2014/main" id="{45660B57-8E46-4832-A0C6-4F7384DEAC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19" name="任意多边形 6066">
                        <a:extLst>
                          <a:ext uri="{FF2B5EF4-FFF2-40B4-BE49-F238E27FC236}">
                            <a16:creationId xmlns:a16="http://schemas.microsoft.com/office/drawing/2014/main" id="{0D21F8DF-1A24-4719-B403-6D969F8773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20" name="任意多边形 6067">
                        <a:extLst>
                          <a:ext uri="{FF2B5EF4-FFF2-40B4-BE49-F238E27FC236}">
                            <a16:creationId xmlns:a16="http://schemas.microsoft.com/office/drawing/2014/main" id="{BCBF0F49-7A47-451C-8246-FEAE323AA0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814" name="组合 1813">
                      <a:extLst>
                        <a:ext uri="{FF2B5EF4-FFF2-40B4-BE49-F238E27FC236}">
                          <a16:creationId xmlns:a16="http://schemas.microsoft.com/office/drawing/2014/main" id="{66E9395E-F047-4169-B131-0A0948E388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1815" name="任意多边形 6062">
                        <a:extLst>
                          <a:ext uri="{FF2B5EF4-FFF2-40B4-BE49-F238E27FC236}">
                            <a16:creationId xmlns:a16="http://schemas.microsoft.com/office/drawing/2014/main" id="{168F0FB9-A00E-4EF4-AA81-CAB7DC113F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16" name="任意多边形 6063">
                        <a:extLst>
                          <a:ext uri="{FF2B5EF4-FFF2-40B4-BE49-F238E27FC236}">
                            <a16:creationId xmlns:a16="http://schemas.microsoft.com/office/drawing/2014/main" id="{3C5C3EB9-BD62-4CE6-A15A-38F8F5ECFB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17" name="任意多边形 6064">
                        <a:extLst>
                          <a:ext uri="{FF2B5EF4-FFF2-40B4-BE49-F238E27FC236}">
                            <a16:creationId xmlns:a16="http://schemas.microsoft.com/office/drawing/2014/main" id="{A1DE213F-3113-4632-9BE5-6E7AC126E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761" name="组合 1760">
                  <a:extLst>
                    <a:ext uri="{FF2B5EF4-FFF2-40B4-BE49-F238E27FC236}">
                      <a16:creationId xmlns:a16="http://schemas.microsoft.com/office/drawing/2014/main" id="{3040574B-D957-4EBB-9E0A-807908BA9DC2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1794" name="任意多边形 6041">
                    <a:extLst>
                      <a:ext uri="{FF2B5EF4-FFF2-40B4-BE49-F238E27FC236}">
                        <a16:creationId xmlns:a16="http://schemas.microsoft.com/office/drawing/2014/main" id="{6FBF73F8-F0F3-4A9C-A120-3BE29C0CBF08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795" name="任意多边形 6042">
                    <a:extLst>
                      <a:ext uri="{FF2B5EF4-FFF2-40B4-BE49-F238E27FC236}">
                        <a16:creationId xmlns:a16="http://schemas.microsoft.com/office/drawing/2014/main" id="{9C8DD07D-ADEF-4234-8A94-7F81B34809E3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96" name="组合 1795">
                    <a:extLst>
                      <a:ext uri="{FF2B5EF4-FFF2-40B4-BE49-F238E27FC236}">
                        <a16:creationId xmlns:a16="http://schemas.microsoft.com/office/drawing/2014/main" id="{2DDAEBEB-5508-4115-BB56-B33024E306E1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1797" name="组合 1796">
                      <a:extLst>
                        <a:ext uri="{FF2B5EF4-FFF2-40B4-BE49-F238E27FC236}">
                          <a16:creationId xmlns:a16="http://schemas.microsoft.com/office/drawing/2014/main" id="{8BBA7787-CEB2-4A7D-993A-0DA991C8B1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1806" name="任意多边形 6053">
                        <a:extLst>
                          <a:ext uri="{FF2B5EF4-FFF2-40B4-BE49-F238E27FC236}">
                            <a16:creationId xmlns:a16="http://schemas.microsoft.com/office/drawing/2014/main" id="{5C40F318-7237-4EC8-8D4C-D6CEE4DAD7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07" name="任意多边形 6054">
                        <a:extLst>
                          <a:ext uri="{FF2B5EF4-FFF2-40B4-BE49-F238E27FC236}">
                            <a16:creationId xmlns:a16="http://schemas.microsoft.com/office/drawing/2014/main" id="{E1BC5ADF-D479-4E4D-A0AC-298BFB54FB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08" name="任意多边形 6055">
                        <a:extLst>
                          <a:ext uri="{FF2B5EF4-FFF2-40B4-BE49-F238E27FC236}">
                            <a16:creationId xmlns:a16="http://schemas.microsoft.com/office/drawing/2014/main" id="{1C6A56E9-06DD-4995-98F4-10B26A624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98" name="组合 1797">
                      <a:extLst>
                        <a:ext uri="{FF2B5EF4-FFF2-40B4-BE49-F238E27FC236}">
                          <a16:creationId xmlns:a16="http://schemas.microsoft.com/office/drawing/2014/main" id="{DB833BEA-3BBB-4939-A36C-67D8885E9D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1803" name="任意多边形 6050">
                        <a:extLst>
                          <a:ext uri="{FF2B5EF4-FFF2-40B4-BE49-F238E27FC236}">
                            <a16:creationId xmlns:a16="http://schemas.microsoft.com/office/drawing/2014/main" id="{BC9A4D25-F482-40E9-BE24-B797A15397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04" name="任意多边形 6051">
                        <a:extLst>
                          <a:ext uri="{FF2B5EF4-FFF2-40B4-BE49-F238E27FC236}">
                            <a16:creationId xmlns:a16="http://schemas.microsoft.com/office/drawing/2014/main" id="{7B043D01-5593-4318-BA8E-770CCDAEBE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05" name="任意多边形 6052">
                        <a:extLst>
                          <a:ext uri="{FF2B5EF4-FFF2-40B4-BE49-F238E27FC236}">
                            <a16:creationId xmlns:a16="http://schemas.microsoft.com/office/drawing/2014/main" id="{E46EE27F-E3C4-49C3-BD3C-66C84DF293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99" name="组合 1798">
                      <a:extLst>
                        <a:ext uri="{FF2B5EF4-FFF2-40B4-BE49-F238E27FC236}">
                          <a16:creationId xmlns:a16="http://schemas.microsoft.com/office/drawing/2014/main" id="{E024C19A-982C-402E-904A-8F5E3E32A8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1800" name="任意多边形 6047">
                        <a:extLst>
                          <a:ext uri="{FF2B5EF4-FFF2-40B4-BE49-F238E27FC236}">
                            <a16:creationId xmlns:a16="http://schemas.microsoft.com/office/drawing/2014/main" id="{FD6437F6-BEA1-48A9-8BAE-1C328E03AF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01" name="任意多边形 6048">
                        <a:extLst>
                          <a:ext uri="{FF2B5EF4-FFF2-40B4-BE49-F238E27FC236}">
                            <a16:creationId xmlns:a16="http://schemas.microsoft.com/office/drawing/2014/main" id="{C66F57DD-A68C-4CF7-B295-2AE0ED0586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802" name="任意多边形 6049">
                        <a:extLst>
                          <a:ext uri="{FF2B5EF4-FFF2-40B4-BE49-F238E27FC236}">
                            <a16:creationId xmlns:a16="http://schemas.microsoft.com/office/drawing/2014/main" id="{E9A88336-EF48-4253-A81C-495F610076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762" name="组合 1761">
                  <a:extLst>
                    <a:ext uri="{FF2B5EF4-FFF2-40B4-BE49-F238E27FC236}">
                      <a16:creationId xmlns:a16="http://schemas.microsoft.com/office/drawing/2014/main" id="{01DACA74-ABF7-4AD3-8565-F721F2FC6BE3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1779" name="任意多边形 6026">
                    <a:extLst>
                      <a:ext uri="{FF2B5EF4-FFF2-40B4-BE49-F238E27FC236}">
                        <a16:creationId xmlns:a16="http://schemas.microsoft.com/office/drawing/2014/main" id="{37AFF6D7-BA48-44FC-B22B-9B137DACBC68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780" name="任意多边形 6027">
                    <a:extLst>
                      <a:ext uri="{FF2B5EF4-FFF2-40B4-BE49-F238E27FC236}">
                        <a16:creationId xmlns:a16="http://schemas.microsoft.com/office/drawing/2014/main" id="{06A6260C-1E44-4B9F-A689-2AFE1EAD5FCC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81" name="组合 1780">
                    <a:extLst>
                      <a:ext uri="{FF2B5EF4-FFF2-40B4-BE49-F238E27FC236}">
                        <a16:creationId xmlns:a16="http://schemas.microsoft.com/office/drawing/2014/main" id="{5156B545-3A09-45DB-9132-ACE6C9E7754A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1782" name="组合 1781">
                      <a:extLst>
                        <a:ext uri="{FF2B5EF4-FFF2-40B4-BE49-F238E27FC236}">
                          <a16:creationId xmlns:a16="http://schemas.microsoft.com/office/drawing/2014/main" id="{D5CDC7C3-A223-41B8-8F1A-16B3D90E85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1791" name="任意多边形 6038">
                        <a:extLst>
                          <a:ext uri="{FF2B5EF4-FFF2-40B4-BE49-F238E27FC236}">
                            <a16:creationId xmlns:a16="http://schemas.microsoft.com/office/drawing/2014/main" id="{067A8D95-80A9-4526-8143-C0B8574874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92" name="任意多边形 6039">
                        <a:extLst>
                          <a:ext uri="{FF2B5EF4-FFF2-40B4-BE49-F238E27FC236}">
                            <a16:creationId xmlns:a16="http://schemas.microsoft.com/office/drawing/2014/main" id="{CBAD2C96-87C4-4818-930C-456D208D9F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93" name="任意多边形 6040">
                        <a:extLst>
                          <a:ext uri="{FF2B5EF4-FFF2-40B4-BE49-F238E27FC236}">
                            <a16:creationId xmlns:a16="http://schemas.microsoft.com/office/drawing/2014/main" id="{D1691E34-3635-4ED1-A3A7-9C90177A9C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83" name="组合 1782">
                      <a:extLst>
                        <a:ext uri="{FF2B5EF4-FFF2-40B4-BE49-F238E27FC236}">
                          <a16:creationId xmlns:a16="http://schemas.microsoft.com/office/drawing/2014/main" id="{DA21A977-26F1-4286-9D5B-5E38E2E0B7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1788" name="任意多边形 6035">
                        <a:extLst>
                          <a:ext uri="{FF2B5EF4-FFF2-40B4-BE49-F238E27FC236}">
                            <a16:creationId xmlns:a16="http://schemas.microsoft.com/office/drawing/2014/main" id="{66D263E3-9352-4098-9C66-7C4A6DA532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89" name="任意多边形 6036">
                        <a:extLst>
                          <a:ext uri="{FF2B5EF4-FFF2-40B4-BE49-F238E27FC236}">
                            <a16:creationId xmlns:a16="http://schemas.microsoft.com/office/drawing/2014/main" id="{4E80FD26-8B7E-4CAB-B293-80D474337B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90" name="任意多边形 6037">
                        <a:extLst>
                          <a:ext uri="{FF2B5EF4-FFF2-40B4-BE49-F238E27FC236}">
                            <a16:creationId xmlns:a16="http://schemas.microsoft.com/office/drawing/2014/main" id="{CE9FC077-9923-4D4D-B9BF-BF843ABC1C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84" name="组合 1783">
                      <a:extLst>
                        <a:ext uri="{FF2B5EF4-FFF2-40B4-BE49-F238E27FC236}">
                          <a16:creationId xmlns:a16="http://schemas.microsoft.com/office/drawing/2014/main" id="{E8CD6833-A668-4728-8ADB-F27BCB1749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1785" name="任意多边形 6032">
                        <a:extLst>
                          <a:ext uri="{FF2B5EF4-FFF2-40B4-BE49-F238E27FC236}">
                            <a16:creationId xmlns:a16="http://schemas.microsoft.com/office/drawing/2014/main" id="{BDF824CC-CA55-4A16-B0D9-D7AB83F75B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86" name="任意多边形 6033">
                        <a:extLst>
                          <a:ext uri="{FF2B5EF4-FFF2-40B4-BE49-F238E27FC236}">
                            <a16:creationId xmlns:a16="http://schemas.microsoft.com/office/drawing/2014/main" id="{03AADDE6-181C-4804-9813-88FCBA475F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87" name="任意多边形 6034">
                        <a:extLst>
                          <a:ext uri="{FF2B5EF4-FFF2-40B4-BE49-F238E27FC236}">
                            <a16:creationId xmlns:a16="http://schemas.microsoft.com/office/drawing/2014/main" id="{CBBA5CBB-789E-4E1D-8C3A-0403E14C7C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763" name="组合 1762">
                  <a:extLst>
                    <a:ext uri="{FF2B5EF4-FFF2-40B4-BE49-F238E27FC236}">
                      <a16:creationId xmlns:a16="http://schemas.microsoft.com/office/drawing/2014/main" id="{0EC37FC8-D242-4E40-B95A-F97C915AC8FB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1764" name="任意多边形 6011">
                    <a:extLst>
                      <a:ext uri="{FF2B5EF4-FFF2-40B4-BE49-F238E27FC236}">
                        <a16:creationId xmlns:a16="http://schemas.microsoft.com/office/drawing/2014/main" id="{E2960EB0-0343-4B47-BFB4-926C6CB3636F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765" name="任意多边形 6012">
                    <a:extLst>
                      <a:ext uri="{FF2B5EF4-FFF2-40B4-BE49-F238E27FC236}">
                        <a16:creationId xmlns:a16="http://schemas.microsoft.com/office/drawing/2014/main" id="{E51A0435-9EC5-437C-92A7-7620CD99AF8E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66" name="组合 1765">
                    <a:extLst>
                      <a:ext uri="{FF2B5EF4-FFF2-40B4-BE49-F238E27FC236}">
                        <a16:creationId xmlns:a16="http://schemas.microsoft.com/office/drawing/2014/main" id="{E1FE5855-5448-478F-99B2-6BFF668F43AB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1767" name="组合 1766">
                      <a:extLst>
                        <a:ext uri="{FF2B5EF4-FFF2-40B4-BE49-F238E27FC236}">
                          <a16:creationId xmlns:a16="http://schemas.microsoft.com/office/drawing/2014/main" id="{3E46A25C-3A0F-4436-A74B-A2C7652915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1776" name="任意多边形 6023">
                        <a:extLst>
                          <a:ext uri="{FF2B5EF4-FFF2-40B4-BE49-F238E27FC236}">
                            <a16:creationId xmlns:a16="http://schemas.microsoft.com/office/drawing/2014/main" id="{63BE46D9-69C0-4364-ADEC-FD948AB515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77" name="任意多边形 6024">
                        <a:extLst>
                          <a:ext uri="{FF2B5EF4-FFF2-40B4-BE49-F238E27FC236}">
                            <a16:creationId xmlns:a16="http://schemas.microsoft.com/office/drawing/2014/main" id="{82A4368B-4A2A-455E-9A3D-115350F972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78" name="任意多边形 6025">
                        <a:extLst>
                          <a:ext uri="{FF2B5EF4-FFF2-40B4-BE49-F238E27FC236}">
                            <a16:creationId xmlns:a16="http://schemas.microsoft.com/office/drawing/2014/main" id="{1505D904-6609-408C-89E9-FEA80FC807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68" name="组合 1767">
                      <a:extLst>
                        <a:ext uri="{FF2B5EF4-FFF2-40B4-BE49-F238E27FC236}">
                          <a16:creationId xmlns:a16="http://schemas.microsoft.com/office/drawing/2014/main" id="{94A4706C-1D7E-4653-9E29-9C73515183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1773" name="任意多边形 6020">
                        <a:extLst>
                          <a:ext uri="{FF2B5EF4-FFF2-40B4-BE49-F238E27FC236}">
                            <a16:creationId xmlns:a16="http://schemas.microsoft.com/office/drawing/2014/main" id="{D9558CEB-48E0-40DE-818E-EFB0708821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74" name="任意多边形 6021">
                        <a:extLst>
                          <a:ext uri="{FF2B5EF4-FFF2-40B4-BE49-F238E27FC236}">
                            <a16:creationId xmlns:a16="http://schemas.microsoft.com/office/drawing/2014/main" id="{2DD65B40-4712-4E12-AD3E-26FD4926F3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75" name="任意多边形 6022">
                        <a:extLst>
                          <a:ext uri="{FF2B5EF4-FFF2-40B4-BE49-F238E27FC236}">
                            <a16:creationId xmlns:a16="http://schemas.microsoft.com/office/drawing/2014/main" id="{CE3DF682-33CB-4436-ABEC-188B866535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69" name="组合 1768">
                      <a:extLst>
                        <a:ext uri="{FF2B5EF4-FFF2-40B4-BE49-F238E27FC236}">
                          <a16:creationId xmlns:a16="http://schemas.microsoft.com/office/drawing/2014/main" id="{3C8CC95A-8D1F-42A7-8D81-36F864208F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1770" name="任意多边形 6017">
                        <a:extLst>
                          <a:ext uri="{FF2B5EF4-FFF2-40B4-BE49-F238E27FC236}">
                            <a16:creationId xmlns:a16="http://schemas.microsoft.com/office/drawing/2014/main" id="{615DB107-066F-4B0F-A8F5-3A15501E7E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71" name="任意多边形 6018">
                        <a:extLst>
                          <a:ext uri="{FF2B5EF4-FFF2-40B4-BE49-F238E27FC236}">
                            <a16:creationId xmlns:a16="http://schemas.microsoft.com/office/drawing/2014/main" id="{AF2E3A69-27C6-4855-B894-062BEDE6A5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72" name="任意多边形 6019">
                        <a:extLst>
                          <a:ext uri="{FF2B5EF4-FFF2-40B4-BE49-F238E27FC236}">
                            <a16:creationId xmlns:a16="http://schemas.microsoft.com/office/drawing/2014/main" id="{A733F671-632D-4ED6-AC01-5C395BB328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1661" name="组合 1660">
                <a:extLst>
                  <a:ext uri="{FF2B5EF4-FFF2-40B4-BE49-F238E27FC236}">
                    <a16:creationId xmlns:a16="http://schemas.microsoft.com/office/drawing/2014/main" id="{9AA3CB77-659E-449E-8435-9C9DE4A2E852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1662" name="组合 1661">
                  <a:extLst>
                    <a:ext uri="{FF2B5EF4-FFF2-40B4-BE49-F238E27FC236}">
                      <a16:creationId xmlns:a16="http://schemas.microsoft.com/office/drawing/2014/main" id="{2FDDD43F-5564-404C-9F0E-68D109EFC954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1743" name="任意多边形 5990">
                    <a:extLst>
                      <a:ext uri="{FF2B5EF4-FFF2-40B4-BE49-F238E27FC236}">
                        <a16:creationId xmlns:a16="http://schemas.microsoft.com/office/drawing/2014/main" id="{40D19CCE-3BD6-4991-8818-2F4A6D887A87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744" name="任意多边形 5991">
                    <a:extLst>
                      <a:ext uri="{FF2B5EF4-FFF2-40B4-BE49-F238E27FC236}">
                        <a16:creationId xmlns:a16="http://schemas.microsoft.com/office/drawing/2014/main" id="{E73241AC-032A-4BD6-B29B-FA998E4E5E63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45" name="组合 1744">
                    <a:extLst>
                      <a:ext uri="{FF2B5EF4-FFF2-40B4-BE49-F238E27FC236}">
                        <a16:creationId xmlns:a16="http://schemas.microsoft.com/office/drawing/2014/main" id="{9EAFBBAD-6269-43AC-87B9-1A5E0913FBCA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1746" name="组合 1745">
                      <a:extLst>
                        <a:ext uri="{FF2B5EF4-FFF2-40B4-BE49-F238E27FC236}">
                          <a16:creationId xmlns:a16="http://schemas.microsoft.com/office/drawing/2014/main" id="{30416FF0-C68D-4679-A96A-F2A63692D04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1755" name="任意多边形 6002">
                        <a:extLst>
                          <a:ext uri="{FF2B5EF4-FFF2-40B4-BE49-F238E27FC236}">
                            <a16:creationId xmlns:a16="http://schemas.microsoft.com/office/drawing/2014/main" id="{DE1FFDB5-7590-4ACB-8506-D321E5657B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56" name="任意多边形 6003">
                        <a:extLst>
                          <a:ext uri="{FF2B5EF4-FFF2-40B4-BE49-F238E27FC236}">
                            <a16:creationId xmlns:a16="http://schemas.microsoft.com/office/drawing/2014/main" id="{2D21F556-BE74-4D7E-BC7A-63171C6203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57" name="任意多边形 6004">
                        <a:extLst>
                          <a:ext uri="{FF2B5EF4-FFF2-40B4-BE49-F238E27FC236}">
                            <a16:creationId xmlns:a16="http://schemas.microsoft.com/office/drawing/2014/main" id="{60569391-25ED-4720-8F32-2CD249A905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47" name="组合 1746">
                      <a:extLst>
                        <a:ext uri="{FF2B5EF4-FFF2-40B4-BE49-F238E27FC236}">
                          <a16:creationId xmlns:a16="http://schemas.microsoft.com/office/drawing/2014/main" id="{C8E40EF0-A22D-4672-BF5D-30522950C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1752" name="任意多边形 5999">
                        <a:extLst>
                          <a:ext uri="{FF2B5EF4-FFF2-40B4-BE49-F238E27FC236}">
                            <a16:creationId xmlns:a16="http://schemas.microsoft.com/office/drawing/2014/main" id="{F74D54B0-E5F4-4889-85BC-53A9E5A258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53" name="任意多边形 6000">
                        <a:extLst>
                          <a:ext uri="{FF2B5EF4-FFF2-40B4-BE49-F238E27FC236}">
                            <a16:creationId xmlns:a16="http://schemas.microsoft.com/office/drawing/2014/main" id="{40C3B64F-8C03-4B41-A772-A17B5CCA08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54" name="任意多边形 6001">
                        <a:extLst>
                          <a:ext uri="{FF2B5EF4-FFF2-40B4-BE49-F238E27FC236}">
                            <a16:creationId xmlns:a16="http://schemas.microsoft.com/office/drawing/2014/main" id="{793D0774-5BE6-413F-B76B-B17F8DA7A4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48" name="组合 1747">
                      <a:extLst>
                        <a:ext uri="{FF2B5EF4-FFF2-40B4-BE49-F238E27FC236}">
                          <a16:creationId xmlns:a16="http://schemas.microsoft.com/office/drawing/2014/main" id="{3E714716-33F8-4FE1-B26A-4129982716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1749" name="任意多边形 5996">
                        <a:extLst>
                          <a:ext uri="{FF2B5EF4-FFF2-40B4-BE49-F238E27FC236}">
                            <a16:creationId xmlns:a16="http://schemas.microsoft.com/office/drawing/2014/main" id="{5AE51368-29A4-4A92-B450-5B90E472B7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50" name="任意多边形 5997">
                        <a:extLst>
                          <a:ext uri="{FF2B5EF4-FFF2-40B4-BE49-F238E27FC236}">
                            <a16:creationId xmlns:a16="http://schemas.microsoft.com/office/drawing/2014/main" id="{B55F1E1D-0AAB-4D96-AB9C-5B6F701FA1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51" name="任意多边形 5998">
                        <a:extLst>
                          <a:ext uri="{FF2B5EF4-FFF2-40B4-BE49-F238E27FC236}">
                            <a16:creationId xmlns:a16="http://schemas.microsoft.com/office/drawing/2014/main" id="{554DAB28-EE38-4784-AA00-133C373CD6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663" name="组合 1662">
                  <a:extLst>
                    <a:ext uri="{FF2B5EF4-FFF2-40B4-BE49-F238E27FC236}">
                      <a16:creationId xmlns:a16="http://schemas.microsoft.com/office/drawing/2014/main" id="{85B83C36-6C41-4050-8C61-E840B54E7773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1728" name="任意多边形 5975">
                    <a:extLst>
                      <a:ext uri="{FF2B5EF4-FFF2-40B4-BE49-F238E27FC236}">
                        <a16:creationId xmlns:a16="http://schemas.microsoft.com/office/drawing/2014/main" id="{2DDC913D-D148-498D-A08A-C04893316425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729" name="任意多边形 5976">
                    <a:extLst>
                      <a:ext uri="{FF2B5EF4-FFF2-40B4-BE49-F238E27FC236}">
                        <a16:creationId xmlns:a16="http://schemas.microsoft.com/office/drawing/2014/main" id="{833922DA-5EDF-42A8-BC1C-34C8E3343C50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30" name="组合 1729">
                    <a:extLst>
                      <a:ext uri="{FF2B5EF4-FFF2-40B4-BE49-F238E27FC236}">
                        <a16:creationId xmlns:a16="http://schemas.microsoft.com/office/drawing/2014/main" id="{34327BB6-EBF3-4C5F-8178-CA899075ABC6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1731" name="组合 1730">
                      <a:extLst>
                        <a:ext uri="{FF2B5EF4-FFF2-40B4-BE49-F238E27FC236}">
                          <a16:creationId xmlns:a16="http://schemas.microsoft.com/office/drawing/2014/main" id="{26B75F59-7F45-4DFC-B434-625EDB503F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1740" name="任意多边形 5987">
                        <a:extLst>
                          <a:ext uri="{FF2B5EF4-FFF2-40B4-BE49-F238E27FC236}">
                            <a16:creationId xmlns:a16="http://schemas.microsoft.com/office/drawing/2014/main" id="{69944D4D-0088-4998-99EC-C197362ACC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41" name="任意多边形 5988">
                        <a:extLst>
                          <a:ext uri="{FF2B5EF4-FFF2-40B4-BE49-F238E27FC236}">
                            <a16:creationId xmlns:a16="http://schemas.microsoft.com/office/drawing/2014/main" id="{AFC01EF6-1515-4DBE-80DA-A58234E58B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42" name="任意多边形 5989">
                        <a:extLst>
                          <a:ext uri="{FF2B5EF4-FFF2-40B4-BE49-F238E27FC236}">
                            <a16:creationId xmlns:a16="http://schemas.microsoft.com/office/drawing/2014/main" id="{15AE441C-3A8E-4B9A-A247-9E1E0B4A9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32" name="组合 1731">
                      <a:extLst>
                        <a:ext uri="{FF2B5EF4-FFF2-40B4-BE49-F238E27FC236}">
                          <a16:creationId xmlns:a16="http://schemas.microsoft.com/office/drawing/2014/main" id="{7528A189-091E-4B9F-A18B-EBF90F173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1737" name="任意多边形 5984">
                        <a:extLst>
                          <a:ext uri="{FF2B5EF4-FFF2-40B4-BE49-F238E27FC236}">
                            <a16:creationId xmlns:a16="http://schemas.microsoft.com/office/drawing/2014/main" id="{D3DBB3E3-A6A4-499F-8907-5447629264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38" name="任意多边形 5985">
                        <a:extLst>
                          <a:ext uri="{FF2B5EF4-FFF2-40B4-BE49-F238E27FC236}">
                            <a16:creationId xmlns:a16="http://schemas.microsoft.com/office/drawing/2014/main" id="{FDA31E46-FC04-4195-9067-6458ACCE27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39" name="任意多边形 5986">
                        <a:extLst>
                          <a:ext uri="{FF2B5EF4-FFF2-40B4-BE49-F238E27FC236}">
                            <a16:creationId xmlns:a16="http://schemas.microsoft.com/office/drawing/2014/main" id="{F22AECAB-3B73-436B-9EE0-386C360553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33" name="组合 1732">
                      <a:extLst>
                        <a:ext uri="{FF2B5EF4-FFF2-40B4-BE49-F238E27FC236}">
                          <a16:creationId xmlns:a16="http://schemas.microsoft.com/office/drawing/2014/main" id="{2FB6D218-2C82-4987-83BC-B86B166DDC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1734" name="任意多边形 5981">
                        <a:extLst>
                          <a:ext uri="{FF2B5EF4-FFF2-40B4-BE49-F238E27FC236}">
                            <a16:creationId xmlns:a16="http://schemas.microsoft.com/office/drawing/2014/main" id="{E87B6926-2739-4A98-B385-224DB1AD66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35" name="任意多边形 5982">
                        <a:extLst>
                          <a:ext uri="{FF2B5EF4-FFF2-40B4-BE49-F238E27FC236}">
                            <a16:creationId xmlns:a16="http://schemas.microsoft.com/office/drawing/2014/main" id="{DF9D5FC2-611F-4C67-AEE7-69E80C217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36" name="任意多边形 5983">
                        <a:extLst>
                          <a:ext uri="{FF2B5EF4-FFF2-40B4-BE49-F238E27FC236}">
                            <a16:creationId xmlns:a16="http://schemas.microsoft.com/office/drawing/2014/main" id="{1254B841-80D7-4655-91A0-2282F2BD6A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664" name="组合 1663">
                  <a:extLst>
                    <a:ext uri="{FF2B5EF4-FFF2-40B4-BE49-F238E27FC236}">
                      <a16:creationId xmlns:a16="http://schemas.microsoft.com/office/drawing/2014/main" id="{49B8EB0C-B0D4-46C0-AA87-3C3F54635A47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1713" name="任意多边形 5960">
                    <a:extLst>
                      <a:ext uri="{FF2B5EF4-FFF2-40B4-BE49-F238E27FC236}">
                        <a16:creationId xmlns:a16="http://schemas.microsoft.com/office/drawing/2014/main" id="{1F153FBF-FE0F-4F00-AC68-AB61925676A3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714" name="任意多边形 5961">
                    <a:extLst>
                      <a:ext uri="{FF2B5EF4-FFF2-40B4-BE49-F238E27FC236}">
                        <a16:creationId xmlns:a16="http://schemas.microsoft.com/office/drawing/2014/main" id="{4FF17490-ABDA-44DB-85BC-B4D5720D6B45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15" name="组合 1714">
                    <a:extLst>
                      <a:ext uri="{FF2B5EF4-FFF2-40B4-BE49-F238E27FC236}">
                        <a16:creationId xmlns:a16="http://schemas.microsoft.com/office/drawing/2014/main" id="{9461113C-47E1-4BA7-8DB7-C986505C0013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1716" name="组合 1715">
                      <a:extLst>
                        <a:ext uri="{FF2B5EF4-FFF2-40B4-BE49-F238E27FC236}">
                          <a16:creationId xmlns:a16="http://schemas.microsoft.com/office/drawing/2014/main" id="{30FCEC6F-542E-4424-A763-4E54377EBF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1725" name="任意多边形 5972">
                        <a:extLst>
                          <a:ext uri="{FF2B5EF4-FFF2-40B4-BE49-F238E27FC236}">
                            <a16:creationId xmlns:a16="http://schemas.microsoft.com/office/drawing/2014/main" id="{EA0B15BE-1922-4FF8-98DC-94F5801CC0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26" name="任意多边形 5973">
                        <a:extLst>
                          <a:ext uri="{FF2B5EF4-FFF2-40B4-BE49-F238E27FC236}">
                            <a16:creationId xmlns:a16="http://schemas.microsoft.com/office/drawing/2014/main" id="{202F4B5C-52E5-4407-88BF-26375279C2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27" name="任意多边形 5974">
                        <a:extLst>
                          <a:ext uri="{FF2B5EF4-FFF2-40B4-BE49-F238E27FC236}">
                            <a16:creationId xmlns:a16="http://schemas.microsoft.com/office/drawing/2014/main" id="{2800E806-0B0B-4B24-BC57-5FD0AC4703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17" name="组合 1716">
                      <a:extLst>
                        <a:ext uri="{FF2B5EF4-FFF2-40B4-BE49-F238E27FC236}">
                          <a16:creationId xmlns:a16="http://schemas.microsoft.com/office/drawing/2014/main" id="{2B5930DB-8F74-4A17-9E42-75B231C216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1722" name="任意多边形 5969">
                        <a:extLst>
                          <a:ext uri="{FF2B5EF4-FFF2-40B4-BE49-F238E27FC236}">
                            <a16:creationId xmlns:a16="http://schemas.microsoft.com/office/drawing/2014/main" id="{E3763745-0BCB-4C2D-BB12-A8254551DB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23" name="任意多边形 5970">
                        <a:extLst>
                          <a:ext uri="{FF2B5EF4-FFF2-40B4-BE49-F238E27FC236}">
                            <a16:creationId xmlns:a16="http://schemas.microsoft.com/office/drawing/2014/main" id="{20C20408-CDFF-47D3-BF45-30CCB0C7BE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24" name="任意多边形 5971">
                        <a:extLst>
                          <a:ext uri="{FF2B5EF4-FFF2-40B4-BE49-F238E27FC236}">
                            <a16:creationId xmlns:a16="http://schemas.microsoft.com/office/drawing/2014/main" id="{9F1191BB-F5AF-4E05-87E2-815905354E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18" name="组合 1717">
                      <a:extLst>
                        <a:ext uri="{FF2B5EF4-FFF2-40B4-BE49-F238E27FC236}">
                          <a16:creationId xmlns:a16="http://schemas.microsoft.com/office/drawing/2014/main" id="{0B6A5F6F-2885-423A-A74D-CFA1C1AB75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1719" name="任意多边形 5966">
                        <a:extLst>
                          <a:ext uri="{FF2B5EF4-FFF2-40B4-BE49-F238E27FC236}">
                            <a16:creationId xmlns:a16="http://schemas.microsoft.com/office/drawing/2014/main" id="{39472641-C816-40C7-B931-19F28A2CCF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20" name="任意多边形 5967">
                        <a:extLst>
                          <a:ext uri="{FF2B5EF4-FFF2-40B4-BE49-F238E27FC236}">
                            <a16:creationId xmlns:a16="http://schemas.microsoft.com/office/drawing/2014/main" id="{5D437B71-A40E-4D7E-9AE8-F47FB6CB67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21" name="任意多边形 5968">
                        <a:extLst>
                          <a:ext uri="{FF2B5EF4-FFF2-40B4-BE49-F238E27FC236}">
                            <a16:creationId xmlns:a16="http://schemas.microsoft.com/office/drawing/2014/main" id="{DA959990-0118-43FF-BC82-DE02B86A21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665" name="组合 1664">
                  <a:extLst>
                    <a:ext uri="{FF2B5EF4-FFF2-40B4-BE49-F238E27FC236}">
                      <a16:creationId xmlns:a16="http://schemas.microsoft.com/office/drawing/2014/main" id="{AA0DA458-D6BD-4475-86B7-5A46AA6216DD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1698" name="任意多边形 5945">
                    <a:extLst>
                      <a:ext uri="{FF2B5EF4-FFF2-40B4-BE49-F238E27FC236}">
                        <a16:creationId xmlns:a16="http://schemas.microsoft.com/office/drawing/2014/main" id="{77385784-D987-4DBC-9102-6AF19E58902B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699" name="任意多边形 5946">
                    <a:extLst>
                      <a:ext uri="{FF2B5EF4-FFF2-40B4-BE49-F238E27FC236}">
                        <a16:creationId xmlns:a16="http://schemas.microsoft.com/office/drawing/2014/main" id="{DB13695D-336F-4374-B3FF-6E769B419162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700" name="组合 1699">
                    <a:extLst>
                      <a:ext uri="{FF2B5EF4-FFF2-40B4-BE49-F238E27FC236}">
                        <a16:creationId xmlns:a16="http://schemas.microsoft.com/office/drawing/2014/main" id="{6DDCD8E4-0474-4A93-BC2D-5597ADDB715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1701" name="组合 1700">
                      <a:extLst>
                        <a:ext uri="{FF2B5EF4-FFF2-40B4-BE49-F238E27FC236}">
                          <a16:creationId xmlns:a16="http://schemas.microsoft.com/office/drawing/2014/main" id="{FE680D96-F661-4E70-A252-ED406C11E5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1710" name="任意多边形 5957">
                        <a:extLst>
                          <a:ext uri="{FF2B5EF4-FFF2-40B4-BE49-F238E27FC236}">
                            <a16:creationId xmlns:a16="http://schemas.microsoft.com/office/drawing/2014/main" id="{8037CB87-840F-49FF-9C56-D77402D857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11" name="任意多边形 5958">
                        <a:extLst>
                          <a:ext uri="{FF2B5EF4-FFF2-40B4-BE49-F238E27FC236}">
                            <a16:creationId xmlns:a16="http://schemas.microsoft.com/office/drawing/2014/main" id="{00994A33-847B-4F30-8416-C26F74A63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12" name="任意多边形 5959">
                        <a:extLst>
                          <a:ext uri="{FF2B5EF4-FFF2-40B4-BE49-F238E27FC236}">
                            <a16:creationId xmlns:a16="http://schemas.microsoft.com/office/drawing/2014/main" id="{FB919396-ABFE-436C-AB7C-5901DD26C4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02" name="组合 1701">
                      <a:extLst>
                        <a:ext uri="{FF2B5EF4-FFF2-40B4-BE49-F238E27FC236}">
                          <a16:creationId xmlns:a16="http://schemas.microsoft.com/office/drawing/2014/main" id="{91C436BA-413E-4068-AD21-95F3742BFA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1707" name="任意多边形 5954">
                        <a:extLst>
                          <a:ext uri="{FF2B5EF4-FFF2-40B4-BE49-F238E27FC236}">
                            <a16:creationId xmlns:a16="http://schemas.microsoft.com/office/drawing/2014/main" id="{D98156BD-AACA-43AE-B881-F77FF11989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08" name="任意多边形 5955">
                        <a:extLst>
                          <a:ext uri="{FF2B5EF4-FFF2-40B4-BE49-F238E27FC236}">
                            <a16:creationId xmlns:a16="http://schemas.microsoft.com/office/drawing/2014/main" id="{731D097B-4D7E-44D7-830F-3681F0E00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09" name="任意多边形 5956">
                        <a:extLst>
                          <a:ext uri="{FF2B5EF4-FFF2-40B4-BE49-F238E27FC236}">
                            <a16:creationId xmlns:a16="http://schemas.microsoft.com/office/drawing/2014/main" id="{7F79D0D4-038B-49C7-A1B5-DB456D8AB5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703" name="组合 1702">
                      <a:extLst>
                        <a:ext uri="{FF2B5EF4-FFF2-40B4-BE49-F238E27FC236}">
                          <a16:creationId xmlns:a16="http://schemas.microsoft.com/office/drawing/2014/main" id="{04979FDE-0636-42F0-BFCA-DF7EF7A44F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1704" name="任意多边形 5951">
                        <a:extLst>
                          <a:ext uri="{FF2B5EF4-FFF2-40B4-BE49-F238E27FC236}">
                            <a16:creationId xmlns:a16="http://schemas.microsoft.com/office/drawing/2014/main" id="{B0739941-3195-4945-97C5-E9D7035611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05" name="任意多边形 5952">
                        <a:extLst>
                          <a:ext uri="{FF2B5EF4-FFF2-40B4-BE49-F238E27FC236}">
                            <a16:creationId xmlns:a16="http://schemas.microsoft.com/office/drawing/2014/main" id="{75A0AA74-B052-49C4-9671-542BDC14A9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706" name="任意多边形 5953">
                        <a:extLst>
                          <a:ext uri="{FF2B5EF4-FFF2-40B4-BE49-F238E27FC236}">
                            <a16:creationId xmlns:a16="http://schemas.microsoft.com/office/drawing/2014/main" id="{47875E7A-16B8-4D73-8985-5E7146CA9B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666" name="组合 1665">
                  <a:extLst>
                    <a:ext uri="{FF2B5EF4-FFF2-40B4-BE49-F238E27FC236}">
                      <a16:creationId xmlns:a16="http://schemas.microsoft.com/office/drawing/2014/main" id="{9F6E487C-0F6B-46A8-9EB3-AFD7024F0539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1683" name="任意多边形 5930">
                    <a:extLst>
                      <a:ext uri="{FF2B5EF4-FFF2-40B4-BE49-F238E27FC236}">
                        <a16:creationId xmlns:a16="http://schemas.microsoft.com/office/drawing/2014/main" id="{24D61C89-38B2-4026-9F75-43F4B9A9FD9F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684" name="任意多边形 5931">
                    <a:extLst>
                      <a:ext uri="{FF2B5EF4-FFF2-40B4-BE49-F238E27FC236}">
                        <a16:creationId xmlns:a16="http://schemas.microsoft.com/office/drawing/2014/main" id="{F25F7007-9C23-400A-B530-4A8F424B01DD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685" name="组合 1684">
                    <a:extLst>
                      <a:ext uri="{FF2B5EF4-FFF2-40B4-BE49-F238E27FC236}">
                        <a16:creationId xmlns:a16="http://schemas.microsoft.com/office/drawing/2014/main" id="{7CD0D282-EF6F-4CE2-8525-4C6F12BE5528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1686" name="组合 1685">
                      <a:extLst>
                        <a:ext uri="{FF2B5EF4-FFF2-40B4-BE49-F238E27FC236}">
                          <a16:creationId xmlns:a16="http://schemas.microsoft.com/office/drawing/2014/main" id="{7CC99F79-9ED1-4EDC-87FC-461CB125C6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1695" name="任意多边形 5942">
                        <a:extLst>
                          <a:ext uri="{FF2B5EF4-FFF2-40B4-BE49-F238E27FC236}">
                            <a16:creationId xmlns:a16="http://schemas.microsoft.com/office/drawing/2014/main" id="{9E3D1115-FBF2-43B3-B916-E00940D766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96" name="任意多边形 5943">
                        <a:extLst>
                          <a:ext uri="{FF2B5EF4-FFF2-40B4-BE49-F238E27FC236}">
                            <a16:creationId xmlns:a16="http://schemas.microsoft.com/office/drawing/2014/main" id="{32E973F6-F2BA-4546-84C5-B50B07BED6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97" name="任意多边形 5944">
                        <a:extLst>
                          <a:ext uri="{FF2B5EF4-FFF2-40B4-BE49-F238E27FC236}">
                            <a16:creationId xmlns:a16="http://schemas.microsoft.com/office/drawing/2014/main" id="{1C16D702-741C-49AC-8616-7278CF9836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87" name="组合 1686">
                      <a:extLst>
                        <a:ext uri="{FF2B5EF4-FFF2-40B4-BE49-F238E27FC236}">
                          <a16:creationId xmlns:a16="http://schemas.microsoft.com/office/drawing/2014/main" id="{FA13742D-316A-4196-AC12-F6D701385C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1692" name="任意多边形 5939">
                        <a:extLst>
                          <a:ext uri="{FF2B5EF4-FFF2-40B4-BE49-F238E27FC236}">
                            <a16:creationId xmlns:a16="http://schemas.microsoft.com/office/drawing/2014/main" id="{EA029035-44C0-48F4-896F-A70359343F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93" name="任意多边形 5940">
                        <a:extLst>
                          <a:ext uri="{FF2B5EF4-FFF2-40B4-BE49-F238E27FC236}">
                            <a16:creationId xmlns:a16="http://schemas.microsoft.com/office/drawing/2014/main" id="{660F4C7D-874F-4A4E-BDE7-5C98BC383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94" name="任意多边形 5941">
                        <a:extLst>
                          <a:ext uri="{FF2B5EF4-FFF2-40B4-BE49-F238E27FC236}">
                            <a16:creationId xmlns:a16="http://schemas.microsoft.com/office/drawing/2014/main" id="{8324B517-809F-4DCC-A412-CA6735A50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88" name="组合 1687">
                      <a:extLst>
                        <a:ext uri="{FF2B5EF4-FFF2-40B4-BE49-F238E27FC236}">
                          <a16:creationId xmlns:a16="http://schemas.microsoft.com/office/drawing/2014/main" id="{9729A3F0-5EF9-4A49-A0CD-0C7E620BCC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1689" name="任意多边形 5936">
                        <a:extLst>
                          <a:ext uri="{FF2B5EF4-FFF2-40B4-BE49-F238E27FC236}">
                            <a16:creationId xmlns:a16="http://schemas.microsoft.com/office/drawing/2014/main" id="{032858CA-7592-4F8C-9C6B-2FB34373D9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90" name="任意多边形 5937">
                        <a:extLst>
                          <a:ext uri="{FF2B5EF4-FFF2-40B4-BE49-F238E27FC236}">
                            <a16:creationId xmlns:a16="http://schemas.microsoft.com/office/drawing/2014/main" id="{3EB0CF85-6CB9-4781-8758-A9D67D032D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91" name="任意多边形 5938">
                        <a:extLst>
                          <a:ext uri="{FF2B5EF4-FFF2-40B4-BE49-F238E27FC236}">
                            <a16:creationId xmlns:a16="http://schemas.microsoft.com/office/drawing/2014/main" id="{C1874CFE-8379-49FF-BE98-B6AED0C8B6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1667" name="组合 1666">
                  <a:extLst>
                    <a:ext uri="{FF2B5EF4-FFF2-40B4-BE49-F238E27FC236}">
                      <a16:creationId xmlns:a16="http://schemas.microsoft.com/office/drawing/2014/main" id="{F8176B28-A7F7-49CA-8F6B-A336ECE60E12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1668" name="任意多边形 5915">
                    <a:extLst>
                      <a:ext uri="{FF2B5EF4-FFF2-40B4-BE49-F238E27FC236}">
                        <a16:creationId xmlns:a16="http://schemas.microsoft.com/office/drawing/2014/main" id="{EA6FC910-2317-4B7A-8941-51E3956F3E68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1669" name="任意多边形 5916">
                    <a:extLst>
                      <a:ext uri="{FF2B5EF4-FFF2-40B4-BE49-F238E27FC236}">
                        <a16:creationId xmlns:a16="http://schemas.microsoft.com/office/drawing/2014/main" id="{2C3172B2-D68A-48CF-8B70-A3910E7B449E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1670" name="组合 1669">
                    <a:extLst>
                      <a:ext uri="{FF2B5EF4-FFF2-40B4-BE49-F238E27FC236}">
                        <a16:creationId xmlns:a16="http://schemas.microsoft.com/office/drawing/2014/main" id="{CA2BF596-32FA-443D-8088-D601F1F1E754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1671" name="组合 1670">
                      <a:extLst>
                        <a:ext uri="{FF2B5EF4-FFF2-40B4-BE49-F238E27FC236}">
                          <a16:creationId xmlns:a16="http://schemas.microsoft.com/office/drawing/2014/main" id="{D5E0C9B7-DBA4-4A2C-A94D-75B96E0413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1680" name="任意多边形 5927">
                        <a:extLst>
                          <a:ext uri="{FF2B5EF4-FFF2-40B4-BE49-F238E27FC236}">
                            <a16:creationId xmlns:a16="http://schemas.microsoft.com/office/drawing/2014/main" id="{8EFD9587-CEBF-48A2-8DBB-D0BBAF4EE8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81" name="任意多边形 5928">
                        <a:extLst>
                          <a:ext uri="{FF2B5EF4-FFF2-40B4-BE49-F238E27FC236}">
                            <a16:creationId xmlns:a16="http://schemas.microsoft.com/office/drawing/2014/main" id="{63F39B0B-50A1-4381-8599-0FD2A69C1D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82" name="任意多边形 5929">
                        <a:extLst>
                          <a:ext uri="{FF2B5EF4-FFF2-40B4-BE49-F238E27FC236}">
                            <a16:creationId xmlns:a16="http://schemas.microsoft.com/office/drawing/2014/main" id="{DFDCDA15-B4B7-4592-85EF-D1069AB8D5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72" name="组合 1671">
                      <a:extLst>
                        <a:ext uri="{FF2B5EF4-FFF2-40B4-BE49-F238E27FC236}">
                          <a16:creationId xmlns:a16="http://schemas.microsoft.com/office/drawing/2014/main" id="{1045AA51-F676-4A7F-9E32-8299529A20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1677" name="任意多边形 5924">
                        <a:extLst>
                          <a:ext uri="{FF2B5EF4-FFF2-40B4-BE49-F238E27FC236}">
                            <a16:creationId xmlns:a16="http://schemas.microsoft.com/office/drawing/2014/main" id="{3D2CA37E-497D-47CA-82C6-9FF52494E4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78" name="任意多边形 5925">
                        <a:extLst>
                          <a:ext uri="{FF2B5EF4-FFF2-40B4-BE49-F238E27FC236}">
                            <a16:creationId xmlns:a16="http://schemas.microsoft.com/office/drawing/2014/main" id="{214087E3-0951-4B94-811C-47449E14F8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79" name="任意多边形 5926">
                        <a:extLst>
                          <a:ext uri="{FF2B5EF4-FFF2-40B4-BE49-F238E27FC236}">
                            <a16:creationId xmlns:a16="http://schemas.microsoft.com/office/drawing/2014/main" id="{E95FD22B-6D7B-4E8F-A611-47EBDE314B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1673" name="组合 1672">
                      <a:extLst>
                        <a:ext uri="{FF2B5EF4-FFF2-40B4-BE49-F238E27FC236}">
                          <a16:creationId xmlns:a16="http://schemas.microsoft.com/office/drawing/2014/main" id="{90B9911E-43FB-4CE1-B28F-5A493AE215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1674" name="任意多边形 5921">
                        <a:extLst>
                          <a:ext uri="{FF2B5EF4-FFF2-40B4-BE49-F238E27FC236}">
                            <a16:creationId xmlns:a16="http://schemas.microsoft.com/office/drawing/2014/main" id="{E3FCD067-1777-4484-9851-6D228DC52A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75" name="任意多边形 5922">
                        <a:extLst>
                          <a:ext uri="{FF2B5EF4-FFF2-40B4-BE49-F238E27FC236}">
                            <a16:creationId xmlns:a16="http://schemas.microsoft.com/office/drawing/2014/main" id="{2FB7EA62-A5B0-4295-88DC-BE18638672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1676" name="任意多边形 5923">
                        <a:extLst>
                          <a:ext uri="{FF2B5EF4-FFF2-40B4-BE49-F238E27FC236}">
                            <a16:creationId xmlns:a16="http://schemas.microsoft.com/office/drawing/2014/main" id="{61F0E802-6CA3-4B80-9495-AC59AE3AD5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2055" name="视频分配器">
              <a:extLst>
                <a:ext uri="{FF2B5EF4-FFF2-40B4-BE49-F238E27FC236}">
                  <a16:creationId xmlns:a16="http://schemas.microsoft.com/office/drawing/2014/main" id="{9554798A-4884-4EAB-A4AD-FC59F24D6622}"/>
                </a:ext>
              </a:extLst>
            </p:cNvPr>
            <p:cNvGrpSpPr/>
            <p:nvPr/>
          </p:nvGrpSpPr>
          <p:grpSpPr>
            <a:xfrm>
              <a:off x="6504394" y="5782912"/>
              <a:ext cx="1064157" cy="268252"/>
              <a:chOff x="4017556" y="5085739"/>
              <a:chExt cx="981420" cy="268252"/>
            </a:xfrm>
          </p:grpSpPr>
          <p:sp>
            <p:nvSpPr>
              <p:cNvPr id="2056" name="任意多边形 6303">
                <a:extLst>
                  <a:ext uri="{FF2B5EF4-FFF2-40B4-BE49-F238E27FC236}">
                    <a16:creationId xmlns:a16="http://schemas.microsoft.com/office/drawing/2014/main" id="{081ADE58-1945-4EC9-AAFA-A51B0CAFF3C8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057" name="任意多边形 6304">
                <a:extLst>
                  <a:ext uri="{FF2B5EF4-FFF2-40B4-BE49-F238E27FC236}">
                    <a16:creationId xmlns:a16="http://schemas.microsoft.com/office/drawing/2014/main" id="{8857947B-3B67-4FE9-B84F-CB3F56182233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2058" name="组合 2057">
                <a:extLst>
                  <a:ext uri="{FF2B5EF4-FFF2-40B4-BE49-F238E27FC236}">
                    <a16:creationId xmlns:a16="http://schemas.microsoft.com/office/drawing/2014/main" id="{32D49927-A7DF-4BAD-8341-6DDF75807DBB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2460" name="任意多边形 6707">
                  <a:extLst>
                    <a:ext uri="{FF2B5EF4-FFF2-40B4-BE49-F238E27FC236}">
                      <a16:creationId xmlns:a16="http://schemas.microsoft.com/office/drawing/2014/main" id="{01E78829-377F-43A3-859C-A9DEA066A80A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461" name="任意多边形 6708">
                  <a:extLst>
                    <a:ext uri="{FF2B5EF4-FFF2-40B4-BE49-F238E27FC236}">
                      <a16:creationId xmlns:a16="http://schemas.microsoft.com/office/drawing/2014/main" id="{13BFFEA0-98B7-4824-89D3-EF14A80FC30D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462" name="任意多边形 6709">
                  <a:extLst>
                    <a:ext uri="{FF2B5EF4-FFF2-40B4-BE49-F238E27FC236}">
                      <a16:creationId xmlns:a16="http://schemas.microsoft.com/office/drawing/2014/main" id="{93F28AAC-12A4-4255-B96A-5B510B1097EC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2059" name="组合 2058">
                <a:extLst>
                  <a:ext uri="{FF2B5EF4-FFF2-40B4-BE49-F238E27FC236}">
                    <a16:creationId xmlns:a16="http://schemas.microsoft.com/office/drawing/2014/main" id="{BA8A0440-4F1E-4D03-ACAB-51679890BCB9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2457" name="任意多边形 6704">
                  <a:extLst>
                    <a:ext uri="{FF2B5EF4-FFF2-40B4-BE49-F238E27FC236}">
                      <a16:creationId xmlns:a16="http://schemas.microsoft.com/office/drawing/2014/main" id="{BD151AA1-223A-4A69-B586-ACC38EDD0C0B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458" name="任意多边形 6705">
                  <a:extLst>
                    <a:ext uri="{FF2B5EF4-FFF2-40B4-BE49-F238E27FC236}">
                      <a16:creationId xmlns:a16="http://schemas.microsoft.com/office/drawing/2014/main" id="{FCEFA3F7-1DB4-48AE-B937-2A0F8499F51A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459" name="任意多边形 6706">
                  <a:extLst>
                    <a:ext uri="{FF2B5EF4-FFF2-40B4-BE49-F238E27FC236}">
                      <a16:creationId xmlns:a16="http://schemas.microsoft.com/office/drawing/2014/main" id="{D19002E8-5A4A-431C-92F7-06C44C4F627C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2060" name="组合 2059">
                <a:extLst>
                  <a:ext uri="{FF2B5EF4-FFF2-40B4-BE49-F238E27FC236}">
                    <a16:creationId xmlns:a16="http://schemas.microsoft.com/office/drawing/2014/main" id="{414248D0-1182-492B-BA3A-6B8F0032567F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2454" name="任意多边形 6701">
                  <a:extLst>
                    <a:ext uri="{FF2B5EF4-FFF2-40B4-BE49-F238E27FC236}">
                      <a16:creationId xmlns:a16="http://schemas.microsoft.com/office/drawing/2014/main" id="{7E48044A-EA83-4653-B07D-34C392642757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455" name="任意多边形 6702">
                  <a:extLst>
                    <a:ext uri="{FF2B5EF4-FFF2-40B4-BE49-F238E27FC236}">
                      <a16:creationId xmlns:a16="http://schemas.microsoft.com/office/drawing/2014/main" id="{B0E7B2AF-CB3B-44B1-ADA3-221177A5ECA7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2456" name="任意多边形 6703">
                  <a:extLst>
                    <a:ext uri="{FF2B5EF4-FFF2-40B4-BE49-F238E27FC236}">
                      <a16:creationId xmlns:a16="http://schemas.microsoft.com/office/drawing/2014/main" id="{3F00F713-7F77-4D39-B78F-B0EB78831DDC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2061" name="任意多边形 6308">
                <a:extLst>
                  <a:ext uri="{FF2B5EF4-FFF2-40B4-BE49-F238E27FC236}">
                    <a16:creationId xmlns:a16="http://schemas.microsoft.com/office/drawing/2014/main" id="{6EA30F96-0407-499C-9BB1-23A70EEBA1C7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062" name="任意多边形 6309">
                <a:extLst>
                  <a:ext uri="{FF2B5EF4-FFF2-40B4-BE49-F238E27FC236}">
                    <a16:creationId xmlns:a16="http://schemas.microsoft.com/office/drawing/2014/main" id="{F320AC2F-2840-4C5A-9568-23219E5137EE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063" name="任意多边形 6310">
                <a:extLst>
                  <a:ext uri="{FF2B5EF4-FFF2-40B4-BE49-F238E27FC236}">
                    <a16:creationId xmlns:a16="http://schemas.microsoft.com/office/drawing/2014/main" id="{56A052A8-0105-4A1E-8BE2-CE27B96C383C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2064" name="任意多边形 6311">
                <a:extLst>
                  <a:ext uri="{FF2B5EF4-FFF2-40B4-BE49-F238E27FC236}">
                    <a16:creationId xmlns:a16="http://schemas.microsoft.com/office/drawing/2014/main" id="{DD1096FE-8932-4DF2-980E-8F3F0CCB0C91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2065" name="任意多边形 6312">
                <a:extLst>
                  <a:ext uri="{FF2B5EF4-FFF2-40B4-BE49-F238E27FC236}">
                    <a16:creationId xmlns:a16="http://schemas.microsoft.com/office/drawing/2014/main" id="{1B0F0EEC-0DAC-4DA8-8308-0053A3D61B4D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2066" name="组合 2065">
                <a:extLst>
                  <a:ext uri="{FF2B5EF4-FFF2-40B4-BE49-F238E27FC236}">
                    <a16:creationId xmlns:a16="http://schemas.microsoft.com/office/drawing/2014/main" id="{61E945D2-F2E5-41C9-92BC-2CAEF410267A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2358" name="组合 2357">
                  <a:extLst>
                    <a:ext uri="{FF2B5EF4-FFF2-40B4-BE49-F238E27FC236}">
                      <a16:creationId xmlns:a16="http://schemas.microsoft.com/office/drawing/2014/main" id="{7B7E5599-DE41-4302-BE30-E19556890F37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2439" name="任意多边形 6686">
                    <a:extLst>
                      <a:ext uri="{FF2B5EF4-FFF2-40B4-BE49-F238E27FC236}">
                        <a16:creationId xmlns:a16="http://schemas.microsoft.com/office/drawing/2014/main" id="{7003EDFE-0033-4061-A408-6D0FAB99381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440" name="任意多边形 6687">
                    <a:extLst>
                      <a:ext uri="{FF2B5EF4-FFF2-40B4-BE49-F238E27FC236}">
                        <a16:creationId xmlns:a16="http://schemas.microsoft.com/office/drawing/2014/main" id="{082564B0-F5C4-4F52-8686-828FF92CD779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441" name="组合 2440">
                    <a:extLst>
                      <a:ext uri="{FF2B5EF4-FFF2-40B4-BE49-F238E27FC236}">
                        <a16:creationId xmlns:a16="http://schemas.microsoft.com/office/drawing/2014/main" id="{DC18BBB6-478D-4015-9BA3-F07443652C37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2442" name="组合 2441">
                      <a:extLst>
                        <a:ext uri="{FF2B5EF4-FFF2-40B4-BE49-F238E27FC236}">
                          <a16:creationId xmlns:a16="http://schemas.microsoft.com/office/drawing/2014/main" id="{97C98F6F-A600-4EC4-B7E2-4133F72CF4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2451" name="任意多边形 6698">
                        <a:extLst>
                          <a:ext uri="{FF2B5EF4-FFF2-40B4-BE49-F238E27FC236}">
                            <a16:creationId xmlns:a16="http://schemas.microsoft.com/office/drawing/2014/main" id="{1532728F-C699-4B04-9E86-34EE12501C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52" name="任意多边形 6699">
                        <a:extLst>
                          <a:ext uri="{FF2B5EF4-FFF2-40B4-BE49-F238E27FC236}">
                            <a16:creationId xmlns:a16="http://schemas.microsoft.com/office/drawing/2014/main" id="{A8460D86-354E-4C90-BA03-B7A8E1982D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53" name="任意多边形 6700">
                        <a:extLst>
                          <a:ext uri="{FF2B5EF4-FFF2-40B4-BE49-F238E27FC236}">
                            <a16:creationId xmlns:a16="http://schemas.microsoft.com/office/drawing/2014/main" id="{74F052E4-32D9-446F-9891-AB0DAD431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43" name="组合 2442">
                      <a:extLst>
                        <a:ext uri="{FF2B5EF4-FFF2-40B4-BE49-F238E27FC236}">
                          <a16:creationId xmlns:a16="http://schemas.microsoft.com/office/drawing/2014/main" id="{BC885DCD-12D7-4C08-82E2-0864143671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2448" name="任意多边形 6695">
                        <a:extLst>
                          <a:ext uri="{FF2B5EF4-FFF2-40B4-BE49-F238E27FC236}">
                            <a16:creationId xmlns:a16="http://schemas.microsoft.com/office/drawing/2014/main" id="{1FDBF5A1-DA81-47F8-A875-02AA080AD2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49" name="任意多边形 6696">
                        <a:extLst>
                          <a:ext uri="{FF2B5EF4-FFF2-40B4-BE49-F238E27FC236}">
                            <a16:creationId xmlns:a16="http://schemas.microsoft.com/office/drawing/2014/main" id="{237390FB-6681-453F-9FD3-F9E0084260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50" name="任意多边形 6697">
                        <a:extLst>
                          <a:ext uri="{FF2B5EF4-FFF2-40B4-BE49-F238E27FC236}">
                            <a16:creationId xmlns:a16="http://schemas.microsoft.com/office/drawing/2014/main" id="{E02ABB55-A472-45B5-88B8-9E6931E8B1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44" name="组合 2443">
                      <a:extLst>
                        <a:ext uri="{FF2B5EF4-FFF2-40B4-BE49-F238E27FC236}">
                          <a16:creationId xmlns:a16="http://schemas.microsoft.com/office/drawing/2014/main" id="{E81593CF-5E82-4284-BBB4-8FC3E7DB24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2445" name="任意多边形 6692">
                        <a:extLst>
                          <a:ext uri="{FF2B5EF4-FFF2-40B4-BE49-F238E27FC236}">
                            <a16:creationId xmlns:a16="http://schemas.microsoft.com/office/drawing/2014/main" id="{21132206-5028-491B-AF2D-8337A6410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46" name="任意多边形 6693">
                        <a:extLst>
                          <a:ext uri="{FF2B5EF4-FFF2-40B4-BE49-F238E27FC236}">
                            <a16:creationId xmlns:a16="http://schemas.microsoft.com/office/drawing/2014/main" id="{CD773982-4E98-42D4-B6AD-FD1577F8E9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47" name="任意多边形 6694">
                        <a:extLst>
                          <a:ext uri="{FF2B5EF4-FFF2-40B4-BE49-F238E27FC236}">
                            <a16:creationId xmlns:a16="http://schemas.microsoft.com/office/drawing/2014/main" id="{4F970F10-DCFB-4C35-B8C8-A458D65F3D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359" name="组合 2358">
                  <a:extLst>
                    <a:ext uri="{FF2B5EF4-FFF2-40B4-BE49-F238E27FC236}">
                      <a16:creationId xmlns:a16="http://schemas.microsoft.com/office/drawing/2014/main" id="{D744DBFE-6855-4B7F-ACCE-0C6B91AFDE6B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2424" name="任意多边形 6671">
                    <a:extLst>
                      <a:ext uri="{FF2B5EF4-FFF2-40B4-BE49-F238E27FC236}">
                        <a16:creationId xmlns:a16="http://schemas.microsoft.com/office/drawing/2014/main" id="{FAA6BD79-D8EB-4A6F-9461-4D6754884BC5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425" name="任意多边形 6672">
                    <a:extLst>
                      <a:ext uri="{FF2B5EF4-FFF2-40B4-BE49-F238E27FC236}">
                        <a16:creationId xmlns:a16="http://schemas.microsoft.com/office/drawing/2014/main" id="{069A4EF7-7CA6-4148-8879-3BFDB9C6247D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426" name="组合 2425">
                    <a:extLst>
                      <a:ext uri="{FF2B5EF4-FFF2-40B4-BE49-F238E27FC236}">
                        <a16:creationId xmlns:a16="http://schemas.microsoft.com/office/drawing/2014/main" id="{892EB588-E4CD-4BE6-924A-77099792C4BC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2427" name="组合 2426">
                      <a:extLst>
                        <a:ext uri="{FF2B5EF4-FFF2-40B4-BE49-F238E27FC236}">
                          <a16:creationId xmlns:a16="http://schemas.microsoft.com/office/drawing/2014/main" id="{09965C64-F505-4AB3-AD71-5BF54AE8A6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2436" name="任意多边形 6683">
                        <a:extLst>
                          <a:ext uri="{FF2B5EF4-FFF2-40B4-BE49-F238E27FC236}">
                            <a16:creationId xmlns:a16="http://schemas.microsoft.com/office/drawing/2014/main" id="{5C0E9C1A-02AA-4CF5-B4AF-8A94F2C319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37" name="任意多边形 6684">
                        <a:extLst>
                          <a:ext uri="{FF2B5EF4-FFF2-40B4-BE49-F238E27FC236}">
                            <a16:creationId xmlns:a16="http://schemas.microsoft.com/office/drawing/2014/main" id="{FDC1414B-0057-4A3B-89E5-6D73F3EE48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38" name="任意多边形 6685">
                        <a:extLst>
                          <a:ext uri="{FF2B5EF4-FFF2-40B4-BE49-F238E27FC236}">
                            <a16:creationId xmlns:a16="http://schemas.microsoft.com/office/drawing/2014/main" id="{4CB2C42B-6E13-4DA9-AB7D-92CB69A699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28" name="组合 2427">
                      <a:extLst>
                        <a:ext uri="{FF2B5EF4-FFF2-40B4-BE49-F238E27FC236}">
                          <a16:creationId xmlns:a16="http://schemas.microsoft.com/office/drawing/2014/main" id="{8463A7F3-28E3-48E8-BECB-F6C96AD0CB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2433" name="任意多边形 6680">
                        <a:extLst>
                          <a:ext uri="{FF2B5EF4-FFF2-40B4-BE49-F238E27FC236}">
                            <a16:creationId xmlns:a16="http://schemas.microsoft.com/office/drawing/2014/main" id="{C8D1BBC5-0D92-4176-AD36-985DAE49BB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34" name="任意多边形 6681">
                        <a:extLst>
                          <a:ext uri="{FF2B5EF4-FFF2-40B4-BE49-F238E27FC236}">
                            <a16:creationId xmlns:a16="http://schemas.microsoft.com/office/drawing/2014/main" id="{A1D11DC2-D8CF-4EEF-B3CF-23D2E773CF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35" name="任意多边形 6682">
                        <a:extLst>
                          <a:ext uri="{FF2B5EF4-FFF2-40B4-BE49-F238E27FC236}">
                            <a16:creationId xmlns:a16="http://schemas.microsoft.com/office/drawing/2014/main" id="{5CD0F18F-B352-4C0A-B86C-639432C83D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29" name="组合 2428">
                      <a:extLst>
                        <a:ext uri="{FF2B5EF4-FFF2-40B4-BE49-F238E27FC236}">
                          <a16:creationId xmlns:a16="http://schemas.microsoft.com/office/drawing/2014/main" id="{47A46B2E-6635-4419-93E7-A11DE7DB1E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2430" name="任意多边形 6677">
                        <a:extLst>
                          <a:ext uri="{FF2B5EF4-FFF2-40B4-BE49-F238E27FC236}">
                            <a16:creationId xmlns:a16="http://schemas.microsoft.com/office/drawing/2014/main" id="{1574314C-04F1-4AB3-8C84-7935B67AC1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31" name="任意多边形 6678">
                        <a:extLst>
                          <a:ext uri="{FF2B5EF4-FFF2-40B4-BE49-F238E27FC236}">
                            <a16:creationId xmlns:a16="http://schemas.microsoft.com/office/drawing/2014/main" id="{A55619AB-2AA9-4896-8E6F-75E4618363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32" name="任意多边形 6679">
                        <a:extLst>
                          <a:ext uri="{FF2B5EF4-FFF2-40B4-BE49-F238E27FC236}">
                            <a16:creationId xmlns:a16="http://schemas.microsoft.com/office/drawing/2014/main" id="{CC298B88-7EF3-45D3-8E17-E701331DFA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360" name="组合 2359">
                  <a:extLst>
                    <a:ext uri="{FF2B5EF4-FFF2-40B4-BE49-F238E27FC236}">
                      <a16:creationId xmlns:a16="http://schemas.microsoft.com/office/drawing/2014/main" id="{7F451C85-7E11-4010-8321-E08E7A9AA185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2409" name="任意多边形 6656">
                    <a:extLst>
                      <a:ext uri="{FF2B5EF4-FFF2-40B4-BE49-F238E27FC236}">
                        <a16:creationId xmlns:a16="http://schemas.microsoft.com/office/drawing/2014/main" id="{5AA87403-25AA-4ABE-8F67-1E2BC256577C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410" name="任意多边形 6657">
                    <a:extLst>
                      <a:ext uri="{FF2B5EF4-FFF2-40B4-BE49-F238E27FC236}">
                        <a16:creationId xmlns:a16="http://schemas.microsoft.com/office/drawing/2014/main" id="{75EEEA6E-17B1-4142-B5D9-850B03B0E3D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411" name="组合 2410">
                    <a:extLst>
                      <a:ext uri="{FF2B5EF4-FFF2-40B4-BE49-F238E27FC236}">
                        <a16:creationId xmlns:a16="http://schemas.microsoft.com/office/drawing/2014/main" id="{5C45B74D-F7EA-4AE4-B6CC-9C4508DDD916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2412" name="组合 2411">
                      <a:extLst>
                        <a:ext uri="{FF2B5EF4-FFF2-40B4-BE49-F238E27FC236}">
                          <a16:creationId xmlns:a16="http://schemas.microsoft.com/office/drawing/2014/main" id="{BFFAF11F-6772-4E26-B350-FB9E15889C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2421" name="任意多边形 6668">
                        <a:extLst>
                          <a:ext uri="{FF2B5EF4-FFF2-40B4-BE49-F238E27FC236}">
                            <a16:creationId xmlns:a16="http://schemas.microsoft.com/office/drawing/2014/main" id="{549DCBC2-43A5-4A65-9F08-9489247CCC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22" name="任意多边形 6669">
                        <a:extLst>
                          <a:ext uri="{FF2B5EF4-FFF2-40B4-BE49-F238E27FC236}">
                            <a16:creationId xmlns:a16="http://schemas.microsoft.com/office/drawing/2014/main" id="{F382628A-704D-4BFB-A0BD-AF7AFF3E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23" name="任意多边形 6670">
                        <a:extLst>
                          <a:ext uri="{FF2B5EF4-FFF2-40B4-BE49-F238E27FC236}">
                            <a16:creationId xmlns:a16="http://schemas.microsoft.com/office/drawing/2014/main" id="{56888FA9-DB24-4D83-83DC-554348618B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13" name="组合 2412">
                      <a:extLst>
                        <a:ext uri="{FF2B5EF4-FFF2-40B4-BE49-F238E27FC236}">
                          <a16:creationId xmlns:a16="http://schemas.microsoft.com/office/drawing/2014/main" id="{66D8B1F7-C235-4571-9F2C-E8B7D45BDF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2418" name="任意多边形 6665">
                        <a:extLst>
                          <a:ext uri="{FF2B5EF4-FFF2-40B4-BE49-F238E27FC236}">
                            <a16:creationId xmlns:a16="http://schemas.microsoft.com/office/drawing/2014/main" id="{402F4AFB-6B64-4C0B-9F0E-BBEBC3F706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19" name="任意多边形 6666">
                        <a:extLst>
                          <a:ext uri="{FF2B5EF4-FFF2-40B4-BE49-F238E27FC236}">
                            <a16:creationId xmlns:a16="http://schemas.microsoft.com/office/drawing/2014/main" id="{C49B4A83-5101-474A-83DD-756076A8CE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20" name="任意多边形 6667">
                        <a:extLst>
                          <a:ext uri="{FF2B5EF4-FFF2-40B4-BE49-F238E27FC236}">
                            <a16:creationId xmlns:a16="http://schemas.microsoft.com/office/drawing/2014/main" id="{7B66AC4B-7486-492A-AE2C-0864AA319C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414" name="组合 2413">
                      <a:extLst>
                        <a:ext uri="{FF2B5EF4-FFF2-40B4-BE49-F238E27FC236}">
                          <a16:creationId xmlns:a16="http://schemas.microsoft.com/office/drawing/2014/main" id="{C6D59036-1D1E-4D4D-8A1D-EA0818655B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2415" name="任意多边形 6662">
                        <a:extLst>
                          <a:ext uri="{FF2B5EF4-FFF2-40B4-BE49-F238E27FC236}">
                            <a16:creationId xmlns:a16="http://schemas.microsoft.com/office/drawing/2014/main" id="{7F24219A-35D3-497F-AE43-8C7B55647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16" name="任意多边形 6663">
                        <a:extLst>
                          <a:ext uri="{FF2B5EF4-FFF2-40B4-BE49-F238E27FC236}">
                            <a16:creationId xmlns:a16="http://schemas.microsoft.com/office/drawing/2014/main" id="{1E24FD08-E14D-4E06-AE54-C34BF26F56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17" name="任意多边形 6664">
                        <a:extLst>
                          <a:ext uri="{FF2B5EF4-FFF2-40B4-BE49-F238E27FC236}">
                            <a16:creationId xmlns:a16="http://schemas.microsoft.com/office/drawing/2014/main" id="{90F59A83-3F4A-4616-8129-7EF8BDC83D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361" name="组合 2360">
                  <a:extLst>
                    <a:ext uri="{FF2B5EF4-FFF2-40B4-BE49-F238E27FC236}">
                      <a16:creationId xmlns:a16="http://schemas.microsoft.com/office/drawing/2014/main" id="{C223BB21-F5AE-4633-9B23-7ED94CCF907E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2394" name="任意多边形 6641">
                    <a:extLst>
                      <a:ext uri="{FF2B5EF4-FFF2-40B4-BE49-F238E27FC236}">
                        <a16:creationId xmlns:a16="http://schemas.microsoft.com/office/drawing/2014/main" id="{512B252C-2559-4E0B-B3E1-DC55CE886BA2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395" name="任意多边形 6642">
                    <a:extLst>
                      <a:ext uri="{FF2B5EF4-FFF2-40B4-BE49-F238E27FC236}">
                        <a16:creationId xmlns:a16="http://schemas.microsoft.com/office/drawing/2014/main" id="{4E5CE232-7B41-4F98-A9AA-8889D901B306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96" name="组合 2395">
                    <a:extLst>
                      <a:ext uri="{FF2B5EF4-FFF2-40B4-BE49-F238E27FC236}">
                        <a16:creationId xmlns:a16="http://schemas.microsoft.com/office/drawing/2014/main" id="{B3AC3CD9-D184-49A7-B8C5-71923D4A3ACC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2397" name="组合 2396">
                      <a:extLst>
                        <a:ext uri="{FF2B5EF4-FFF2-40B4-BE49-F238E27FC236}">
                          <a16:creationId xmlns:a16="http://schemas.microsoft.com/office/drawing/2014/main" id="{C8606E05-ACC5-40A4-B39A-E17867FA8C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2406" name="任意多边形 6653">
                        <a:extLst>
                          <a:ext uri="{FF2B5EF4-FFF2-40B4-BE49-F238E27FC236}">
                            <a16:creationId xmlns:a16="http://schemas.microsoft.com/office/drawing/2014/main" id="{9A29D23C-1016-412F-AC93-FBF69738B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07" name="任意多边形 6654">
                        <a:extLst>
                          <a:ext uri="{FF2B5EF4-FFF2-40B4-BE49-F238E27FC236}">
                            <a16:creationId xmlns:a16="http://schemas.microsoft.com/office/drawing/2014/main" id="{5F6EBB8D-340D-4E82-9D7F-5349DD50ED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08" name="任意多边形 6655">
                        <a:extLst>
                          <a:ext uri="{FF2B5EF4-FFF2-40B4-BE49-F238E27FC236}">
                            <a16:creationId xmlns:a16="http://schemas.microsoft.com/office/drawing/2014/main" id="{31B95AB3-3996-40F4-BDC9-CAC2127D05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98" name="组合 2397">
                      <a:extLst>
                        <a:ext uri="{FF2B5EF4-FFF2-40B4-BE49-F238E27FC236}">
                          <a16:creationId xmlns:a16="http://schemas.microsoft.com/office/drawing/2014/main" id="{1FF7160F-27DD-4236-AC71-C5F641A7DF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2403" name="任意多边形 6650">
                        <a:extLst>
                          <a:ext uri="{FF2B5EF4-FFF2-40B4-BE49-F238E27FC236}">
                            <a16:creationId xmlns:a16="http://schemas.microsoft.com/office/drawing/2014/main" id="{606B89CF-CEEE-4589-9122-FEFFCDC640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04" name="任意多边形 6651">
                        <a:extLst>
                          <a:ext uri="{FF2B5EF4-FFF2-40B4-BE49-F238E27FC236}">
                            <a16:creationId xmlns:a16="http://schemas.microsoft.com/office/drawing/2014/main" id="{F4926DCC-14B1-42D3-9495-86DE615BA2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05" name="任意多边形 6652">
                        <a:extLst>
                          <a:ext uri="{FF2B5EF4-FFF2-40B4-BE49-F238E27FC236}">
                            <a16:creationId xmlns:a16="http://schemas.microsoft.com/office/drawing/2014/main" id="{E18FFC91-0ED9-4114-9482-5702370643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99" name="组合 2398">
                      <a:extLst>
                        <a:ext uri="{FF2B5EF4-FFF2-40B4-BE49-F238E27FC236}">
                          <a16:creationId xmlns:a16="http://schemas.microsoft.com/office/drawing/2014/main" id="{F21714F3-1E4A-49CE-ACFB-71AFD8ED01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2400" name="任意多边形 6647">
                        <a:extLst>
                          <a:ext uri="{FF2B5EF4-FFF2-40B4-BE49-F238E27FC236}">
                            <a16:creationId xmlns:a16="http://schemas.microsoft.com/office/drawing/2014/main" id="{A3E48DF4-B762-4E59-9DF9-4E62EC00F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01" name="任意多边形 6648">
                        <a:extLst>
                          <a:ext uri="{FF2B5EF4-FFF2-40B4-BE49-F238E27FC236}">
                            <a16:creationId xmlns:a16="http://schemas.microsoft.com/office/drawing/2014/main" id="{9D8217B8-DDF4-4A7D-8267-2D316130B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02" name="任意多边形 6649">
                        <a:extLst>
                          <a:ext uri="{FF2B5EF4-FFF2-40B4-BE49-F238E27FC236}">
                            <a16:creationId xmlns:a16="http://schemas.microsoft.com/office/drawing/2014/main" id="{962B3D05-59B6-45A9-A850-05DE66BC19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362" name="组合 2361">
                  <a:extLst>
                    <a:ext uri="{FF2B5EF4-FFF2-40B4-BE49-F238E27FC236}">
                      <a16:creationId xmlns:a16="http://schemas.microsoft.com/office/drawing/2014/main" id="{9978EE86-833E-455A-850A-4B798BC98E14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2379" name="任意多边形 6626">
                    <a:extLst>
                      <a:ext uri="{FF2B5EF4-FFF2-40B4-BE49-F238E27FC236}">
                        <a16:creationId xmlns:a16="http://schemas.microsoft.com/office/drawing/2014/main" id="{8316B579-DC1E-4739-95F4-810F76297903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380" name="任意多边形 6627">
                    <a:extLst>
                      <a:ext uri="{FF2B5EF4-FFF2-40B4-BE49-F238E27FC236}">
                        <a16:creationId xmlns:a16="http://schemas.microsoft.com/office/drawing/2014/main" id="{33CE9E5F-C0A4-47F2-9E03-C73B3827A4F9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81" name="组合 2380">
                    <a:extLst>
                      <a:ext uri="{FF2B5EF4-FFF2-40B4-BE49-F238E27FC236}">
                        <a16:creationId xmlns:a16="http://schemas.microsoft.com/office/drawing/2014/main" id="{7A471282-0602-4FF7-9C55-E0FB3CCEA4D8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2382" name="组合 2381">
                      <a:extLst>
                        <a:ext uri="{FF2B5EF4-FFF2-40B4-BE49-F238E27FC236}">
                          <a16:creationId xmlns:a16="http://schemas.microsoft.com/office/drawing/2014/main" id="{C7C55322-4408-4D75-806D-17E7BEB893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2391" name="任意多边形 6638">
                        <a:extLst>
                          <a:ext uri="{FF2B5EF4-FFF2-40B4-BE49-F238E27FC236}">
                            <a16:creationId xmlns:a16="http://schemas.microsoft.com/office/drawing/2014/main" id="{6095F05A-9951-474C-B804-B25CFFE262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92" name="任意多边形 6639">
                        <a:extLst>
                          <a:ext uri="{FF2B5EF4-FFF2-40B4-BE49-F238E27FC236}">
                            <a16:creationId xmlns:a16="http://schemas.microsoft.com/office/drawing/2014/main" id="{1E511257-A8AD-4112-8C4B-D5DDEA5702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93" name="任意多边形 6640">
                        <a:extLst>
                          <a:ext uri="{FF2B5EF4-FFF2-40B4-BE49-F238E27FC236}">
                            <a16:creationId xmlns:a16="http://schemas.microsoft.com/office/drawing/2014/main" id="{D0686CC5-5B63-4E5F-9F63-36BD1E84AA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83" name="组合 2382">
                      <a:extLst>
                        <a:ext uri="{FF2B5EF4-FFF2-40B4-BE49-F238E27FC236}">
                          <a16:creationId xmlns:a16="http://schemas.microsoft.com/office/drawing/2014/main" id="{F2D7820D-F2DE-4FCD-87A2-990423C817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2388" name="任意多边形 6635">
                        <a:extLst>
                          <a:ext uri="{FF2B5EF4-FFF2-40B4-BE49-F238E27FC236}">
                            <a16:creationId xmlns:a16="http://schemas.microsoft.com/office/drawing/2014/main" id="{7A3F34AA-35E8-4637-A661-24665EAA9A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89" name="任意多边形 6636">
                        <a:extLst>
                          <a:ext uri="{FF2B5EF4-FFF2-40B4-BE49-F238E27FC236}">
                            <a16:creationId xmlns:a16="http://schemas.microsoft.com/office/drawing/2014/main" id="{78B78080-208B-4D43-8611-CBC813955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90" name="任意多边形 6637">
                        <a:extLst>
                          <a:ext uri="{FF2B5EF4-FFF2-40B4-BE49-F238E27FC236}">
                            <a16:creationId xmlns:a16="http://schemas.microsoft.com/office/drawing/2014/main" id="{B87A439F-4DCB-45E5-914D-9233A6CD93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84" name="组合 2383">
                      <a:extLst>
                        <a:ext uri="{FF2B5EF4-FFF2-40B4-BE49-F238E27FC236}">
                          <a16:creationId xmlns:a16="http://schemas.microsoft.com/office/drawing/2014/main" id="{9D7A041B-C3CF-46C6-9321-74B6822E91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2385" name="任意多边形 6632">
                        <a:extLst>
                          <a:ext uri="{FF2B5EF4-FFF2-40B4-BE49-F238E27FC236}">
                            <a16:creationId xmlns:a16="http://schemas.microsoft.com/office/drawing/2014/main" id="{BEFABD41-8A76-4731-8B4E-2DBA2E2BD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86" name="任意多边形 6633">
                        <a:extLst>
                          <a:ext uri="{FF2B5EF4-FFF2-40B4-BE49-F238E27FC236}">
                            <a16:creationId xmlns:a16="http://schemas.microsoft.com/office/drawing/2014/main" id="{DAD1BC1E-7211-437B-8300-DA0453CBCB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87" name="任意多边形 6634">
                        <a:extLst>
                          <a:ext uri="{FF2B5EF4-FFF2-40B4-BE49-F238E27FC236}">
                            <a16:creationId xmlns:a16="http://schemas.microsoft.com/office/drawing/2014/main" id="{18AE822F-86C7-40E0-BEA4-F009DBAF90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363" name="组合 2362">
                  <a:extLst>
                    <a:ext uri="{FF2B5EF4-FFF2-40B4-BE49-F238E27FC236}">
                      <a16:creationId xmlns:a16="http://schemas.microsoft.com/office/drawing/2014/main" id="{704E787C-76B2-45A0-A979-DFB585214BF0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2364" name="任意多边形 6611">
                    <a:extLst>
                      <a:ext uri="{FF2B5EF4-FFF2-40B4-BE49-F238E27FC236}">
                        <a16:creationId xmlns:a16="http://schemas.microsoft.com/office/drawing/2014/main" id="{3CB23574-D04D-4085-AC11-2C3C4AF05B82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365" name="任意多边形 6612">
                    <a:extLst>
                      <a:ext uri="{FF2B5EF4-FFF2-40B4-BE49-F238E27FC236}">
                        <a16:creationId xmlns:a16="http://schemas.microsoft.com/office/drawing/2014/main" id="{7E50212C-02B1-48A7-B921-DD7EDB6548FF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66" name="组合 2365">
                    <a:extLst>
                      <a:ext uri="{FF2B5EF4-FFF2-40B4-BE49-F238E27FC236}">
                        <a16:creationId xmlns:a16="http://schemas.microsoft.com/office/drawing/2014/main" id="{CA459699-D6C3-4BF0-802A-61869A4FC28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2367" name="组合 2366">
                      <a:extLst>
                        <a:ext uri="{FF2B5EF4-FFF2-40B4-BE49-F238E27FC236}">
                          <a16:creationId xmlns:a16="http://schemas.microsoft.com/office/drawing/2014/main" id="{76B5B447-CE9B-490D-BA7B-70FC8226A7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2376" name="任意多边形 6623">
                        <a:extLst>
                          <a:ext uri="{FF2B5EF4-FFF2-40B4-BE49-F238E27FC236}">
                            <a16:creationId xmlns:a16="http://schemas.microsoft.com/office/drawing/2014/main" id="{2B2C0DED-CC22-452F-BAB7-D280C0C5DC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77" name="任意多边形 6624">
                        <a:extLst>
                          <a:ext uri="{FF2B5EF4-FFF2-40B4-BE49-F238E27FC236}">
                            <a16:creationId xmlns:a16="http://schemas.microsoft.com/office/drawing/2014/main" id="{CBF5723C-3993-4417-B04F-30884EF3C7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78" name="任意多边形 6625">
                        <a:extLst>
                          <a:ext uri="{FF2B5EF4-FFF2-40B4-BE49-F238E27FC236}">
                            <a16:creationId xmlns:a16="http://schemas.microsoft.com/office/drawing/2014/main" id="{5C17F782-1AEA-4470-BF7A-FE6A124B37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68" name="组合 2367">
                      <a:extLst>
                        <a:ext uri="{FF2B5EF4-FFF2-40B4-BE49-F238E27FC236}">
                          <a16:creationId xmlns:a16="http://schemas.microsoft.com/office/drawing/2014/main" id="{70568DC8-2410-48A5-8A7D-3C128BE7E5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2373" name="任意多边形 6620">
                        <a:extLst>
                          <a:ext uri="{FF2B5EF4-FFF2-40B4-BE49-F238E27FC236}">
                            <a16:creationId xmlns:a16="http://schemas.microsoft.com/office/drawing/2014/main" id="{DE4BC6AF-F364-42FF-A09A-F8A7796BA8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74" name="任意多边形 6621">
                        <a:extLst>
                          <a:ext uri="{FF2B5EF4-FFF2-40B4-BE49-F238E27FC236}">
                            <a16:creationId xmlns:a16="http://schemas.microsoft.com/office/drawing/2014/main" id="{E190AF4F-78AF-4B4D-B2E5-F233D254E0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75" name="任意多边形 6622">
                        <a:extLst>
                          <a:ext uri="{FF2B5EF4-FFF2-40B4-BE49-F238E27FC236}">
                            <a16:creationId xmlns:a16="http://schemas.microsoft.com/office/drawing/2014/main" id="{2D703948-ECAF-476D-98B2-5B00FF6C1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69" name="组合 2368">
                      <a:extLst>
                        <a:ext uri="{FF2B5EF4-FFF2-40B4-BE49-F238E27FC236}">
                          <a16:creationId xmlns:a16="http://schemas.microsoft.com/office/drawing/2014/main" id="{BBEEF689-6F86-4342-9B7C-046EFD3A02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2370" name="任意多边形 6617">
                        <a:extLst>
                          <a:ext uri="{FF2B5EF4-FFF2-40B4-BE49-F238E27FC236}">
                            <a16:creationId xmlns:a16="http://schemas.microsoft.com/office/drawing/2014/main" id="{AE0CD48D-4966-42C0-AC46-E2F1B515D9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71" name="任意多边形 6618">
                        <a:extLst>
                          <a:ext uri="{FF2B5EF4-FFF2-40B4-BE49-F238E27FC236}">
                            <a16:creationId xmlns:a16="http://schemas.microsoft.com/office/drawing/2014/main" id="{CEB920EA-43FE-4366-B5BB-F7EEFE9ACB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72" name="任意多边形 6619">
                        <a:extLst>
                          <a:ext uri="{FF2B5EF4-FFF2-40B4-BE49-F238E27FC236}">
                            <a16:creationId xmlns:a16="http://schemas.microsoft.com/office/drawing/2014/main" id="{D14C5C4D-A6B4-4616-B2F5-E5DA6D410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067" name="组合 2066">
                <a:extLst>
                  <a:ext uri="{FF2B5EF4-FFF2-40B4-BE49-F238E27FC236}">
                    <a16:creationId xmlns:a16="http://schemas.microsoft.com/office/drawing/2014/main" id="{8F1E544B-1835-4F4C-9C3F-0E9C846F4D5A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2262" name="组合 2261">
                  <a:extLst>
                    <a:ext uri="{FF2B5EF4-FFF2-40B4-BE49-F238E27FC236}">
                      <a16:creationId xmlns:a16="http://schemas.microsoft.com/office/drawing/2014/main" id="{535A62C3-E3A6-41E7-8643-AB07F4AC0EDD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2343" name="任意多边形 6590">
                    <a:extLst>
                      <a:ext uri="{FF2B5EF4-FFF2-40B4-BE49-F238E27FC236}">
                        <a16:creationId xmlns:a16="http://schemas.microsoft.com/office/drawing/2014/main" id="{791864E8-2531-48B0-B012-EE86543F2EEC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344" name="任意多边形 6591">
                    <a:extLst>
                      <a:ext uri="{FF2B5EF4-FFF2-40B4-BE49-F238E27FC236}">
                        <a16:creationId xmlns:a16="http://schemas.microsoft.com/office/drawing/2014/main" id="{8DD05943-E30F-40FF-9536-D0F3BA832D67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45" name="组合 2344">
                    <a:extLst>
                      <a:ext uri="{FF2B5EF4-FFF2-40B4-BE49-F238E27FC236}">
                        <a16:creationId xmlns:a16="http://schemas.microsoft.com/office/drawing/2014/main" id="{E09CAD3F-8A3C-4D44-AA58-9113ABC4C254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2346" name="组合 2345">
                      <a:extLst>
                        <a:ext uri="{FF2B5EF4-FFF2-40B4-BE49-F238E27FC236}">
                          <a16:creationId xmlns:a16="http://schemas.microsoft.com/office/drawing/2014/main" id="{28B2856B-6274-4A07-A040-ED33AD696B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2355" name="任意多边形 6602">
                        <a:extLst>
                          <a:ext uri="{FF2B5EF4-FFF2-40B4-BE49-F238E27FC236}">
                            <a16:creationId xmlns:a16="http://schemas.microsoft.com/office/drawing/2014/main" id="{B0A94767-84CC-441C-87C8-8F1A982D05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56" name="任意多边形 6603">
                        <a:extLst>
                          <a:ext uri="{FF2B5EF4-FFF2-40B4-BE49-F238E27FC236}">
                            <a16:creationId xmlns:a16="http://schemas.microsoft.com/office/drawing/2014/main" id="{67975E2F-A22B-434F-BAF9-A2F615E82E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57" name="任意多边形 6604">
                        <a:extLst>
                          <a:ext uri="{FF2B5EF4-FFF2-40B4-BE49-F238E27FC236}">
                            <a16:creationId xmlns:a16="http://schemas.microsoft.com/office/drawing/2014/main" id="{7F9DFFCF-B59E-47D1-AF7D-3361B19E32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47" name="组合 2346">
                      <a:extLst>
                        <a:ext uri="{FF2B5EF4-FFF2-40B4-BE49-F238E27FC236}">
                          <a16:creationId xmlns:a16="http://schemas.microsoft.com/office/drawing/2014/main" id="{5DCF8C63-6C76-49E4-9D6F-B00D5F1040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2352" name="任意多边形 6599">
                        <a:extLst>
                          <a:ext uri="{FF2B5EF4-FFF2-40B4-BE49-F238E27FC236}">
                            <a16:creationId xmlns:a16="http://schemas.microsoft.com/office/drawing/2014/main" id="{1DA07FAE-1795-482F-9A75-0BB9B4DFE3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53" name="任意多边形 6600">
                        <a:extLst>
                          <a:ext uri="{FF2B5EF4-FFF2-40B4-BE49-F238E27FC236}">
                            <a16:creationId xmlns:a16="http://schemas.microsoft.com/office/drawing/2014/main" id="{56AD7B1A-CBF5-4F99-83E5-0B5323ACF4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54" name="任意多边形 6601">
                        <a:extLst>
                          <a:ext uri="{FF2B5EF4-FFF2-40B4-BE49-F238E27FC236}">
                            <a16:creationId xmlns:a16="http://schemas.microsoft.com/office/drawing/2014/main" id="{F5DFB988-50EA-47D7-A315-52E974BF64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48" name="组合 2347">
                      <a:extLst>
                        <a:ext uri="{FF2B5EF4-FFF2-40B4-BE49-F238E27FC236}">
                          <a16:creationId xmlns:a16="http://schemas.microsoft.com/office/drawing/2014/main" id="{2A679D2A-7B94-4535-9B71-3BE402DC57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2349" name="任意多边形 6596">
                        <a:extLst>
                          <a:ext uri="{FF2B5EF4-FFF2-40B4-BE49-F238E27FC236}">
                            <a16:creationId xmlns:a16="http://schemas.microsoft.com/office/drawing/2014/main" id="{770011D3-68FE-4FAC-A210-598DB74FAE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50" name="任意多边形 6597">
                        <a:extLst>
                          <a:ext uri="{FF2B5EF4-FFF2-40B4-BE49-F238E27FC236}">
                            <a16:creationId xmlns:a16="http://schemas.microsoft.com/office/drawing/2014/main" id="{6500709F-3270-4477-98AC-8F97C5B7A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51" name="任意多边形 6598">
                        <a:extLst>
                          <a:ext uri="{FF2B5EF4-FFF2-40B4-BE49-F238E27FC236}">
                            <a16:creationId xmlns:a16="http://schemas.microsoft.com/office/drawing/2014/main" id="{F13075FF-1FBD-4A66-8205-991AD499A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63" name="组合 2262">
                  <a:extLst>
                    <a:ext uri="{FF2B5EF4-FFF2-40B4-BE49-F238E27FC236}">
                      <a16:creationId xmlns:a16="http://schemas.microsoft.com/office/drawing/2014/main" id="{9E4D7313-5D01-4A59-98CA-0AB1F4C16D72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2328" name="任意多边形 6575">
                    <a:extLst>
                      <a:ext uri="{FF2B5EF4-FFF2-40B4-BE49-F238E27FC236}">
                        <a16:creationId xmlns:a16="http://schemas.microsoft.com/office/drawing/2014/main" id="{5122CB83-E704-4087-852C-0D260172EF16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329" name="任意多边形 6576">
                    <a:extLst>
                      <a:ext uri="{FF2B5EF4-FFF2-40B4-BE49-F238E27FC236}">
                        <a16:creationId xmlns:a16="http://schemas.microsoft.com/office/drawing/2014/main" id="{E9AB0CCC-71C8-44C8-B018-3284D4D0A1DA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30" name="组合 2329">
                    <a:extLst>
                      <a:ext uri="{FF2B5EF4-FFF2-40B4-BE49-F238E27FC236}">
                        <a16:creationId xmlns:a16="http://schemas.microsoft.com/office/drawing/2014/main" id="{7F8B0A43-DD1F-4C43-B4C2-52FC7233E468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2331" name="组合 2330">
                      <a:extLst>
                        <a:ext uri="{FF2B5EF4-FFF2-40B4-BE49-F238E27FC236}">
                          <a16:creationId xmlns:a16="http://schemas.microsoft.com/office/drawing/2014/main" id="{E5D14B0B-588B-4B3C-AF44-4A934D76D5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2340" name="任意多边形 6587">
                        <a:extLst>
                          <a:ext uri="{FF2B5EF4-FFF2-40B4-BE49-F238E27FC236}">
                            <a16:creationId xmlns:a16="http://schemas.microsoft.com/office/drawing/2014/main" id="{20B14772-C080-432E-A2F7-8E79A78991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41" name="任意多边形 6588">
                        <a:extLst>
                          <a:ext uri="{FF2B5EF4-FFF2-40B4-BE49-F238E27FC236}">
                            <a16:creationId xmlns:a16="http://schemas.microsoft.com/office/drawing/2014/main" id="{4FDB703C-D466-424E-BA5C-427C1A7CBE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42" name="任意多边形 6589">
                        <a:extLst>
                          <a:ext uri="{FF2B5EF4-FFF2-40B4-BE49-F238E27FC236}">
                            <a16:creationId xmlns:a16="http://schemas.microsoft.com/office/drawing/2014/main" id="{94CF47F7-096D-45BC-ABEA-A7B700E711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32" name="组合 2331">
                      <a:extLst>
                        <a:ext uri="{FF2B5EF4-FFF2-40B4-BE49-F238E27FC236}">
                          <a16:creationId xmlns:a16="http://schemas.microsoft.com/office/drawing/2014/main" id="{F057EDEF-4956-499F-B94E-5BAC08F154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2337" name="任意多边形 6584">
                        <a:extLst>
                          <a:ext uri="{FF2B5EF4-FFF2-40B4-BE49-F238E27FC236}">
                            <a16:creationId xmlns:a16="http://schemas.microsoft.com/office/drawing/2014/main" id="{3306FFC2-1549-4073-BEA1-F38906CC9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38" name="任意多边形 6585">
                        <a:extLst>
                          <a:ext uri="{FF2B5EF4-FFF2-40B4-BE49-F238E27FC236}">
                            <a16:creationId xmlns:a16="http://schemas.microsoft.com/office/drawing/2014/main" id="{FC0C435A-EBD6-442A-9FF2-86289D7253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39" name="任意多边形 6586">
                        <a:extLst>
                          <a:ext uri="{FF2B5EF4-FFF2-40B4-BE49-F238E27FC236}">
                            <a16:creationId xmlns:a16="http://schemas.microsoft.com/office/drawing/2014/main" id="{94562CD3-A5B0-4443-96F7-DEB8E02BBB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33" name="组合 2332">
                      <a:extLst>
                        <a:ext uri="{FF2B5EF4-FFF2-40B4-BE49-F238E27FC236}">
                          <a16:creationId xmlns:a16="http://schemas.microsoft.com/office/drawing/2014/main" id="{05953DAA-78AA-4E79-A66C-8148D1543B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2334" name="任意多边形 6581">
                        <a:extLst>
                          <a:ext uri="{FF2B5EF4-FFF2-40B4-BE49-F238E27FC236}">
                            <a16:creationId xmlns:a16="http://schemas.microsoft.com/office/drawing/2014/main" id="{B6ED85E8-A7EC-4017-8201-3E94A8D13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35" name="任意多边形 6582">
                        <a:extLst>
                          <a:ext uri="{FF2B5EF4-FFF2-40B4-BE49-F238E27FC236}">
                            <a16:creationId xmlns:a16="http://schemas.microsoft.com/office/drawing/2014/main" id="{C25FFC8E-F925-4AC9-AA26-5EC9284F3A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36" name="任意多边形 6583">
                        <a:extLst>
                          <a:ext uri="{FF2B5EF4-FFF2-40B4-BE49-F238E27FC236}">
                            <a16:creationId xmlns:a16="http://schemas.microsoft.com/office/drawing/2014/main" id="{386408C1-22E7-4970-A838-13246313D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64" name="组合 2263">
                  <a:extLst>
                    <a:ext uri="{FF2B5EF4-FFF2-40B4-BE49-F238E27FC236}">
                      <a16:creationId xmlns:a16="http://schemas.microsoft.com/office/drawing/2014/main" id="{33C6FA2D-18E0-4D61-8A0D-0AEC2298C06E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2313" name="任意多边形 6560">
                    <a:extLst>
                      <a:ext uri="{FF2B5EF4-FFF2-40B4-BE49-F238E27FC236}">
                        <a16:creationId xmlns:a16="http://schemas.microsoft.com/office/drawing/2014/main" id="{80E7E92B-4A70-4F8A-B1F1-B589F244C503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314" name="任意多边形 6561">
                    <a:extLst>
                      <a:ext uri="{FF2B5EF4-FFF2-40B4-BE49-F238E27FC236}">
                        <a16:creationId xmlns:a16="http://schemas.microsoft.com/office/drawing/2014/main" id="{61B01FC7-F6B5-4361-8C9D-AB1280BED125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15" name="组合 2314">
                    <a:extLst>
                      <a:ext uri="{FF2B5EF4-FFF2-40B4-BE49-F238E27FC236}">
                        <a16:creationId xmlns:a16="http://schemas.microsoft.com/office/drawing/2014/main" id="{7F0DD8AE-9FD9-4B35-8457-4BF552314BBC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2316" name="组合 2315">
                      <a:extLst>
                        <a:ext uri="{FF2B5EF4-FFF2-40B4-BE49-F238E27FC236}">
                          <a16:creationId xmlns:a16="http://schemas.microsoft.com/office/drawing/2014/main" id="{8AD4C2E8-C569-4095-BC73-6AAA6B9DA6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2325" name="任意多边形 6572">
                        <a:extLst>
                          <a:ext uri="{FF2B5EF4-FFF2-40B4-BE49-F238E27FC236}">
                            <a16:creationId xmlns:a16="http://schemas.microsoft.com/office/drawing/2014/main" id="{FC2DDA37-7EA7-486D-B229-638B2A901D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26" name="任意多边形 6573">
                        <a:extLst>
                          <a:ext uri="{FF2B5EF4-FFF2-40B4-BE49-F238E27FC236}">
                            <a16:creationId xmlns:a16="http://schemas.microsoft.com/office/drawing/2014/main" id="{77A5A430-1A6A-45F6-BB60-1460F37007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27" name="任意多边形 6574">
                        <a:extLst>
                          <a:ext uri="{FF2B5EF4-FFF2-40B4-BE49-F238E27FC236}">
                            <a16:creationId xmlns:a16="http://schemas.microsoft.com/office/drawing/2014/main" id="{867CF435-7F70-4362-8C58-DDC1426E0E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17" name="组合 2316">
                      <a:extLst>
                        <a:ext uri="{FF2B5EF4-FFF2-40B4-BE49-F238E27FC236}">
                          <a16:creationId xmlns:a16="http://schemas.microsoft.com/office/drawing/2014/main" id="{44CCD23A-293B-4DEF-B4E5-470C020F3C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2322" name="任意多边形 6569">
                        <a:extLst>
                          <a:ext uri="{FF2B5EF4-FFF2-40B4-BE49-F238E27FC236}">
                            <a16:creationId xmlns:a16="http://schemas.microsoft.com/office/drawing/2014/main" id="{CF367A20-2647-4DE6-B696-5679E01591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23" name="任意多边形 6570">
                        <a:extLst>
                          <a:ext uri="{FF2B5EF4-FFF2-40B4-BE49-F238E27FC236}">
                            <a16:creationId xmlns:a16="http://schemas.microsoft.com/office/drawing/2014/main" id="{D13187FD-D904-48CD-9D1F-CD9B8DD2D6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24" name="任意多边形 6571">
                        <a:extLst>
                          <a:ext uri="{FF2B5EF4-FFF2-40B4-BE49-F238E27FC236}">
                            <a16:creationId xmlns:a16="http://schemas.microsoft.com/office/drawing/2014/main" id="{250696D7-422B-4458-B6EA-F5FC4DDA3A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18" name="组合 2317">
                      <a:extLst>
                        <a:ext uri="{FF2B5EF4-FFF2-40B4-BE49-F238E27FC236}">
                          <a16:creationId xmlns:a16="http://schemas.microsoft.com/office/drawing/2014/main" id="{A1317D48-3597-413F-96ED-CE2CE9D7C7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2319" name="任意多边形 6566">
                        <a:extLst>
                          <a:ext uri="{FF2B5EF4-FFF2-40B4-BE49-F238E27FC236}">
                            <a16:creationId xmlns:a16="http://schemas.microsoft.com/office/drawing/2014/main" id="{E50F0A76-E138-4AD0-A17C-96EC5DB9A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20" name="任意多边形 6567">
                        <a:extLst>
                          <a:ext uri="{FF2B5EF4-FFF2-40B4-BE49-F238E27FC236}">
                            <a16:creationId xmlns:a16="http://schemas.microsoft.com/office/drawing/2014/main" id="{E74192B9-5259-4624-A26A-57C440AE5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21" name="任意多边形 6568">
                        <a:extLst>
                          <a:ext uri="{FF2B5EF4-FFF2-40B4-BE49-F238E27FC236}">
                            <a16:creationId xmlns:a16="http://schemas.microsoft.com/office/drawing/2014/main" id="{6C1AF20C-EF24-40F2-8852-5C392DE50D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65" name="组合 2264">
                  <a:extLst>
                    <a:ext uri="{FF2B5EF4-FFF2-40B4-BE49-F238E27FC236}">
                      <a16:creationId xmlns:a16="http://schemas.microsoft.com/office/drawing/2014/main" id="{C4E86DC1-E80A-444D-A237-7C1ACA164553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2298" name="任意多边形 6545">
                    <a:extLst>
                      <a:ext uri="{FF2B5EF4-FFF2-40B4-BE49-F238E27FC236}">
                        <a16:creationId xmlns:a16="http://schemas.microsoft.com/office/drawing/2014/main" id="{CBDD7BEA-1D08-4FDD-A60F-FE8BE12C0BC5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99" name="任意多边形 6546">
                    <a:extLst>
                      <a:ext uri="{FF2B5EF4-FFF2-40B4-BE49-F238E27FC236}">
                        <a16:creationId xmlns:a16="http://schemas.microsoft.com/office/drawing/2014/main" id="{6F654E16-2E24-4E82-BF0D-F98029F87996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300" name="组合 2299">
                    <a:extLst>
                      <a:ext uri="{FF2B5EF4-FFF2-40B4-BE49-F238E27FC236}">
                        <a16:creationId xmlns:a16="http://schemas.microsoft.com/office/drawing/2014/main" id="{C0ED8DAE-BE80-46EB-81A6-66B4638FFA77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2301" name="组合 2300">
                      <a:extLst>
                        <a:ext uri="{FF2B5EF4-FFF2-40B4-BE49-F238E27FC236}">
                          <a16:creationId xmlns:a16="http://schemas.microsoft.com/office/drawing/2014/main" id="{F37CBED2-B64C-4954-84A0-77CB14A7C9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2310" name="任意多边形 6557">
                        <a:extLst>
                          <a:ext uri="{FF2B5EF4-FFF2-40B4-BE49-F238E27FC236}">
                            <a16:creationId xmlns:a16="http://schemas.microsoft.com/office/drawing/2014/main" id="{1D85318E-52A6-4094-B54C-351EDEA50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11" name="任意多边形 6558">
                        <a:extLst>
                          <a:ext uri="{FF2B5EF4-FFF2-40B4-BE49-F238E27FC236}">
                            <a16:creationId xmlns:a16="http://schemas.microsoft.com/office/drawing/2014/main" id="{69526BE1-CD0A-449D-8E64-1D6CD35A57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12" name="任意多边形 6559">
                        <a:extLst>
                          <a:ext uri="{FF2B5EF4-FFF2-40B4-BE49-F238E27FC236}">
                            <a16:creationId xmlns:a16="http://schemas.microsoft.com/office/drawing/2014/main" id="{70B3080C-BA2E-4776-BAED-34B1A08396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02" name="组合 2301">
                      <a:extLst>
                        <a:ext uri="{FF2B5EF4-FFF2-40B4-BE49-F238E27FC236}">
                          <a16:creationId xmlns:a16="http://schemas.microsoft.com/office/drawing/2014/main" id="{68E1DCB6-199C-429D-870C-76B7E520F6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2307" name="任意多边形 6554">
                        <a:extLst>
                          <a:ext uri="{FF2B5EF4-FFF2-40B4-BE49-F238E27FC236}">
                            <a16:creationId xmlns:a16="http://schemas.microsoft.com/office/drawing/2014/main" id="{685CFBEB-1F07-41FF-8E36-433F2F936F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08" name="任意多边形 6555">
                        <a:extLst>
                          <a:ext uri="{FF2B5EF4-FFF2-40B4-BE49-F238E27FC236}">
                            <a16:creationId xmlns:a16="http://schemas.microsoft.com/office/drawing/2014/main" id="{BC2C94DA-2273-40EE-86E0-BF21AF57C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09" name="任意多边形 6556">
                        <a:extLst>
                          <a:ext uri="{FF2B5EF4-FFF2-40B4-BE49-F238E27FC236}">
                            <a16:creationId xmlns:a16="http://schemas.microsoft.com/office/drawing/2014/main" id="{77B0A1D7-4CFB-49FA-82D9-AE249FF413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303" name="组合 2302">
                      <a:extLst>
                        <a:ext uri="{FF2B5EF4-FFF2-40B4-BE49-F238E27FC236}">
                          <a16:creationId xmlns:a16="http://schemas.microsoft.com/office/drawing/2014/main" id="{4179BB45-C6C3-49C7-A3AB-A6E9815DD2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2304" name="任意多边形 6551">
                        <a:extLst>
                          <a:ext uri="{FF2B5EF4-FFF2-40B4-BE49-F238E27FC236}">
                            <a16:creationId xmlns:a16="http://schemas.microsoft.com/office/drawing/2014/main" id="{DDBFE1BF-9D44-4B3B-80EA-368A187EAD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05" name="任意多边形 6552">
                        <a:extLst>
                          <a:ext uri="{FF2B5EF4-FFF2-40B4-BE49-F238E27FC236}">
                            <a16:creationId xmlns:a16="http://schemas.microsoft.com/office/drawing/2014/main" id="{E6CC5CC0-DB4E-4D7E-A3C8-C0D6DC41BE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306" name="任意多边形 6553">
                        <a:extLst>
                          <a:ext uri="{FF2B5EF4-FFF2-40B4-BE49-F238E27FC236}">
                            <a16:creationId xmlns:a16="http://schemas.microsoft.com/office/drawing/2014/main" id="{178AAFF3-814D-4A86-A3D6-9C625B64E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66" name="组合 2265">
                  <a:extLst>
                    <a:ext uri="{FF2B5EF4-FFF2-40B4-BE49-F238E27FC236}">
                      <a16:creationId xmlns:a16="http://schemas.microsoft.com/office/drawing/2014/main" id="{EB4ACC82-52E8-4C82-8C7D-E0C2BC3671E3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2283" name="任意多边形 6530">
                    <a:extLst>
                      <a:ext uri="{FF2B5EF4-FFF2-40B4-BE49-F238E27FC236}">
                        <a16:creationId xmlns:a16="http://schemas.microsoft.com/office/drawing/2014/main" id="{3D0BAFCF-F028-4807-966A-E2187FD3F8E6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84" name="任意多边形 6531">
                    <a:extLst>
                      <a:ext uri="{FF2B5EF4-FFF2-40B4-BE49-F238E27FC236}">
                        <a16:creationId xmlns:a16="http://schemas.microsoft.com/office/drawing/2014/main" id="{D1B16A57-79A7-4F28-9F91-70FDFF60ABA6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285" name="组合 2284">
                    <a:extLst>
                      <a:ext uri="{FF2B5EF4-FFF2-40B4-BE49-F238E27FC236}">
                        <a16:creationId xmlns:a16="http://schemas.microsoft.com/office/drawing/2014/main" id="{1CF9D5DE-A402-496B-B931-9B131D55EB66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2286" name="组合 2285">
                      <a:extLst>
                        <a:ext uri="{FF2B5EF4-FFF2-40B4-BE49-F238E27FC236}">
                          <a16:creationId xmlns:a16="http://schemas.microsoft.com/office/drawing/2014/main" id="{6CA7D74C-0CBF-4B15-BEDA-3A8CB619F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2295" name="任意多边形 6542">
                        <a:extLst>
                          <a:ext uri="{FF2B5EF4-FFF2-40B4-BE49-F238E27FC236}">
                            <a16:creationId xmlns:a16="http://schemas.microsoft.com/office/drawing/2014/main" id="{5F1EF325-041B-4FFE-BCEA-BDCAB7C449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96" name="任意多边形 6543">
                        <a:extLst>
                          <a:ext uri="{FF2B5EF4-FFF2-40B4-BE49-F238E27FC236}">
                            <a16:creationId xmlns:a16="http://schemas.microsoft.com/office/drawing/2014/main" id="{7D31BE40-469B-475C-81F4-0352337187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97" name="任意多边形 6544">
                        <a:extLst>
                          <a:ext uri="{FF2B5EF4-FFF2-40B4-BE49-F238E27FC236}">
                            <a16:creationId xmlns:a16="http://schemas.microsoft.com/office/drawing/2014/main" id="{5262622C-BC4F-4D30-9396-ADCFECE614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87" name="组合 2286">
                      <a:extLst>
                        <a:ext uri="{FF2B5EF4-FFF2-40B4-BE49-F238E27FC236}">
                          <a16:creationId xmlns:a16="http://schemas.microsoft.com/office/drawing/2014/main" id="{B3BF7DD8-A095-4806-BE78-B41006C6AD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2292" name="任意多边形 6539">
                        <a:extLst>
                          <a:ext uri="{FF2B5EF4-FFF2-40B4-BE49-F238E27FC236}">
                            <a16:creationId xmlns:a16="http://schemas.microsoft.com/office/drawing/2014/main" id="{4813F7D5-43E2-4309-A02D-CA9EEE7A29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93" name="任意多边形 6540">
                        <a:extLst>
                          <a:ext uri="{FF2B5EF4-FFF2-40B4-BE49-F238E27FC236}">
                            <a16:creationId xmlns:a16="http://schemas.microsoft.com/office/drawing/2014/main" id="{909E8E70-CD8B-4D1C-B72E-E3809037F4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94" name="任意多边形 6541">
                        <a:extLst>
                          <a:ext uri="{FF2B5EF4-FFF2-40B4-BE49-F238E27FC236}">
                            <a16:creationId xmlns:a16="http://schemas.microsoft.com/office/drawing/2014/main" id="{8F08F585-8FC5-418B-9A04-3227E2EA9F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88" name="组合 2287">
                      <a:extLst>
                        <a:ext uri="{FF2B5EF4-FFF2-40B4-BE49-F238E27FC236}">
                          <a16:creationId xmlns:a16="http://schemas.microsoft.com/office/drawing/2014/main" id="{68501991-2EE1-4799-A1B8-62A497D5A5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2289" name="任意多边形 6536">
                        <a:extLst>
                          <a:ext uri="{FF2B5EF4-FFF2-40B4-BE49-F238E27FC236}">
                            <a16:creationId xmlns:a16="http://schemas.microsoft.com/office/drawing/2014/main" id="{75C1D646-50CA-4AC5-8F2D-7A23AEE361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90" name="任意多边形 6537">
                        <a:extLst>
                          <a:ext uri="{FF2B5EF4-FFF2-40B4-BE49-F238E27FC236}">
                            <a16:creationId xmlns:a16="http://schemas.microsoft.com/office/drawing/2014/main" id="{45544E63-111C-4640-909A-DFD6AF6C9C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91" name="任意多边形 6538">
                        <a:extLst>
                          <a:ext uri="{FF2B5EF4-FFF2-40B4-BE49-F238E27FC236}">
                            <a16:creationId xmlns:a16="http://schemas.microsoft.com/office/drawing/2014/main" id="{705A5D0F-2E45-441D-9CCD-19035AC6AE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267" name="组合 2266">
                  <a:extLst>
                    <a:ext uri="{FF2B5EF4-FFF2-40B4-BE49-F238E27FC236}">
                      <a16:creationId xmlns:a16="http://schemas.microsoft.com/office/drawing/2014/main" id="{3AF55F62-010C-46D9-926D-73125C40B3F4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2268" name="任意多边形 6515">
                    <a:extLst>
                      <a:ext uri="{FF2B5EF4-FFF2-40B4-BE49-F238E27FC236}">
                        <a16:creationId xmlns:a16="http://schemas.microsoft.com/office/drawing/2014/main" id="{2B95409C-C210-41AE-A78B-DD9622A55AF3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69" name="任意多边形 6516">
                    <a:extLst>
                      <a:ext uri="{FF2B5EF4-FFF2-40B4-BE49-F238E27FC236}">
                        <a16:creationId xmlns:a16="http://schemas.microsoft.com/office/drawing/2014/main" id="{D411F225-1F15-4D41-9E77-F5A3CA22558F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270" name="组合 2269">
                    <a:extLst>
                      <a:ext uri="{FF2B5EF4-FFF2-40B4-BE49-F238E27FC236}">
                        <a16:creationId xmlns:a16="http://schemas.microsoft.com/office/drawing/2014/main" id="{22F987B4-634B-449A-9530-91B2B8278977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2271" name="组合 2270">
                      <a:extLst>
                        <a:ext uri="{FF2B5EF4-FFF2-40B4-BE49-F238E27FC236}">
                          <a16:creationId xmlns:a16="http://schemas.microsoft.com/office/drawing/2014/main" id="{6D59D067-7966-4E5D-8467-469D2B9A70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2280" name="任意多边形 6527">
                        <a:extLst>
                          <a:ext uri="{FF2B5EF4-FFF2-40B4-BE49-F238E27FC236}">
                            <a16:creationId xmlns:a16="http://schemas.microsoft.com/office/drawing/2014/main" id="{495AA002-4E5D-4F70-BDCA-7E719C3C12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81" name="任意多边形 6528">
                        <a:extLst>
                          <a:ext uri="{FF2B5EF4-FFF2-40B4-BE49-F238E27FC236}">
                            <a16:creationId xmlns:a16="http://schemas.microsoft.com/office/drawing/2014/main" id="{DFD1D072-2F4A-4A7A-975C-1FA39ED3E1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82" name="任意多边形 6529">
                        <a:extLst>
                          <a:ext uri="{FF2B5EF4-FFF2-40B4-BE49-F238E27FC236}">
                            <a16:creationId xmlns:a16="http://schemas.microsoft.com/office/drawing/2014/main" id="{FA0151C9-29AF-4388-85A1-F1A161EAA8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72" name="组合 2271">
                      <a:extLst>
                        <a:ext uri="{FF2B5EF4-FFF2-40B4-BE49-F238E27FC236}">
                          <a16:creationId xmlns:a16="http://schemas.microsoft.com/office/drawing/2014/main" id="{096D07D3-7BF1-41B5-92F1-2D280EBEFC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2277" name="任意多边形 6524">
                        <a:extLst>
                          <a:ext uri="{FF2B5EF4-FFF2-40B4-BE49-F238E27FC236}">
                            <a16:creationId xmlns:a16="http://schemas.microsoft.com/office/drawing/2014/main" id="{5F516296-447E-44D6-8EF8-D92EFB25CD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78" name="任意多边形 6525">
                        <a:extLst>
                          <a:ext uri="{FF2B5EF4-FFF2-40B4-BE49-F238E27FC236}">
                            <a16:creationId xmlns:a16="http://schemas.microsoft.com/office/drawing/2014/main" id="{B98FD54F-5758-4096-992D-C5A890323D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79" name="任意多边形 6526">
                        <a:extLst>
                          <a:ext uri="{FF2B5EF4-FFF2-40B4-BE49-F238E27FC236}">
                            <a16:creationId xmlns:a16="http://schemas.microsoft.com/office/drawing/2014/main" id="{B95E51B1-2CBD-4EBD-9C2B-EF2CF8347D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73" name="组合 2272">
                      <a:extLst>
                        <a:ext uri="{FF2B5EF4-FFF2-40B4-BE49-F238E27FC236}">
                          <a16:creationId xmlns:a16="http://schemas.microsoft.com/office/drawing/2014/main" id="{C1332BAF-0626-42F8-9C37-774AB31DED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2274" name="任意多边形 6521">
                        <a:extLst>
                          <a:ext uri="{FF2B5EF4-FFF2-40B4-BE49-F238E27FC236}">
                            <a16:creationId xmlns:a16="http://schemas.microsoft.com/office/drawing/2014/main" id="{D18CBFE9-26C9-472F-AD99-758F086E05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75" name="任意多边形 6522">
                        <a:extLst>
                          <a:ext uri="{FF2B5EF4-FFF2-40B4-BE49-F238E27FC236}">
                            <a16:creationId xmlns:a16="http://schemas.microsoft.com/office/drawing/2014/main" id="{42D88C43-392E-4165-BCAB-E35474A59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76" name="任意多边形 6523">
                        <a:extLst>
                          <a:ext uri="{FF2B5EF4-FFF2-40B4-BE49-F238E27FC236}">
                            <a16:creationId xmlns:a16="http://schemas.microsoft.com/office/drawing/2014/main" id="{4D852E8D-A599-4FD9-ABB7-502402CC43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068" name="组合 2067">
                <a:extLst>
                  <a:ext uri="{FF2B5EF4-FFF2-40B4-BE49-F238E27FC236}">
                    <a16:creationId xmlns:a16="http://schemas.microsoft.com/office/drawing/2014/main" id="{50C28FF1-EA13-4D5E-9E10-B4C94101E3D6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2166" name="组合 2165">
                  <a:extLst>
                    <a:ext uri="{FF2B5EF4-FFF2-40B4-BE49-F238E27FC236}">
                      <a16:creationId xmlns:a16="http://schemas.microsoft.com/office/drawing/2014/main" id="{9B81E8C2-65CC-40FC-898A-347A86D59D74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2247" name="任意多边形 6494">
                    <a:extLst>
                      <a:ext uri="{FF2B5EF4-FFF2-40B4-BE49-F238E27FC236}">
                        <a16:creationId xmlns:a16="http://schemas.microsoft.com/office/drawing/2014/main" id="{EA015E9F-A7DB-4E00-99A6-E5551E86357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48" name="任意多边形 6495">
                    <a:extLst>
                      <a:ext uri="{FF2B5EF4-FFF2-40B4-BE49-F238E27FC236}">
                        <a16:creationId xmlns:a16="http://schemas.microsoft.com/office/drawing/2014/main" id="{64F16D2B-4589-4060-BA1A-F1FAFFFB71DD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249" name="组合 2248">
                    <a:extLst>
                      <a:ext uri="{FF2B5EF4-FFF2-40B4-BE49-F238E27FC236}">
                        <a16:creationId xmlns:a16="http://schemas.microsoft.com/office/drawing/2014/main" id="{88A86A52-A88B-4BCF-9A0F-F6213E59ED39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2250" name="组合 2249">
                      <a:extLst>
                        <a:ext uri="{FF2B5EF4-FFF2-40B4-BE49-F238E27FC236}">
                          <a16:creationId xmlns:a16="http://schemas.microsoft.com/office/drawing/2014/main" id="{19D0DE5E-A884-48C4-B73C-8D2649E853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2259" name="任意多边形 6506">
                        <a:extLst>
                          <a:ext uri="{FF2B5EF4-FFF2-40B4-BE49-F238E27FC236}">
                            <a16:creationId xmlns:a16="http://schemas.microsoft.com/office/drawing/2014/main" id="{F8B0C384-E976-4ADE-A6A3-944A11725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60" name="任意多边形 6507">
                        <a:extLst>
                          <a:ext uri="{FF2B5EF4-FFF2-40B4-BE49-F238E27FC236}">
                            <a16:creationId xmlns:a16="http://schemas.microsoft.com/office/drawing/2014/main" id="{19E70BA0-2CD1-4705-A669-11779056C4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61" name="任意多边形 6508">
                        <a:extLst>
                          <a:ext uri="{FF2B5EF4-FFF2-40B4-BE49-F238E27FC236}">
                            <a16:creationId xmlns:a16="http://schemas.microsoft.com/office/drawing/2014/main" id="{685921D0-EA50-45A5-9533-10E692FD78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51" name="组合 2250">
                      <a:extLst>
                        <a:ext uri="{FF2B5EF4-FFF2-40B4-BE49-F238E27FC236}">
                          <a16:creationId xmlns:a16="http://schemas.microsoft.com/office/drawing/2014/main" id="{FAC51965-2E86-4B64-92A2-7BD50D048C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2256" name="任意多边形 6503">
                        <a:extLst>
                          <a:ext uri="{FF2B5EF4-FFF2-40B4-BE49-F238E27FC236}">
                            <a16:creationId xmlns:a16="http://schemas.microsoft.com/office/drawing/2014/main" id="{0F7B2EA6-DE68-4984-A903-0A77F4E395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57" name="任意多边形 6504">
                        <a:extLst>
                          <a:ext uri="{FF2B5EF4-FFF2-40B4-BE49-F238E27FC236}">
                            <a16:creationId xmlns:a16="http://schemas.microsoft.com/office/drawing/2014/main" id="{1C5149D0-B370-4821-8C93-2C3451F7F9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58" name="任意多边形 6505">
                        <a:extLst>
                          <a:ext uri="{FF2B5EF4-FFF2-40B4-BE49-F238E27FC236}">
                            <a16:creationId xmlns:a16="http://schemas.microsoft.com/office/drawing/2014/main" id="{093D2076-8993-47EE-AA08-FF1B42F68B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52" name="组合 2251">
                      <a:extLst>
                        <a:ext uri="{FF2B5EF4-FFF2-40B4-BE49-F238E27FC236}">
                          <a16:creationId xmlns:a16="http://schemas.microsoft.com/office/drawing/2014/main" id="{0D296894-5DE4-4D63-8826-AB884A3DCB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2253" name="任意多边形 6500">
                        <a:extLst>
                          <a:ext uri="{FF2B5EF4-FFF2-40B4-BE49-F238E27FC236}">
                            <a16:creationId xmlns:a16="http://schemas.microsoft.com/office/drawing/2014/main" id="{5BF54828-C487-4D63-8652-52BB77168A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54" name="任意多边形 6501">
                        <a:extLst>
                          <a:ext uri="{FF2B5EF4-FFF2-40B4-BE49-F238E27FC236}">
                            <a16:creationId xmlns:a16="http://schemas.microsoft.com/office/drawing/2014/main" id="{4FDB5C1B-C0A7-4E53-B940-709FD5BC80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55" name="任意多边形 6502">
                        <a:extLst>
                          <a:ext uri="{FF2B5EF4-FFF2-40B4-BE49-F238E27FC236}">
                            <a16:creationId xmlns:a16="http://schemas.microsoft.com/office/drawing/2014/main" id="{176856CE-054F-4DE4-A02D-7F7587908B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167" name="组合 2166">
                  <a:extLst>
                    <a:ext uri="{FF2B5EF4-FFF2-40B4-BE49-F238E27FC236}">
                      <a16:creationId xmlns:a16="http://schemas.microsoft.com/office/drawing/2014/main" id="{E110B819-E7B3-4F69-ADB9-DA67F920454F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2232" name="任意多边形 6479">
                    <a:extLst>
                      <a:ext uri="{FF2B5EF4-FFF2-40B4-BE49-F238E27FC236}">
                        <a16:creationId xmlns:a16="http://schemas.microsoft.com/office/drawing/2014/main" id="{8E3E0D52-7443-42C6-ACD4-2500E89A6350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33" name="任意多边形 6480">
                    <a:extLst>
                      <a:ext uri="{FF2B5EF4-FFF2-40B4-BE49-F238E27FC236}">
                        <a16:creationId xmlns:a16="http://schemas.microsoft.com/office/drawing/2014/main" id="{FE53FFCB-15CE-43B8-BEC6-5EDC620A3206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234" name="组合 2233">
                    <a:extLst>
                      <a:ext uri="{FF2B5EF4-FFF2-40B4-BE49-F238E27FC236}">
                        <a16:creationId xmlns:a16="http://schemas.microsoft.com/office/drawing/2014/main" id="{295E23B7-3471-4A3B-A98C-6EE8FF12B371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2235" name="组合 2234">
                      <a:extLst>
                        <a:ext uri="{FF2B5EF4-FFF2-40B4-BE49-F238E27FC236}">
                          <a16:creationId xmlns:a16="http://schemas.microsoft.com/office/drawing/2014/main" id="{C9C74272-29F4-4D2F-BAFF-7DFBF5872E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2244" name="任意多边形 6491">
                        <a:extLst>
                          <a:ext uri="{FF2B5EF4-FFF2-40B4-BE49-F238E27FC236}">
                            <a16:creationId xmlns:a16="http://schemas.microsoft.com/office/drawing/2014/main" id="{6059FCFF-22A9-4D8D-A026-6E2E7D7DC2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45" name="任意多边形 6492">
                        <a:extLst>
                          <a:ext uri="{FF2B5EF4-FFF2-40B4-BE49-F238E27FC236}">
                            <a16:creationId xmlns:a16="http://schemas.microsoft.com/office/drawing/2014/main" id="{34D3CAF1-79F6-4F65-9324-77B15C1C2D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46" name="任意多边形 6493">
                        <a:extLst>
                          <a:ext uri="{FF2B5EF4-FFF2-40B4-BE49-F238E27FC236}">
                            <a16:creationId xmlns:a16="http://schemas.microsoft.com/office/drawing/2014/main" id="{E1138BCC-B6C8-4683-A5DF-CF9E5A7B92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36" name="组合 2235">
                      <a:extLst>
                        <a:ext uri="{FF2B5EF4-FFF2-40B4-BE49-F238E27FC236}">
                          <a16:creationId xmlns:a16="http://schemas.microsoft.com/office/drawing/2014/main" id="{AC259D77-33D9-4E1E-BD9C-A9F514E0B0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2241" name="任意多边形 6488">
                        <a:extLst>
                          <a:ext uri="{FF2B5EF4-FFF2-40B4-BE49-F238E27FC236}">
                            <a16:creationId xmlns:a16="http://schemas.microsoft.com/office/drawing/2014/main" id="{E4903804-6700-4B36-A260-1718BC740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42" name="任意多边形 6489">
                        <a:extLst>
                          <a:ext uri="{FF2B5EF4-FFF2-40B4-BE49-F238E27FC236}">
                            <a16:creationId xmlns:a16="http://schemas.microsoft.com/office/drawing/2014/main" id="{AAED6FAF-A807-4168-B907-00D2A567A3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43" name="任意多边形 6490">
                        <a:extLst>
                          <a:ext uri="{FF2B5EF4-FFF2-40B4-BE49-F238E27FC236}">
                            <a16:creationId xmlns:a16="http://schemas.microsoft.com/office/drawing/2014/main" id="{7A51EBB8-3D56-4FAB-B446-5DE48C4E70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37" name="组合 2236">
                      <a:extLst>
                        <a:ext uri="{FF2B5EF4-FFF2-40B4-BE49-F238E27FC236}">
                          <a16:creationId xmlns:a16="http://schemas.microsoft.com/office/drawing/2014/main" id="{C451C2FA-A5D5-4DC6-915F-18FAB32839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2238" name="任意多边形 6485">
                        <a:extLst>
                          <a:ext uri="{FF2B5EF4-FFF2-40B4-BE49-F238E27FC236}">
                            <a16:creationId xmlns:a16="http://schemas.microsoft.com/office/drawing/2014/main" id="{4D7C39D6-9F7E-468C-9208-CA153139B3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39" name="任意多边形 6486">
                        <a:extLst>
                          <a:ext uri="{FF2B5EF4-FFF2-40B4-BE49-F238E27FC236}">
                            <a16:creationId xmlns:a16="http://schemas.microsoft.com/office/drawing/2014/main" id="{7E575C3E-26B8-4C93-A5EA-6E86193435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40" name="任意多边形 6487">
                        <a:extLst>
                          <a:ext uri="{FF2B5EF4-FFF2-40B4-BE49-F238E27FC236}">
                            <a16:creationId xmlns:a16="http://schemas.microsoft.com/office/drawing/2014/main" id="{FD4B4926-E620-4F93-B70B-C1E77EB44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168" name="组合 2167">
                  <a:extLst>
                    <a:ext uri="{FF2B5EF4-FFF2-40B4-BE49-F238E27FC236}">
                      <a16:creationId xmlns:a16="http://schemas.microsoft.com/office/drawing/2014/main" id="{2DC61D63-ED79-46E9-B558-449D8A1C818F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2217" name="任意多边形 6464">
                    <a:extLst>
                      <a:ext uri="{FF2B5EF4-FFF2-40B4-BE49-F238E27FC236}">
                        <a16:creationId xmlns:a16="http://schemas.microsoft.com/office/drawing/2014/main" id="{DF57C41F-7252-45E0-AC48-1ECBC470EE6D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18" name="任意多边形 6465">
                    <a:extLst>
                      <a:ext uri="{FF2B5EF4-FFF2-40B4-BE49-F238E27FC236}">
                        <a16:creationId xmlns:a16="http://schemas.microsoft.com/office/drawing/2014/main" id="{A56B0540-4BA3-4720-B61C-02CDCBF9B31B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219" name="组合 2218">
                    <a:extLst>
                      <a:ext uri="{FF2B5EF4-FFF2-40B4-BE49-F238E27FC236}">
                        <a16:creationId xmlns:a16="http://schemas.microsoft.com/office/drawing/2014/main" id="{0229760E-2F8C-4A31-98AD-E36DFE63DAFB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2220" name="组合 2219">
                      <a:extLst>
                        <a:ext uri="{FF2B5EF4-FFF2-40B4-BE49-F238E27FC236}">
                          <a16:creationId xmlns:a16="http://schemas.microsoft.com/office/drawing/2014/main" id="{8445025F-1D0D-4831-BC68-97EBF068B3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2229" name="任意多边形 6476">
                        <a:extLst>
                          <a:ext uri="{FF2B5EF4-FFF2-40B4-BE49-F238E27FC236}">
                            <a16:creationId xmlns:a16="http://schemas.microsoft.com/office/drawing/2014/main" id="{6BBBCD6E-0DDD-4A6C-B59C-F40DDF4669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30" name="任意多边形 6477">
                        <a:extLst>
                          <a:ext uri="{FF2B5EF4-FFF2-40B4-BE49-F238E27FC236}">
                            <a16:creationId xmlns:a16="http://schemas.microsoft.com/office/drawing/2014/main" id="{85807EF2-3906-4D7E-9D9F-E1BFAAC3AF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31" name="任意多边形 6478">
                        <a:extLst>
                          <a:ext uri="{FF2B5EF4-FFF2-40B4-BE49-F238E27FC236}">
                            <a16:creationId xmlns:a16="http://schemas.microsoft.com/office/drawing/2014/main" id="{C02DE1BE-6A5E-47F1-9CA9-478921B2C3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21" name="组合 2220">
                      <a:extLst>
                        <a:ext uri="{FF2B5EF4-FFF2-40B4-BE49-F238E27FC236}">
                          <a16:creationId xmlns:a16="http://schemas.microsoft.com/office/drawing/2014/main" id="{B72A3749-D5D4-41C0-A07A-54837B814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2226" name="任意多边形 6473">
                        <a:extLst>
                          <a:ext uri="{FF2B5EF4-FFF2-40B4-BE49-F238E27FC236}">
                            <a16:creationId xmlns:a16="http://schemas.microsoft.com/office/drawing/2014/main" id="{1D6A9C13-F520-4DA4-9C7B-E0FD623C06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27" name="任意多边形 6474">
                        <a:extLst>
                          <a:ext uri="{FF2B5EF4-FFF2-40B4-BE49-F238E27FC236}">
                            <a16:creationId xmlns:a16="http://schemas.microsoft.com/office/drawing/2014/main" id="{8D7A4FA5-5860-4540-928E-99D38FAF4D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28" name="任意多边形 6475">
                        <a:extLst>
                          <a:ext uri="{FF2B5EF4-FFF2-40B4-BE49-F238E27FC236}">
                            <a16:creationId xmlns:a16="http://schemas.microsoft.com/office/drawing/2014/main" id="{96C04AAF-D8B1-47C7-9E8D-F5EC07DF22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22" name="组合 2221">
                      <a:extLst>
                        <a:ext uri="{FF2B5EF4-FFF2-40B4-BE49-F238E27FC236}">
                          <a16:creationId xmlns:a16="http://schemas.microsoft.com/office/drawing/2014/main" id="{2C77D321-64CF-4E36-8902-5DAD345D3A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2223" name="任意多边形 6470">
                        <a:extLst>
                          <a:ext uri="{FF2B5EF4-FFF2-40B4-BE49-F238E27FC236}">
                            <a16:creationId xmlns:a16="http://schemas.microsoft.com/office/drawing/2014/main" id="{7D777DEF-A18C-4ACB-BB6B-6B3C97D263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24" name="任意多边形 6471">
                        <a:extLst>
                          <a:ext uri="{FF2B5EF4-FFF2-40B4-BE49-F238E27FC236}">
                            <a16:creationId xmlns:a16="http://schemas.microsoft.com/office/drawing/2014/main" id="{B00AAABF-14D4-45B0-87C4-84C007CBA6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25" name="任意多边形 6472">
                        <a:extLst>
                          <a:ext uri="{FF2B5EF4-FFF2-40B4-BE49-F238E27FC236}">
                            <a16:creationId xmlns:a16="http://schemas.microsoft.com/office/drawing/2014/main" id="{02BB5500-17F9-42A3-B81D-FDA9C47FF7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169" name="组合 2168">
                  <a:extLst>
                    <a:ext uri="{FF2B5EF4-FFF2-40B4-BE49-F238E27FC236}">
                      <a16:creationId xmlns:a16="http://schemas.microsoft.com/office/drawing/2014/main" id="{C40D4B01-9CF5-4953-B252-C5EBC05AA5C9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2202" name="任意多边形 6449">
                    <a:extLst>
                      <a:ext uri="{FF2B5EF4-FFF2-40B4-BE49-F238E27FC236}">
                        <a16:creationId xmlns:a16="http://schemas.microsoft.com/office/drawing/2014/main" id="{53A584E7-5DEB-4D57-93E4-37D587C7E8A6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203" name="任意多边形 6450">
                    <a:extLst>
                      <a:ext uri="{FF2B5EF4-FFF2-40B4-BE49-F238E27FC236}">
                        <a16:creationId xmlns:a16="http://schemas.microsoft.com/office/drawing/2014/main" id="{BC5675D3-ED2D-4741-BB8A-6A489876E169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204" name="组合 2203">
                    <a:extLst>
                      <a:ext uri="{FF2B5EF4-FFF2-40B4-BE49-F238E27FC236}">
                        <a16:creationId xmlns:a16="http://schemas.microsoft.com/office/drawing/2014/main" id="{92937700-9911-4F44-954C-5F76DA4706B4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2205" name="组合 2204">
                      <a:extLst>
                        <a:ext uri="{FF2B5EF4-FFF2-40B4-BE49-F238E27FC236}">
                          <a16:creationId xmlns:a16="http://schemas.microsoft.com/office/drawing/2014/main" id="{C7BBF19D-BD7D-446D-A93A-2848972C27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2214" name="任意多边形 6461">
                        <a:extLst>
                          <a:ext uri="{FF2B5EF4-FFF2-40B4-BE49-F238E27FC236}">
                            <a16:creationId xmlns:a16="http://schemas.microsoft.com/office/drawing/2014/main" id="{AB230056-26B3-4C3D-9FA1-D0301A292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15" name="任意多边形 6462">
                        <a:extLst>
                          <a:ext uri="{FF2B5EF4-FFF2-40B4-BE49-F238E27FC236}">
                            <a16:creationId xmlns:a16="http://schemas.microsoft.com/office/drawing/2014/main" id="{30F28097-080E-4D4F-BDC1-81D7EB3FA8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16" name="任意多边形 6463">
                        <a:extLst>
                          <a:ext uri="{FF2B5EF4-FFF2-40B4-BE49-F238E27FC236}">
                            <a16:creationId xmlns:a16="http://schemas.microsoft.com/office/drawing/2014/main" id="{99505095-8198-4521-BB14-1063DA6B72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06" name="组合 2205">
                      <a:extLst>
                        <a:ext uri="{FF2B5EF4-FFF2-40B4-BE49-F238E27FC236}">
                          <a16:creationId xmlns:a16="http://schemas.microsoft.com/office/drawing/2014/main" id="{031C3C95-608D-4236-A681-49660AAE63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2211" name="任意多边形 6458">
                        <a:extLst>
                          <a:ext uri="{FF2B5EF4-FFF2-40B4-BE49-F238E27FC236}">
                            <a16:creationId xmlns:a16="http://schemas.microsoft.com/office/drawing/2014/main" id="{C5FADE59-A3D2-4088-B516-EEA1EE0279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12" name="任意多边形 6459">
                        <a:extLst>
                          <a:ext uri="{FF2B5EF4-FFF2-40B4-BE49-F238E27FC236}">
                            <a16:creationId xmlns:a16="http://schemas.microsoft.com/office/drawing/2014/main" id="{AAC3CDCC-C50C-4058-8CD6-F13F942496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13" name="任意多边形 6460">
                        <a:extLst>
                          <a:ext uri="{FF2B5EF4-FFF2-40B4-BE49-F238E27FC236}">
                            <a16:creationId xmlns:a16="http://schemas.microsoft.com/office/drawing/2014/main" id="{BC879E74-CEE0-4D12-B423-B5237B17E6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207" name="组合 2206">
                      <a:extLst>
                        <a:ext uri="{FF2B5EF4-FFF2-40B4-BE49-F238E27FC236}">
                          <a16:creationId xmlns:a16="http://schemas.microsoft.com/office/drawing/2014/main" id="{7223FE55-9871-4388-8A6C-AC85CAD027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2208" name="任意多边形 6455">
                        <a:extLst>
                          <a:ext uri="{FF2B5EF4-FFF2-40B4-BE49-F238E27FC236}">
                            <a16:creationId xmlns:a16="http://schemas.microsoft.com/office/drawing/2014/main" id="{ED4214D9-6F3C-44BD-9D52-7FD0B19093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09" name="任意多边形 6456">
                        <a:extLst>
                          <a:ext uri="{FF2B5EF4-FFF2-40B4-BE49-F238E27FC236}">
                            <a16:creationId xmlns:a16="http://schemas.microsoft.com/office/drawing/2014/main" id="{87031313-BED7-4659-A643-725A222F2C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10" name="任意多边形 6457">
                        <a:extLst>
                          <a:ext uri="{FF2B5EF4-FFF2-40B4-BE49-F238E27FC236}">
                            <a16:creationId xmlns:a16="http://schemas.microsoft.com/office/drawing/2014/main" id="{478704D8-AAB7-4AE7-A454-9496000286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170" name="组合 2169">
                  <a:extLst>
                    <a:ext uri="{FF2B5EF4-FFF2-40B4-BE49-F238E27FC236}">
                      <a16:creationId xmlns:a16="http://schemas.microsoft.com/office/drawing/2014/main" id="{C40F8D4E-DCB8-43DA-BED5-39860FFE58C7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2187" name="任意多边形 6434">
                    <a:extLst>
                      <a:ext uri="{FF2B5EF4-FFF2-40B4-BE49-F238E27FC236}">
                        <a16:creationId xmlns:a16="http://schemas.microsoft.com/office/drawing/2014/main" id="{0C454152-6F14-4D69-A4AC-B19F7BABC33D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188" name="任意多边形 6435">
                    <a:extLst>
                      <a:ext uri="{FF2B5EF4-FFF2-40B4-BE49-F238E27FC236}">
                        <a16:creationId xmlns:a16="http://schemas.microsoft.com/office/drawing/2014/main" id="{2674FD5C-71D5-4462-BBA8-C3F05E28B9C3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189" name="组合 2188">
                    <a:extLst>
                      <a:ext uri="{FF2B5EF4-FFF2-40B4-BE49-F238E27FC236}">
                        <a16:creationId xmlns:a16="http://schemas.microsoft.com/office/drawing/2014/main" id="{8D63D58A-ACA2-4E9D-B77F-99E436E78734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2190" name="组合 2189">
                      <a:extLst>
                        <a:ext uri="{FF2B5EF4-FFF2-40B4-BE49-F238E27FC236}">
                          <a16:creationId xmlns:a16="http://schemas.microsoft.com/office/drawing/2014/main" id="{A0344B4E-D704-429F-BB41-14CE73B66B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2199" name="任意多边形 6446">
                        <a:extLst>
                          <a:ext uri="{FF2B5EF4-FFF2-40B4-BE49-F238E27FC236}">
                            <a16:creationId xmlns:a16="http://schemas.microsoft.com/office/drawing/2014/main" id="{4E878A96-A6B2-4AF6-ADD2-96D6FF7310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00" name="任意多边形 6447">
                        <a:extLst>
                          <a:ext uri="{FF2B5EF4-FFF2-40B4-BE49-F238E27FC236}">
                            <a16:creationId xmlns:a16="http://schemas.microsoft.com/office/drawing/2014/main" id="{AF3B156F-1F73-449A-ACED-DE429E8E50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201" name="任意多边形 6448">
                        <a:extLst>
                          <a:ext uri="{FF2B5EF4-FFF2-40B4-BE49-F238E27FC236}">
                            <a16:creationId xmlns:a16="http://schemas.microsoft.com/office/drawing/2014/main" id="{74B3F1F1-9983-4D10-9CC8-F92C1DE30D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91" name="组合 2190">
                      <a:extLst>
                        <a:ext uri="{FF2B5EF4-FFF2-40B4-BE49-F238E27FC236}">
                          <a16:creationId xmlns:a16="http://schemas.microsoft.com/office/drawing/2014/main" id="{622759FA-5BFF-4D70-9874-FDC0DC2C20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2196" name="任意多边形 6443">
                        <a:extLst>
                          <a:ext uri="{FF2B5EF4-FFF2-40B4-BE49-F238E27FC236}">
                            <a16:creationId xmlns:a16="http://schemas.microsoft.com/office/drawing/2014/main" id="{6C1C742F-0201-4C14-84C3-31C6C6E542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97" name="任意多边形 6444">
                        <a:extLst>
                          <a:ext uri="{FF2B5EF4-FFF2-40B4-BE49-F238E27FC236}">
                            <a16:creationId xmlns:a16="http://schemas.microsoft.com/office/drawing/2014/main" id="{568ACE14-0578-475E-A098-5A2F33425E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98" name="任意多边形 6445">
                        <a:extLst>
                          <a:ext uri="{FF2B5EF4-FFF2-40B4-BE49-F238E27FC236}">
                            <a16:creationId xmlns:a16="http://schemas.microsoft.com/office/drawing/2014/main" id="{9CB0AD33-6531-4023-B9E9-624DC4380F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92" name="组合 2191">
                      <a:extLst>
                        <a:ext uri="{FF2B5EF4-FFF2-40B4-BE49-F238E27FC236}">
                          <a16:creationId xmlns:a16="http://schemas.microsoft.com/office/drawing/2014/main" id="{72D8F63D-9907-4109-9099-661D5F6329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2193" name="任意多边形 6440">
                        <a:extLst>
                          <a:ext uri="{FF2B5EF4-FFF2-40B4-BE49-F238E27FC236}">
                            <a16:creationId xmlns:a16="http://schemas.microsoft.com/office/drawing/2014/main" id="{708B8B27-A50D-4C84-847C-EEF5764D43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94" name="任意多边形 6441">
                        <a:extLst>
                          <a:ext uri="{FF2B5EF4-FFF2-40B4-BE49-F238E27FC236}">
                            <a16:creationId xmlns:a16="http://schemas.microsoft.com/office/drawing/2014/main" id="{812F42C3-81BA-4C42-BD5E-6036D4A1A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95" name="任意多边形 6442">
                        <a:extLst>
                          <a:ext uri="{FF2B5EF4-FFF2-40B4-BE49-F238E27FC236}">
                            <a16:creationId xmlns:a16="http://schemas.microsoft.com/office/drawing/2014/main" id="{94FA0093-D433-4EAB-A721-0B82E306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171" name="组合 2170">
                  <a:extLst>
                    <a:ext uri="{FF2B5EF4-FFF2-40B4-BE49-F238E27FC236}">
                      <a16:creationId xmlns:a16="http://schemas.microsoft.com/office/drawing/2014/main" id="{FCC430BD-F759-4093-A061-4C4915BB9D60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2172" name="任意多边形 6419">
                    <a:extLst>
                      <a:ext uri="{FF2B5EF4-FFF2-40B4-BE49-F238E27FC236}">
                        <a16:creationId xmlns:a16="http://schemas.microsoft.com/office/drawing/2014/main" id="{05F592A7-5FBA-4532-987C-842222572BBE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173" name="任意多边形 6420">
                    <a:extLst>
                      <a:ext uri="{FF2B5EF4-FFF2-40B4-BE49-F238E27FC236}">
                        <a16:creationId xmlns:a16="http://schemas.microsoft.com/office/drawing/2014/main" id="{35024B60-9592-4A43-B3EA-A0D29D590B73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174" name="组合 2173">
                    <a:extLst>
                      <a:ext uri="{FF2B5EF4-FFF2-40B4-BE49-F238E27FC236}">
                        <a16:creationId xmlns:a16="http://schemas.microsoft.com/office/drawing/2014/main" id="{10311509-1F19-4502-8948-DF24774CC4BC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2175" name="组合 2174">
                      <a:extLst>
                        <a:ext uri="{FF2B5EF4-FFF2-40B4-BE49-F238E27FC236}">
                          <a16:creationId xmlns:a16="http://schemas.microsoft.com/office/drawing/2014/main" id="{8F0E5942-1C80-45FD-B235-C731AC52CE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2184" name="任意多边形 6431">
                        <a:extLst>
                          <a:ext uri="{FF2B5EF4-FFF2-40B4-BE49-F238E27FC236}">
                            <a16:creationId xmlns:a16="http://schemas.microsoft.com/office/drawing/2014/main" id="{CD3EC413-2B84-40B2-BAED-CA0A939079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85" name="任意多边形 6432">
                        <a:extLst>
                          <a:ext uri="{FF2B5EF4-FFF2-40B4-BE49-F238E27FC236}">
                            <a16:creationId xmlns:a16="http://schemas.microsoft.com/office/drawing/2014/main" id="{44A8F9BB-DD1B-4974-AF50-EFD52528BA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86" name="任意多边形 6433">
                        <a:extLst>
                          <a:ext uri="{FF2B5EF4-FFF2-40B4-BE49-F238E27FC236}">
                            <a16:creationId xmlns:a16="http://schemas.microsoft.com/office/drawing/2014/main" id="{314432C3-AD4E-4025-A4C7-7ED0DA0D5B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76" name="组合 2175">
                      <a:extLst>
                        <a:ext uri="{FF2B5EF4-FFF2-40B4-BE49-F238E27FC236}">
                          <a16:creationId xmlns:a16="http://schemas.microsoft.com/office/drawing/2014/main" id="{48F69E27-AAFE-44BA-8EAB-66BA98C286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2181" name="任意多边形 6428">
                        <a:extLst>
                          <a:ext uri="{FF2B5EF4-FFF2-40B4-BE49-F238E27FC236}">
                            <a16:creationId xmlns:a16="http://schemas.microsoft.com/office/drawing/2014/main" id="{B5824A30-378F-4A95-A287-541BD17C18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82" name="任意多边形 6429">
                        <a:extLst>
                          <a:ext uri="{FF2B5EF4-FFF2-40B4-BE49-F238E27FC236}">
                            <a16:creationId xmlns:a16="http://schemas.microsoft.com/office/drawing/2014/main" id="{D31B5F7D-005A-4D2B-810B-DDA7AFAA78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83" name="任意多边形 6430">
                        <a:extLst>
                          <a:ext uri="{FF2B5EF4-FFF2-40B4-BE49-F238E27FC236}">
                            <a16:creationId xmlns:a16="http://schemas.microsoft.com/office/drawing/2014/main" id="{8A012902-1B0C-44BD-9C22-32CA041E45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77" name="组合 2176">
                      <a:extLst>
                        <a:ext uri="{FF2B5EF4-FFF2-40B4-BE49-F238E27FC236}">
                          <a16:creationId xmlns:a16="http://schemas.microsoft.com/office/drawing/2014/main" id="{3070CDEA-2310-4973-8773-9E4839601F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2178" name="任意多边形 6425">
                        <a:extLst>
                          <a:ext uri="{FF2B5EF4-FFF2-40B4-BE49-F238E27FC236}">
                            <a16:creationId xmlns:a16="http://schemas.microsoft.com/office/drawing/2014/main" id="{632E2A5D-12FB-4A21-9951-3E4A4347BF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79" name="任意多边形 6426">
                        <a:extLst>
                          <a:ext uri="{FF2B5EF4-FFF2-40B4-BE49-F238E27FC236}">
                            <a16:creationId xmlns:a16="http://schemas.microsoft.com/office/drawing/2014/main" id="{B89FBF2D-C360-41BB-B198-166D89AF33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80" name="任意多边形 6427">
                        <a:extLst>
                          <a:ext uri="{FF2B5EF4-FFF2-40B4-BE49-F238E27FC236}">
                            <a16:creationId xmlns:a16="http://schemas.microsoft.com/office/drawing/2014/main" id="{BCD0E768-9989-4251-B4ED-FC73B5E214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069" name="组合 2068">
                <a:extLst>
                  <a:ext uri="{FF2B5EF4-FFF2-40B4-BE49-F238E27FC236}">
                    <a16:creationId xmlns:a16="http://schemas.microsoft.com/office/drawing/2014/main" id="{02F52F4D-4FAE-4C60-9D9D-C9F471B8ECB9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2070" name="组合 2069">
                  <a:extLst>
                    <a:ext uri="{FF2B5EF4-FFF2-40B4-BE49-F238E27FC236}">
                      <a16:creationId xmlns:a16="http://schemas.microsoft.com/office/drawing/2014/main" id="{30E78609-B656-4F4A-B0EF-93DDE8340797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2151" name="任意多边形 6398">
                    <a:extLst>
                      <a:ext uri="{FF2B5EF4-FFF2-40B4-BE49-F238E27FC236}">
                        <a16:creationId xmlns:a16="http://schemas.microsoft.com/office/drawing/2014/main" id="{A2FDB232-7823-49D6-95AB-14078EE2A87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152" name="任意多边形 6399">
                    <a:extLst>
                      <a:ext uri="{FF2B5EF4-FFF2-40B4-BE49-F238E27FC236}">
                        <a16:creationId xmlns:a16="http://schemas.microsoft.com/office/drawing/2014/main" id="{85B8624D-F883-49AB-A894-9105194A0EA8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153" name="组合 2152">
                    <a:extLst>
                      <a:ext uri="{FF2B5EF4-FFF2-40B4-BE49-F238E27FC236}">
                        <a16:creationId xmlns:a16="http://schemas.microsoft.com/office/drawing/2014/main" id="{73D62FD7-DB85-4C2F-95FB-2A83235A21D6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2154" name="组合 2153">
                      <a:extLst>
                        <a:ext uri="{FF2B5EF4-FFF2-40B4-BE49-F238E27FC236}">
                          <a16:creationId xmlns:a16="http://schemas.microsoft.com/office/drawing/2014/main" id="{629F75AD-75E0-4A94-8C94-1710A2F062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2163" name="任意多边形 6410">
                        <a:extLst>
                          <a:ext uri="{FF2B5EF4-FFF2-40B4-BE49-F238E27FC236}">
                            <a16:creationId xmlns:a16="http://schemas.microsoft.com/office/drawing/2014/main" id="{D2C84E34-C482-4832-8880-3C09BD16FF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64" name="任意多边形 6411">
                        <a:extLst>
                          <a:ext uri="{FF2B5EF4-FFF2-40B4-BE49-F238E27FC236}">
                            <a16:creationId xmlns:a16="http://schemas.microsoft.com/office/drawing/2014/main" id="{B0280A86-C06F-4C4F-911A-1442DE0EED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65" name="任意多边形 6412">
                        <a:extLst>
                          <a:ext uri="{FF2B5EF4-FFF2-40B4-BE49-F238E27FC236}">
                            <a16:creationId xmlns:a16="http://schemas.microsoft.com/office/drawing/2014/main" id="{E6201593-58AE-4E9C-9F40-AD7354546B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55" name="组合 2154">
                      <a:extLst>
                        <a:ext uri="{FF2B5EF4-FFF2-40B4-BE49-F238E27FC236}">
                          <a16:creationId xmlns:a16="http://schemas.microsoft.com/office/drawing/2014/main" id="{565A1642-384B-4B6E-92BC-88729EA4F0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2160" name="任意多边形 6407">
                        <a:extLst>
                          <a:ext uri="{FF2B5EF4-FFF2-40B4-BE49-F238E27FC236}">
                            <a16:creationId xmlns:a16="http://schemas.microsoft.com/office/drawing/2014/main" id="{C14AB8ED-C044-4BC4-A90A-1FA6CFBC6E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61" name="任意多边形 6408">
                        <a:extLst>
                          <a:ext uri="{FF2B5EF4-FFF2-40B4-BE49-F238E27FC236}">
                            <a16:creationId xmlns:a16="http://schemas.microsoft.com/office/drawing/2014/main" id="{60FED10B-1A1D-476C-9765-E8622BCBE9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62" name="任意多边形 6409">
                        <a:extLst>
                          <a:ext uri="{FF2B5EF4-FFF2-40B4-BE49-F238E27FC236}">
                            <a16:creationId xmlns:a16="http://schemas.microsoft.com/office/drawing/2014/main" id="{F38C4C40-CFA9-4909-A18D-171A5BD86D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56" name="组合 2155">
                      <a:extLst>
                        <a:ext uri="{FF2B5EF4-FFF2-40B4-BE49-F238E27FC236}">
                          <a16:creationId xmlns:a16="http://schemas.microsoft.com/office/drawing/2014/main" id="{1E546DBD-7F29-40E2-A237-25E13567C6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2157" name="任意多边形 6404">
                        <a:extLst>
                          <a:ext uri="{FF2B5EF4-FFF2-40B4-BE49-F238E27FC236}">
                            <a16:creationId xmlns:a16="http://schemas.microsoft.com/office/drawing/2014/main" id="{451DE2C2-5AA1-4BB9-8DDB-439607F87C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58" name="任意多边形 6405">
                        <a:extLst>
                          <a:ext uri="{FF2B5EF4-FFF2-40B4-BE49-F238E27FC236}">
                            <a16:creationId xmlns:a16="http://schemas.microsoft.com/office/drawing/2014/main" id="{ECE56DF0-B2AB-43E3-BB53-44DEA0EA7A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59" name="任意多边形 6406">
                        <a:extLst>
                          <a:ext uri="{FF2B5EF4-FFF2-40B4-BE49-F238E27FC236}">
                            <a16:creationId xmlns:a16="http://schemas.microsoft.com/office/drawing/2014/main" id="{C30909BB-6A87-4624-B56A-E960FEDE00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071" name="组合 2070">
                  <a:extLst>
                    <a:ext uri="{FF2B5EF4-FFF2-40B4-BE49-F238E27FC236}">
                      <a16:creationId xmlns:a16="http://schemas.microsoft.com/office/drawing/2014/main" id="{E30E69D2-D098-46EC-BEF2-CA2D5A92A12F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2136" name="任意多边形 6383">
                    <a:extLst>
                      <a:ext uri="{FF2B5EF4-FFF2-40B4-BE49-F238E27FC236}">
                        <a16:creationId xmlns:a16="http://schemas.microsoft.com/office/drawing/2014/main" id="{7EB191F0-81F5-4623-A379-B95A02FE9DD7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137" name="任意多边形 6384">
                    <a:extLst>
                      <a:ext uri="{FF2B5EF4-FFF2-40B4-BE49-F238E27FC236}">
                        <a16:creationId xmlns:a16="http://schemas.microsoft.com/office/drawing/2014/main" id="{EDD511B1-CC64-4E7C-AF0D-B9A8ACFE2CF9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138" name="组合 2137">
                    <a:extLst>
                      <a:ext uri="{FF2B5EF4-FFF2-40B4-BE49-F238E27FC236}">
                        <a16:creationId xmlns:a16="http://schemas.microsoft.com/office/drawing/2014/main" id="{48ABEB06-75B9-4B89-9ADF-0FA135190EA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2139" name="组合 2138">
                      <a:extLst>
                        <a:ext uri="{FF2B5EF4-FFF2-40B4-BE49-F238E27FC236}">
                          <a16:creationId xmlns:a16="http://schemas.microsoft.com/office/drawing/2014/main" id="{306EA56B-EACC-4CCC-8898-CF28C984BD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2148" name="任意多边形 6395">
                        <a:extLst>
                          <a:ext uri="{FF2B5EF4-FFF2-40B4-BE49-F238E27FC236}">
                            <a16:creationId xmlns:a16="http://schemas.microsoft.com/office/drawing/2014/main" id="{F90951DF-E48C-4996-94E1-AD5404CA10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49" name="任意多边形 6396">
                        <a:extLst>
                          <a:ext uri="{FF2B5EF4-FFF2-40B4-BE49-F238E27FC236}">
                            <a16:creationId xmlns:a16="http://schemas.microsoft.com/office/drawing/2014/main" id="{0BF0DAD2-42BD-4E84-8AFD-E86FAFC5EB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50" name="任意多边形 6397">
                        <a:extLst>
                          <a:ext uri="{FF2B5EF4-FFF2-40B4-BE49-F238E27FC236}">
                            <a16:creationId xmlns:a16="http://schemas.microsoft.com/office/drawing/2014/main" id="{2ECF0BDA-8E59-43D3-87A4-CC0C2B1F07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40" name="组合 2139">
                      <a:extLst>
                        <a:ext uri="{FF2B5EF4-FFF2-40B4-BE49-F238E27FC236}">
                          <a16:creationId xmlns:a16="http://schemas.microsoft.com/office/drawing/2014/main" id="{D9C9136F-F913-4F42-97CD-E5B67C6053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2145" name="任意多边形 6392">
                        <a:extLst>
                          <a:ext uri="{FF2B5EF4-FFF2-40B4-BE49-F238E27FC236}">
                            <a16:creationId xmlns:a16="http://schemas.microsoft.com/office/drawing/2014/main" id="{A4BBCB28-9842-4577-A2DA-3601CF7389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46" name="任意多边形 6393">
                        <a:extLst>
                          <a:ext uri="{FF2B5EF4-FFF2-40B4-BE49-F238E27FC236}">
                            <a16:creationId xmlns:a16="http://schemas.microsoft.com/office/drawing/2014/main" id="{EB80CB68-DDD5-4EAE-ACC3-543B66A60E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47" name="任意多边形 6394">
                        <a:extLst>
                          <a:ext uri="{FF2B5EF4-FFF2-40B4-BE49-F238E27FC236}">
                            <a16:creationId xmlns:a16="http://schemas.microsoft.com/office/drawing/2014/main" id="{3007F700-2D05-47B0-8FE4-01CCC4185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41" name="组合 2140">
                      <a:extLst>
                        <a:ext uri="{FF2B5EF4-FFF2-40B4-BE49-F238E27FC236}">
                          <a16:creationId xmlns:a16="http://schemas.microsoft.com/office/drawing/2014/main" id="{0962A3EE-A45B-480E-89AE-47D12C9CE2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2142" name="任意多边形 6389">
                        <a:extLst>
                          <a:ext uri="{FF2B5EF4-FFF2-40B4-BE49-F238E27FC236}">
                            <a16:creationId xmlns:a16="http://schemas.microsoft.com/office/drawing/2014/main" id="{3017D4FD-25F6-4407-ADDC-304178EFDA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43" name="任意多边形 6390">
                        <a:extLst>
                          <a:ext uri="{FF2B5EF4-FFF2-40B4-BE49-F238E27FC236}">
                            <a16:creationId xmlns:a16="http://schemas.microsoft.com/office/drawing/2014/main" id="{F9F20D89-E6C9-4D3B-A41B-B56351D528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44" name="任意多边形 6391">
                        <a:extLst>
                          <a:ext uri="{FF2B5EF4-FFF2-40B4-BE49-F238E27FC236}">
                            <a16:creationId xmlns:a16="http://schemas.microsoft.com/office/drawing/2014/main" id="{710D67B9-609D-466D-91D6-8CF6AC8777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072" name="组合 2071">
                  <a:extLst>
                    <a:ext uri="{FF2B5EF4-FFF2-40B4-BE49-F238E27FC236}">
                      <a16:creationId xmlns:a16="http://schemas.microsoft.com/office/drawing/2014/main" id="{EFB0EFF2-B228-4237-8B23-05FF09F4A3F5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2121" name="任意多边形 6368">
                    <a:extLst>
                      <a:ext uri="{FF2B5EF4-FFF2-40B4-BE49-F238E27FC236}">
                        <a16:creationId xmlns:a16="http://schemas.microsoft.com/office/drawing/2014/main" id="{8FBD9468-9E46-4F59-A1CD-D368E934A4BB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122" name="任意多边形 6369">
                    <a:extLst>
                      <a:ext uri="{FF2B5EF4-FFF2-40B4-BE49-F238E27FC236}">
                        <a16:creationId xmlns:a16="http://schemas.microsoft.com/office/drawing/2014/main" id="{C7799954-2735-4CFB-96E1-BFF06A7711EC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123" name="组合 2122">
                    <a:extLst>
                      <a:ext uri="{FF2B5EF4-FFF2-40B4-BE49-F238E27FC236}">
                        <a16:creationId xmlns:a16="http://schemas.microsoft.com/office/drawing/2014/main" id="{3004BE93-45DD-4FBD-9F2E-E692CE9E4DF9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2124" name="组合 2123">
                      <a:extLst>
                        <a:ext uri="{FF2B5EF4-FFF2-40B4-BE49-F238E27FC236}">
                          <a16:creationId xmlns:a16="http://schemas.microsoft.com/office/drawing/2014/main" id="{43F941E4-5D44-475D-B0DA-AD3DDF118C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2133" name="任意多边形 6380">
                        <a:extLst>
                          <a:ext uri="{FF2B5EF4-FFF2-40B4-BE49-F238E27FC236}">
                            <a16:creationId xmlns:a16="http://schemas.microsoft.com/office/drawing/2014/main" id="{07EA8D10-0C17-4F88-851D-138E0B42F0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34" name="任意多边形 6381">
                        <a:extLst>
                          <a:ext uri="{FF2B5EF4-FFF2-40B4-BE49-F238E27FC236}">
                            <a16:creationId xmlns:a16="http://schemas.microsoft.com/office/drawing/2014/main" id="{320127DD-C421-49B4-809F-C7E9510917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35" name="任意多边形 6382">
                        <a:extLst>
                          <a:ext uri="{FF2B5EF4-FFF2-40B4-BE49-F238E27FC236}">
                            <a16:creationId xmlns:a16="http://schemas.microsoft.com/office/drawing/2014/main" id="{CC5BDA76-97E7-49AB-97E8-1D9E6DC471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25" name="组合 2124">
                      <a:extLst>
                        <a:ext uri="{FF2B5EF4-FFF2-40B4-BE49-F238E27FC236}">
                          <a16:creationId xmlns:a16="http://schemas.microsoft.com/office/drawing/2014/main" id="{38D93A58-0C17-47C6-897B-E3BBFC0BD9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2130" name="任意多边形 6377">
                        <a:extLst>
                          <a:ext uri="{FF2B5EF4-FFF2-40B4-BE49-F238E27FC236}">
                            <a16:creationId xmlns:a16="http://schemas.microsoft.com/office/drawing/2014/main" id="{7963BD4A-BDC2-4F5B-8B72-228F4EF8BF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31" name="任意多边形 6378">
                        <a:extLst>
                          <a:ext uri="{FF2B5EF4-FFF2-40B4-BE49-F238E27FC236}">
                            <a16:creationId xmlns:a16="http://schemas.microsoft.com/office/drawing/2014/main" id="{83484335-8862-4492-9F01-7846AA5502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32" name="任意多边形 6379">
                        <a:extLst>
                          <a:ext uri="{FF2B5EF4-FFF2-40B4-BE49-F238E27FC236}">
                            <a16:creationId xmlns:a16="http://schemas.microsoft.com/office/drawing/2014/main" id="{387BA9C1-D8D3-4320-8F84-FDA76B0D11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26" name="组合 2125">
                      <a:extLst>
                        <a:ext uri="{FF2B5EF4-FFF2-40B4-BE49-F238E27FC236}">
                          <a16:creationId xmlns:a16="http://schemas.microsoft.com/office/drawing/2014/main" id="{A8911993-F738-49EC-A3C4-A7FDD6CAE8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2127" name="任意多边形 6374">
                        <a:extLst>
                          <a:ext uri="{FF2B5EF4-FFF2-40B4-BE49-F238E27FC236}">
                            <a16:creationId xmlns:a16="http://schemas.microsoft.com/office/drawing/2014/main" id="{ACF79DC2-0A92-4973-A4A7-405FE94F16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28" name="任意多边形 6375">
                        <a:extLst>
                          <a:ext uri="{FF2B5EF4-FFF2-40B4-BE49-F238E27FC236}">
                            <a16:creationId xmlns:a16="http://schemas.microsoft.com/office/drawing/2014/main" id="{74133915-D356-4A99-89C2-4D31CB756D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29" name="任意多边形 6376">
                        <a:extLst>
                          <a:ext uri="{FF2B5EF4-FFF2-40B4-BE49-F238E27FC236}">
                            <a16:creationId xmlns:a16="http://schemas.microsoft.com/office/drawing/2014/main" id="{B0FF1914-3D05-4114-B8CF-0E4635D7EF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073" name="组合 2072">
                  <a:extLst>
                    <a:ext uri="{FF2B5EF4-FFF2-40B4-BE49-F238E27FC236}">
                      <a16:creationId xmlns:a16="http://schemas.microsoft.com/office/drawing/2014/main" id="{3F23148B-5CF8-4B2F-9174-2E500CDBA1A7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2106" name="任意多边形 6353">
                    <a:extLst>
                      <a:ext uri="{FF2B5EF4-FFF2-40B4-BE49-F238E27FC236}">
                        <a16:creationId xmlns:a16="http://schemas.microsoft.com/office/drawing/2014/main" id="{8FD609D9-8695-415C-ABBA-628A7B681BC1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107" name="任意多边形 6354">
                    <a:extLst>
                      <a:ext uri="{FF2B5EF4-FFF2-40B4-BE49-F238E27FC236}">
                        <a16:creationId xmlns:a16="http://schemas.microsoft.com/office/drawing/2014/main" id="{D1E6903F-97E5-40B1-BBFB-149CDEF6B7B6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108" name="组合 2107">
                    <a:extLst>
                      <a:ext uri="{FF2B5EF4-FFF2-40B4-BE49-F238E27FC236}">
                        <a16:creationId xmlns:a16="http://schemas.microsoft.com/office/drawing/2014/main" id="{FD52A724-6CE7-4DEF-B804-29AEEFFC7D7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2109" name="组合 2108">
                      <a:extLst>
                        <a:ext uri="{FF2B5EF4-FFF2-40B4-BE49-F238E27FC236}">
                          <a16:creationId xmlns:a16="http://schemas.microsoft.com/office/drawing/2014/main" id="{52CAC2C2-9621-4C26-B631-5B942C684B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2118" name="任意多边形 6365">
                        <a:extLst>
                          <a:ext uri="{FF2B5EF4-FFF2-40B4-BE49-F238E27FC236}">
                            <a16:creationId xmlns:a16="http://schemas.microsoft.com/office/drawing/2014/main" id="{960183A8-CA18-493B-89B3-AF4BAA60A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19" name="任意多边形 6366">
                        <a:extLst>
                          <a:ext uri="{FF2B5EF4-FFF2-40B4-BE49-F238E27FC236}">
                            <a16:creationId xmlns:a16="http://schemas.microsoft.com/office/drawing/2014/main" id="{54C17388-0FC6-49E2-BA96-DBA6E79409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20" name="任意多边形 6367">
                        <a:extLst>
                          <a:ext uri="{FF2B5EF4-FFF2-40B4-BE49-F238E27FC236}">
                            <a16:creationId xmlns:a16="http://schemas.microsoft.com/office/drawing/2014/main" id="{381C9CF6-04A3-4867-8790-DF7E6920C1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10" name="组合 2109">
                      <a:extLst>
                        <a:ext uri="{FF2B5EF4-FFF2-40B4-BE49-F238E27FC236}">
                          <a16:creationId xmlns:a16="http://schemas.microsoft.com/office/drawing/2014/main" id="{0464B427-B084-4052-A879-AE0A37B1D8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2115" name="任意多边形 6362">
                        <a:extLst>
                          <a:ext uri="{FF2B5EF4-FFF2-40B4-BE49-F238E27FC236}">
                            <a16:creationId xmlns:a16="http://schemas.microsoft.com/office/drawing/2014/main" id="{0F7A95CB-084E-4F42-9847-317ABF87A7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16" name="任意多边形 6363">
                        <a:extLst>
                          <a:ext uri="{FF2B5EF4-FFF2-40B4-BE49-F238E27FC236}">
                            <a16:creationId xmlns:a16="http://schemas.microsoft.com/office/drawing/2014/main" id="{FA8E8CD7-4788-4AEE-95DB-CC1BD6E415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17" name="任意多边形 6364">
                        <a:extLst>
                          <a:ext uri="{FF2B5EF4-FFF2-40B4-BE49-F238E27FC236}">
                            <a16:creationId xmlns:a16="http://schemas.microsoft.com/office/drawing/2014/main" id="{9D87B16B-C79C-404B-B5CE-019622A18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111" name="组合 2110">
                      <a:extLst>
                        <a:ext uri="{FF2B5EF4-FFF2-40B4-BE49-F238E27FC236}">
                          <a16:creationId xmlns:a16="http://schemas.microsoft.com/office/drawing/2014/main" id="{DB6ACCED-4189-45BC-AC7C-16DD7C8CD1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2112" name="任意多边形 6359">
                        <a:extLst>
                          <a:ext uri="{FF2B5EF4-FFF2-40B4-BE49-F238E27FC236}">
                            <a16:creationId xmlns:a16="http://schemas.microsoft.com/office/drawing/2014/main" id="{FA676DAA-C76D-45BC-95ED-86035372A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13" name="任意多边形 6360">
                        <a:extLst>
                          <a:ext uri="{FF2B5EF4-FFF2-40B4-BE49-F238E27FC236}">
                            <a16:creationId xmlns:a16="http://schemas.microsoft.com/office/drawing/2014/main" id="{46624C00-7819-49E5-AB2E-9ED157BCD5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14" name="任意多边形 6361">
                        <a:extLst>
                          <a:ext uri="{FF2B5EF4-FFF2-40B4-BE49-F238E27FC236}">
                            <a16:creationId xmlns:a16="http://schemas.microsoft.com/office/drawing/2014/main" id="{181BA371-9230-4B22-BEEA-C68CB1C086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074" name="组合 2073">
                  <a:extLst>
                    <a:ext uri="{FF2B5EF4-FFF2-40B4-BE49-F238E27FC236}">
                      <a16:creationId xmlns:a16="http://schemas.microsoft.com/office/drawing/2014/main" id="{57AEDB18-92A0-4B63-AC09-E6D919EA8A2C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2091" name="任意多边形 6338">
                    <a:extLst>
                      <a:ext uri="{FF2B5EF4-FFF2-40B4-BE49-F238E27FC236}">
                        <a16:creationId xmlns:a16="http://schemas.microsoft.com/office/drawing/2014/main" id="{4EAEE2C5-33C3-4B2F-95F4-1D419276089B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092" name="任意多边形 6339">
                    <a:extLst>
                      <a:ext uri="{FF2B5EF4-FFF2-40B4-BE49-F238E27FC236}">
                        <a16:creationId xmlns:a16="http://schemas.microsoft.com/office/drawing/2014/main" id="{39D8D67B-BCBF-4911-9023-EEA74411606C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093" name="组合 2092">
                    <a:extLst>
                      <a:ext uri="{FF2B5EF4-FFF2-40B4-BE49-F238E27FC236}">
                        <a16:creationId xmlns:a16="http://schemas.microsoft.com/office/drawing/2014/main" id="{6A98ADAF-F710-4E77-94D8-30E77D872A99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2094" name="组合 2093">
                      <a:extLst>
                        <a:ext uri="{FF2B5EF4-FFF2-40B4-BE49-F238E27FC236}">
                          <a16:creationId xmlns:a16="http://schemas.microsoft.com/office/drawing/2014/main" id="{432ABC78-FFCB-478F-9D91-4792A52D13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2103" name="任意多边形 6350">
                        <a:extLst>
                          <a:ext uri="{FF2B5EF4-FFF2-40B4-BE49-F238E27FC236}">
                            <a16:creationId xmlns:a16="http://schemas.microsoft.com/office/drawing/2014/main" id="{377870B7-0373-4E13-9B66-04AAB667D3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04" name="任意多边形 6351">
                        <a:extLst>
                          <a:ext uri="{FF2B5EF4-FFF2-40B4-BE49-F238E27FC236}">
                            <a16:creationId xmlns:a16="http://schemas.microsoft.com/office/drawing/2014/main" id="{DCC49A84-1F9B-48D1-9758-4304184727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05" name="任意多边形 6352">
                        <a:extLst>
                          <a:ext uri="{FF2B5EF4-FFF2-40B4-BE49-F238E27FC236}">
                            <a16:creationId xmlns:a16="http://schemas.microsoft.com/office/drawing/2014/main" id="{421DD877-15E6-4FFB-8062-6F019D75B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95" name="组合 2094">
                      <a:extLst>
                        <a:ext uri="{FF2B5EF4-FFF2-40B4-BE49-F238E27FC236}">
                          <a16:creationId xmlns:a16="http://schemas.microsoft.com/office/drawing/2014/main" id="{DD196B87-0D93-4979-8237-451A1A4953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2100" name="任意多边形 6347">
                        <a:extLst>
                          <a:ext uri="{FF2B5EF4-FFF2-40B4-BE49-F238E27FC236}">
                            <a16:creationId xmlns:a16="http://schemas.microsoft.com/office/drawing/2014/main" id="{02012598-B064-4F3F-A735-CEFCB66491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01" name="任意多边形 6348">
                        <a:extLst>
                          <a:ext uri="{FF2B5EF4-FFF2-40B4-BE49-F238E27FC236}">
                            <a16:creationId xmlns:a16="http://schemas.microsoft.com/office/drawing/2014/main" id="{6CF5F255-7285-4E25-8DDB-2524DD972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102" name="任意多边形 6349">
                        <a:extLst>
                          <a:ext uri="{FF2B5EF4-FFF2-40B4-BE49-F238E27FC236}">
                            <a16:creationId xmlns:a16="http://schemas.microsoft.com/office/drawing/2014/main" id="{B5400A44-D6A4-48A8-9376-B22F3953A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96" name="组合 2095">
                      <a:extLst>
                        <a:ext uri="{FF2B5EF4-FFF2-40B4-BE49-F238E27FC236}">
                          <a16:creationId xmlns:a16="http://schemas.microsoft.com/office/drawing/2014/main" id="{85427CF3-B564-4CD7-A8C0-10FD5F424F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2097" name="任意多边形 6344">
                        <a:extLst>
                          <a:ext uri="{FF2B5EF4-FFF2-40B4-BE49-F238E27FC236}">
                            <a16:creationId xmlns:a16="http://schemas.microsoft.com/office/drawing/2014/main" id="{ECAAC455-9235-4E7E-83DE-CBDA9191ED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98" name="任意多边形 6345">
                        <a:extLst>
                          <a:ext uri="{FF2B5EF4-FFF2-40B4-BE49-F238E27FC236}">
                            <a16:creationId xmlns:a16="http://schemas.microsoft.com/office/drawing/2014/main" id="{6F74F3A4-1F17-4C61-BD2D-8672D705B6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99" name="任意多边形 6346">
                        <a:extLst>
                          <a:ext uri="{FF2B5EF4-FFF2-40B4-BE49-F238E27FC236}">
                            <a16:creationId xmlns:a16="http://schemas.microsoft.com/office/drawing/2014/main" id="{68211969-F288-4097-9FA3-5156DF6274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075" name="组合 2074">
                  <a:extLst>
                    <a:ext uri="{FF2B5EF4-FFF2-40B4-BE49-F238E27FC236}">
                      <a16:creationId xmlns:a16="http://schemas.microsoft.com/office/drawing/2014/main" id="{EB40B52D-48B4-4B1E-9F8D-9106F2389082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2076" name="任意多边形 6323">
                    <a:extLst>
                      <a:ext uri="{FF2B5EF4-FFF2-40B4-BE49-F238E27FC236}">
                        <a16:creationId xmlns:a16="http://schemas.microsoft.com/office/drawing/2014/main" id="{6DEAD88C-1D7E-4D67-979C-781466C7ED30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077" name="任意多边形 6324">
                    <a:extLst>
                      <a:ext uri="{FF2B5EF4-FFF2-40B4-BE49-F238E27FC236}">
                        <a16:creationId xmlns:a16="http://schemas.microsoft.com/office/drawing/2014/main" id="{8CFE8FEF-77FC-4E98-8914-332EE4BA1A21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078" name="组合 2077">
                    <a:extLst>
                      <a:ext uri="{FF2B5EF4-FFF2-40B4-BE49-F238E27FC236}">
                        <a16:creationId xmlns:a16="http://schemas.microsoft.com/office/drawing/2014/main" id="{E5B53B53-C361-4A11-815C-5AAC609CA6AB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2079" name="组合 2078">
                      <a:extLst>
                        <a:ext uri="{FF2B5EF4-FFF2-40B4-BE49-F238E27FC236}">
                          <a16:creationId xmlns:a16="http://schemas.microsoft.com/office/drawing/2014/main" id="{AFE62CDD-178C-4EC1-B01B-D1BBDEA45D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2088" name="任意多边形 6335">
                        <a:extLst>
                          <a:ext uri="{FF2B5EF4-FFF2-40B4-BE49-F238E27FC236}">
                            <a16:creationId xmlns:a16="http://schemas.microsoft.com/office/drawing/2014/main" id="{3448BBE1-555D-498E-AD7D-D59D00E9E7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89" name="任意多边形 6336">
                        <a:extLst>
                          <a:ext uri="{FF2B5EF4-FFF2-40B4-BE49-F238E27FC236}">
                            <a16:creationId xmlns:a16="http://schemas.microsoft.com/office/drawing/2014/main" id="{4AAAACEE-2E2C-4A6D-98D4-18BEC7799C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90" name="任意多边形 6337">
                        <a:extLst>
                          <a:ext uri="{FF2B5EF4-FFF2-40B4-BE49-F238E27FC236}">
                            <a16:creationId xmlns:a16="http://schemas.microsoft.com/office/drawing/2014/main" id="{BD0C7B4D-54A3-4A0E-8676-CC033ECF7C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80" name="组合 2079">
                      <a:extLst>
                        <a:ext uri="{FF2B5EF4-FFF2-40B4-BE49-F238E27FC236}">
                          <a16:creationId xmlns:a16="http://schemas.microsoft.com/office/drawing/2014/main" id="{51F64361-767C-4171-BAF2-A2B07A7112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2085" name="任意多边形 6332">
                        <a:extLst>
                          <a:ext uri="{FF2B5EF4-FFF2-40B4-BE49-F238E27FC236}">
                            <a16:creationId xmlns:a16="http://schemas.microsoft.com/office/drawing/2014/main" id="{55D5CBCF-3AF0-4F79-93EA-652D74EFCB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86" name="任意多边形 6333">
                        <a:extLst>
                          <a:ext uri="{FF2B5EF4-FFF2-40B4-BE49-F238E27FC236}">
                            <a16:creationId xmlns:a16="http://schemas.microsoft.com/office/drawing/2014/main" id="{6D3E384C-7AB8-4AE7-B0BE-611189C132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87" name="任意多边形 6334">
                        <a:extLst>
                          <a:ext uri="{FF2B5EF4-FFF2-40B4-BE49-F238E27FC236}">
                            <a16:creationId xmlns:a16="http://schemas.microsoft.com/office/drawing/2014/main" id="{1410C61C-64AD-426D-8DFF-8BBE48D84C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081" name="组合 2080">
                      <a:extLst>
                        <a:ext uri="{FF2B5EF4-FFF2-40B4-BE49-F238E27FC236}">
                          <a16:creationId xmlns:a16="http://schemas.microsoft.com/office/drawing/2014/main" id="{8A4B6A42-7CF2-48FB-86EE-D417077329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2082" name="任意多边形 6329">
                        <a:extLst>
                          <a:ext uri="{FF2B5EF4-FFF2-40B4-BE49-F238E27FC236}">
                            <a16:creationId xmlns:a16="http://schemas.microsoft.com/office/drawing/2014/main" id="{19333F58-5E16-4425-A250-C737A0A95D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83" name="任意多边形 6330">
                        <a:extLst>
                          <a:ext uri="{FF2B5EF4-FFF2-40B4-BE49-F238E27FC236}">
                            <a16:creationId xmlns:a16="http://schemas.microsoft.com/office/drawing/2014/main" id="{B144FD18-B7F1-4E57-9DB4-84E8E6EB7E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084" name="任意多边形 6331">
                        <a:extLst>
                          <a:ext uri="{FF2B5EF4-FFF2-40B4-BE49-F238E27FC236}">
                            <a16:creationId xmlns:a16="http://schemas.microsoft.com/office/drawing/2014/main" id="{8888A821-44E1-4608-BDFC-3E2EF4EE4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sp>
        <p:nvSpPr>
          <p:cNvPr id="2464" name="圆角矩形 1">
            <a:extLst>
              <a:ext uri="{FF2B5EF4-FFF2-40B4-BE49-F238E27FC236}">
                <a16:creationId xmlns:a16="http://schemas.microsoft.com/office/drawing/2014/main" id="{9CD4F3C4-89FC-41B5-A71A-4C7872EECDEF}"/>
              </a:ext>
            </a:extLst>
          </p:cNvPr>
          <p:cNvSpPr/>
          <p:nvPr/>
        </p:nvSpPr>
        <p:spPr>
          <a:xfrm>
            <a:off x="3324140" y="3762689"/>
            <a:ext cx="8352000" cy="1044000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65" name="文本框 2464">
            <a:extLst>
              <a:ext uri="{FF2B5EF4-FFF2-40B4-BE49-F238E27FC236}">
                <a16:creationId xmlns:a16="http://schemas.microsoft.com/office/drawing/2014/main" id="{EB6D52D7-FCBF-4271-AC2D-CB1BB27465E9}"/>
              </a:ext>
            </a:extLst>
          </p:cNvPr>
          <p:cNvSpPr txBox="1"/>
          <p:nvPr/>
        </p:nvSpPr>
        <p:spPr>
          <a:xfrm>
            <a:off x="6917862" y="3888082"/>
            <a:ext cx="116455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kumimoji="1" lang="zh-CN" altLang="en-US" sz="1050" b="1" dirty="0">
                <a:solidFill>
                  <a:srgbClr val="C00000"/>
                </a:solidFill>
                <a:latin typeface="+mn-ea"/>
              </a:rPr>
              <a:t>这里是大标题样式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66" name="矩形 2465">
            <a:extLst>
              <a:ext uri="{FF2B5EF4-FFF2-40B4-BE49-F238E27FC236}">
                <a16:creationId xmlns:a16="http://schemas.microsoft.com/office/drawing/2014/main" id="{1E3E83D6-212D-4C04-BD41-10C7771C5CA2}"/>
              </a:ext>
            </a:extLst>
          </p:cNvPr>
          <p:cNvSpPr/>
          <p:nvPr/>
        </p:nvSpPr>
        <p:spPr>
          <a:xfrm>
            <a:off x="3481833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467" name="矩形 2466">
            <a:extLst>
              <a:ext uri="{FF2B5EF4-FFF2-40B4-BE49-F238E27FC236}">
                <a16:creationId xmlns:a16="http://schemas.microsoft.com/office/drawing/2014/main" id="{5EA45EBB-89B9-49DF-929D-13B4EBFFCF1A}"/>
              </a:ext>
            </a:extLst>
          </p:cNvPr>
          <p:cNvSpPr/>
          <p:nvPr/>
        </p:nvSpPr>
        <p:spPr>
          <a:xfrm>
            <a:off x="4384981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468" name="矩形 2467">
            <a:extLst>
              <a:ext uri="{FF2B5EF4-FFF2-40B4-BE49-F238E27FC236}">
                <a16:creationId xmlns:a16="http://schemas.microsoft.com/office/drawing/2014/main" id="{CD80EA36-84E6-4FB1-BBA0-1A2A054E2F33}"/>
              </a:ext>
            </a:extLst>
          </p:cNvPr>
          <p:cNvSpPr/>
          <p:nvPr/>
        </p:nvSpPr>
        <p:spPr>
          <a:xfrm>
            <a:off x="5288129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640" name="矩形 2639">
            <a:extLst>
              <a:ext uri="{FF2B5EF4-FFF2-40B4-BE49-F238E27FC236}">
                <a16:creationId xmlns:a16="http://schemas.microsoft.com/office/drawing/2014/main" id="{75AF9746-DD42-4E7C-A868-E695793AC873}"/>
              </a:ext>
            </a:extLst>
          </p:cNvPr>
          <p:cNvSpPr>
            <a:spLocks/>
          </p:cNvSpPr>
          <p:nvPr/>
        </p:nvSpPr>
        <p:spPr>
          <a:xfrm>
            <a:off x="6191277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470" name="矩形 2469">
            <a:extLst>
              <a:ext uri="{FF2B5EF4-FFF2-40B4-BE49-F238E27FC236}">
                <a16:creationId xmlns:a16="http://schemas.microsoft.com/office/drawing/2014/main" id="{13946211-2068-4BFD-B516-7BB815693809}"/>
              </a:ext>
            </a:extLst>
          </p:cNvPr>
          <p:cNvSpPr/>
          <p:nvPr/>
        </p:nvSpPr>
        <p:spPr>
          <a:xfrm>
            <a:off x="7094425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471" name="圆角矩形 9">
            <a:extLst>
              <a:ext uri="{FF2B5EF4-FFF2-40B4-BE49-F238E27FC236}">
                <a16:creationId xmlns:a16="http://schemas.microsoft.com/office/drawing/2014/main" id="{9E666342-3A0F-46F9-B33B-87B152BAC6D3}"/>
              </a:ext>
            </a:extLst>
          </p:cNvPr>
          <p:cNvSpPr/>
          <p:nvPr/>
        </p:nvSpPr>
        <p:spPr>
          <a:xfrm>
            <a:off x="3325814" y="903080"/>
            <a:ext cx="8353424" cy="2564841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72" name="文本框 2471">
            <a:extLst>
              <a:ext uri="{FF2B5EF4-FFF2-40B4-BE49-F238E27FC236}">
                <a16:creationId xmlns:a16="http://schemas.microsoft.com/office/drawing/2014/main" id="{99D459C3-D954-49D6-9494-ADA1B6F764E7}"/>
              </a:ext>
            </a:extLst>
          </p:cNvPr>
          <p:cNvSpPr txBox="1"/>
          <p:nvPr/>
        </p:nvSpPr>
        <p:spPr>
          <a:xfrm>
            <a:off x="6791327" y="984046"/>
            <a:ext cx="14223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kumimoji="1" lang="zh-CN" altLang="en-US" sz="1050" b="1" dirty="0">
                <a:solidFill>
                  <a:srgbClr val="C00000"/>
                </a:solidFill>
                <a:latin typeface="+mn-ea"/>
              </a:rPr>
              <a:t>这里是大标题样式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73" name="圆角矩形 11">
            <a:extLst>
              <a:ext uri="{FF2B5EF4-FFF2-40B4-BE49-F238E27FC236}">
                <a16:creationId xmlns:a16="http://schemas.microsoft.com/office/drawing/2014/main" id="{9525F0ED-7133-45C4-B1DE-2D2F8AAA1497}"/>
              </a:ext>
            </a:extLst>
          </p:cNvPr>
          <p:cNvSpPr/>
          <p:nvPr/>
        </p:nvSpPr>
        <p:spPr>
          <a:xfrm>
            <a:off x="3472742" y="1206896"/>
            <a:ext cx="1908000" cy="214729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480" name="组合 2479">
            <a:extLst>
              <a:ext uri="{FF2B5EF4-FFF2-40B4-BE49-F238E27FC236}">
                <a16:creationId xmlns:a16="http://schemas.microsoft.com/office/drawing/2014/main" id="{2C884D2E-FF22-4853-B6AE-544E5C539F87}"/>
              </a:ext>
            </a:extLst>
          </p:cNvPr>
          <p:cNvGrpSpPr/>
          <p:nvPr/>
        </p:nvGrpSpPr>
        <p:grpSpPr>
          <a:xfrm>
            <a:off x="3944471" y="1581547"/>
            <a:ext cx="964542" cy="279400"/>
            <a:chOff x="3949700" y="2038350"/>
            <a:chExt cx="908050" cy="279400"/>
          </a:xfrm>
        </p:grpSpPr>
        <p:grpSp>
          <p:nvGrpSpPr>
            <p:cNvPr id="2481" name="组合 2480">
              <a:extLst>
                <a:ext uri="{FF2B5EF4-FFF2-40B4-BE49-F238E27FC236}">
                  <a16:creationId xmlns:a16="http://schemas.microsoft.com/office/drawing/2014/main" id="{367ADA82-DF15-4B73-85ED-FFA4CEBEEB3F}"/>
                </a:ext>
              </a:extLst>
            </p:cNvPr>
            <p:cNvGrpSpPr/>
            <p:nvPr/>
          </p:nvGrpSpPr>
          <p:grpSpPr>
            <a:xfrm>
              <a:off x="3949700" y="2038350"/>
              <a:ext cx="704850" cy="273050"/>
              <a:chOff x="3949700" y="2038350"/>
              <a:chExt cx="704850" cy="273050"/>
            </a:xfrm>
          </p:grpSpPr>
          <p:sp>
            <p:nvSpPr>
              <p:cNvPr id="2483" name="椭圆 2482">
                <a:extLst>
                  <a:ext uri="{FF2B5EF4-FFF2-40B4-BE49-F238E27FC236}">
                    <a16:creationId xmlns:a16="http://schemas.microsoft.com/office/drawing/2014/main" id="{9CE1CE23-1DD5-48FA-B811-FB5D6DF4CB4E}"/>
                  </a:ext>
                </a:extLst>
              </p:cNvPr>
              <p:cNvSpPr/>
              <p:nvPr/>
            </p:nvSpPr>
            <p:spPr>
              <a:xfrm>
                <a:off x="3949700" y="203835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484" name="椭圆 2483">
                <a:extLst>
                  <a:ext uri="{FF2B5EF4-FFF2-40B4-BE49-F238E27FC236}">
                    <a16:creationId xmlns:a16="http://schemas.microsoft.com/office/drawing/2014/main" id="{18498404-2393-448C-81B0-A63144966F23}"/>
                  </a:ext>
                </a:extLst>
              </p:cNvPr>
              <p:cNvSpPr/>
              <p:nvPr/>
            </p:nvSpPr>
            <p:spPr>
              <a:xfrm>
                <a:off x="4051300" y="203835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2482" name="椭圆 2481">
              <a:extLst>
                <a:ext uri="{FF2B5EF4-FFF2-40B4-BE49-F238E27FC236}">
                  <a16:creationId xmlns:a16="http://schemas.microsoft.com/office/drawing/2014/main" id="{D433EF57-AE38-40D9-AB7F-46305D04C060}"/>
                </a:ext>
              </a:extLst>
            </p:cNvPr>
            <p:cNvSpPr/>
            <p:nvPr/>
          </p:nvSpPr>
          <p:spPr>
            <a:xfrm>
              <a:off x="4184650" y="204470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应用</a:t>
              </a:r>
            </a:p>
          </p:txBody>
        </p:sp>
      </p:grpSp>
      <p:sp>
        <p:nvSpPr>
          <p:cNvPr id="2485" name="文本框 2484">
            <a:extLst>
              <a:ext uri="{FF2B5EF4-FFF2-40B4-BE49-F238E27FC236}">
                <a16:creationId xmlns:a16="http://schemas.microsoft.com/office/drawing/2014/main" id="{615C1599-BF18-4A6D-A04A-8D3EB763FA20}"/>
              </a:ext>
            </a:extLst>
          </p:cNvPr>
          <p:cNvSpPr txBox="1"/>
          <p:nvPr/>
        </p:nvSpPr>
        <p:spPr>
          <a:xfrm>
            <a:off x="3961333" y="1309511"/>
            <a:ext cx="93081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内容小标题</a:t>
            </a:r>
          </a:p>
        </p:txBody>
      </p:sp>
      <p:sp>
        <p:nvSpPr>
          <p:cNvPr id="2486" name="下箭头 6727">
            <a:extLst>
              <a:ext uri="{FF2B5EF4-FFF2-40B4-BE49-F238E27FC236}">
                <a16:creationId xmlns:a16="http://schemas.microsoft.com/office/drawing/2014/main" id="{1777B808-6162-44FC-BEB3-B3D8B4EC8BD2}"/>
              </a:ext>
            </a:extLst>
          </p:cNvPr>
          <p:cNvSpPr/>
          <p:nvPr/>
        </p:nvSpPr>
        <p:spPr>
          <a:xfrm>
            <a:off x="4342429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3536" name="组合 3535">
            <a:extLst>
              <a:ext uri="{FF2B5EF4-FFF2-40B4-BE49-F238E27FC236}">
                <a16:creationId xmlns:a16="http://schemas.microsoft.com/office/drawing/2014/main" id="{2885FD44-8AF3-4575-928C-8C338772A909}"/>
              </a:ext>
            </a:extLst>
          </p:cNvPr>
          <p:cNvGrpSpPr/>
          <p:nvPr/>
        </p:nvGrpSpPr>
        <p:grpSpPr>
          <a:xfrm>
            <a:off x="3616742" y="2254646"/>
            <a:ext cx="1620000" cy="996891"/>
            <a:chOff x="3616742" y="2254646"/>
            <a:chExt cx="1620000" cy="996891"/>
          </a:xfrm>
        </p:grpSpPr>
        <p:sp>
          <p:nvSpPr>
            <p:cNvPr id="2474" name="矩形 2473">
              <a:extLst>
                <a:ext uri="{FF2B5EF4-FFF2-40B4-BE49-F238E27FC236}">
                  <a16:creationId xmlns:a16="http://schemas.microsoft.com/office/drawing/2014/main" id="{9D9DEA78-2B0A-45A6-A02B-104A8325761B}"/>
                </a:ext>
              </a:extLst>
            </p:cNvPr>
            <p:cNvSpPr/>
            <p:nvPr/>
          </p:nvSpPr>
          <p:spPr>
            <a:xfrm>
              <a:off x="3616742" y="2254646"/>
              <a:ext cx="1620000" cy="99689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475" name="圆角矩形 13">
              <a:extLst>
                <a:ext uri="{FF2B5EF4-FFF2-40B4-BE49-F238E27FC236}">
                  <a16:creationId xmlns:a16="http://schemas.microsoft.com/office/drawing/2014/main" id="{A426639D-7CC1-4009-B09A-6D1FAF0CD8D3}"/>
                </a:ext>
              </a:extLst>
            </p:cNvPr>
            <p:cNvSpPr/>
            <p:nvPr/>
          </p:nvSpPr>
          <p:spPr>
            <a:xfrm>
              <a:off x="3712013" y="2302273"/>
              <a:ext cx="222587" cy="69215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A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476" name="文本框 2475">
              <a:extLst>
                <a:ext uri="{FF2B5EF4-FFF2-40B4-BE49-F238E27FC236}">
                  <a16:creationId xmlns:a16="http://schemas.microsoft.com/office/drawing/2014/main" id="{8124AC2E-483B-4BE1-B468-12BE74BCB46C}"/>
                </a:ext>
              </a:extLst>
            </p:cNvPr>
            <p:cNvSpPr txBox="1"/>
            <p:nvPr/>
          </p:nvSpPr>
          <p:spPr>
            <a:xfrm>
              <a:off x="3984364" y="2378457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r>
                <a:rPr lang="zh-CN" altLang="en-US"/>
                <a:t>内容</a:t>
              </a:r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477" name="文本框 2476">
              <a:extLst>
                <a:ext uri="{FF2B5EF4-FFF2-40B4-BE49-F238E27FC236}">
                  <a16:creationId xmlns:a16="http://schemas.microsoft.com/office/drawing/2014/main" id="{D80304A2-3514-41BF-BD66-92E585ED1953}"/>
                </a:ext>
              </a:extLst>
            </p:cNvPr>
            <p:cNvSpPr txBox="1"/>
            <p:nvPr/>
          </p:nvSpPr>
          <p:spPr>
            <a:xfrm>
              <a:off x="4600108" y="2378457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r>
                <a:rPr lang="zh-CN" altLang="en-US"/>
                <a:t>内容</a:t>
              </a:r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2478" name="文本框 2477">
              <a:extLst>
                <a:ext uri="{FF2B5EF4-FFF2-40B4-BE49-F238E27FC236}">
                  <a16:creationId xmlns:a16="http://schemas.microsoft.com/office/drawing/2014/main" id="{64A4033B-E6C9-4AA2-A3AE-0122FA9E194C}"/>
                </a:ext>
              </a:extLst>
            </p:cNvPr>
            <p:cNvSpPr txBox="1"/>
            <p:nvPr/>
          </p:nvSpPr>
          <p:spPr>
            <a:xfrm>
              <a:off x="3984364" y="2686196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r>
                <a:rPr lang="zh-CN" altLang="en-US"/>
                <a:t>内容</a:t>
              </a:r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479" name="文本框 2478">
              <a:extLst>
                <a:ext uri="{FF2B5EF4-FFF2-40B4-BE49-F238E27FC236}">
                  <a16:creationId xmlns:a16="http://schemas.microsoft.com/office/drawing/2014/main" id="{6D67DCD9-4BD2-4C1B-8D77-2441464E6563}"/>
                </a:ext>
              </a:extLst>
            </p:cNvPr>
            <p:cNvSpPr txBox="1"/>
            <p:nvPr/>
          </p:nvSpPr>
          <p:spPr>
            <a:xfrm>
              <a:off x="4606854" y="2686196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r>
                <a:rPr lang="en-US" altLang="zh-CN" dirty="0"/>
                <a:t>.…..</a:t>
              </a:r>
              <a:endParaRPr lang="zh-CN" altLang="en-US" dirty="0"/>
            </a:p>
          </p:txBody>
        </p:sp>
        <p:sp>
          <p:nvSpPr>
            <p:cNvPr id="2487" name="文本框 2486">
              <a:extLst>
                <a:ext uri="{FF2B5EF4-FFF2-40B4-BE49-F238E27FC236}">
                  <a16:creationId xmlns:a16="http://schemas.microsoft.com/office/drawing/2014/main" id="{93725695-3FB4-475E-8A67-BF9A4B5311C0}"/>
                </a:ext>
              </a:extLst>
            </p:cNvPr>
            <p:cNvSpPr txBox="1"/>
            <p:nvPr/>
          </p:nvSpPr>
          <p:spPr>
            <a:xfrm>
              <a:off x="3897703" y="3026411"/>
              <a:ext cx="105222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>
                <a:defRPr/>
              </a:pPr>
              <a:r>
                <a:rPr lang="zh-CN" altLang="en-US" sz="800" kern="0" dirty="0">
                  <a:solidFill>
                    <a:prstClr val="black"/>
                  </a:solidFill>
                  <a:latin typeface="+mn-ea"/>
                </a:rPr>
                <a:t>内容样式</a:t>
              </a:r>
            </a:p>
          </p:txBody>
        </p:sp>
      </p:grpSp>
      <p:sp>
        <p:nvSpPr>
          <p:cNvPr id="2506" name="文本框 2505">
            <a:extLst>
              <a:ext uri="{FF2B5EF4-FFF2-40B4-BE49-F238E27FC236}">
                <a16:creationId xmlns:a16="http://schemas.microsoft.com/office/drawing/2014/main" id="{B7EDBD16-ADBD-477A-A5D7-D46E63532DED}"/>
              </a:ext>
            </a:extLst>
          </p:cNvPr>
          <p:cNvSpPr txBox="1"/>
          <p:nvPr/>
        </p:nvSpPr>
        <p:spPr>
          <a:xfrm>
            <a:off x="3523435" y="4492061"/>
            <a:ext cx="6727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内容样式</a:t>
            </a:r>
          </a:p>
        </p:txBody>
      </p:sp>
      <p:cxnSp>
        <p:nvCxnSpPr>
          <p:cNvPr id="2516" name="直接箭头连接符 2515">
            <a:extLst>
              <a:ext uri="{FF2B5EF4-FFF2-40B4-BE49-F238E27FC236}">
                <a16:creationId xmlns:a16="http://schemas.microsoft.com/office/drawing/2014/main" id="{E3B496B0-397C-42E3-BED9-31AF9D7D5070}"/>
              </a:ext>
            </a:extLst>
          </p:cNvPr>
          <p:cNvCxnSpPr>
            <a:cxnSpLocks/>
            <a:stCxn id="2463" idx="0"/>
            <a:endCxn id="5" idx="2"/>
          </p:cNvCxnSpPr>
          <p:nvPr/>
        </p:nvCxnSpPr>
        <p:spPr>
          <a:xfrm flipV="1">
            <a:off x="2272139" y="2883080"/>
            <a:ext cx="983" cy="408830"/>
          </a:xfrm>
          <a:prstGeom prst="straightConnector1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463" name="圆角矩形 6710">
            <a:extLst>
              <a:ext uri="{FF2B5EF4-FFF2-40B4-BE49-F238E27FC236}">
                <a16:creationId xmlns:a16="http://schemas.microsoft.com/office/drawing/2014/main" id="{A0184DDE-06C6-4D9A-B5E5-09410863ED96}"/>
              </a:ext>
            </a:extLst>
          </p:cNvPr>
          <p:cNvSpPr/>
          <p:nvPr/>
        </p:nvSpPr>
        <p:spPr>
          <a:xfrm>
            <a:off x="1696139" y="3291910"/>
            <a:ext cx="1152000" cy="2880000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12" name="文本框 2511">
            <a:extLst>
              <a:ext uri="{FF2B5EF4-FFF2-40B4-BE49-F238E27FC236}">
                <a16:creationId xmlns:a16="http://schemas.microsoft.com/office/drawing/2014/main" id="{A1581822-32AB-4D61-96D2-1F59D0C64D97}"/>
              </a:ext>
            </a:extLst>
          </p:cNvPr>
          <p:cNvSpPr txBox="1"/>
          <p:nvPr/>
        </p:nvSpPr>
        <p:spPr>
          <a:xfrm>
            <a:off x="1856850" y="5870257"/>
            <a:ext cx="830578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大标题</a:t>
            </a:r>
          </a:p>
        </p:txBody>
      </p:sp>
      <p:sp>
        <p:nvSpPr>
          <p:cNvPr id="2513" name="矩形 2512">
            <a:extLst>
              <a:ext uri="{FF2B5EF4-FFF2-40B4-BE49-F238E27FC236}">
                <a16:creationId xmlns:a16="http://schemas.microsoft.com/office/drawing/2014/main" id="{2964493E-06A4-4116-B509-CA83921A7A98}"/>
              </a:ext>
            </a:extLst>
          </p:cNvPr>
          <p:cNvSpPr/>
          <p:nvPr/>
        </p:nvSpPr>
        <p:spPr>
          <a:xfrm>
            <a:off x="1840139" y="4736732"/>
            <a:ext cx="864000" cy="4635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lnSpc>
                <a:spcPct val="120000"/>
              </a:lnSpc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这里是内容</a:t>
            </a:r>
            <a:endParaRPr lang="en-US" altLang="zh-CN" sz="800" kern="0" dirty="0">
              <a:solidFill>
                <a:prstClr val="black"/>
              </a:solidFill>
              <a:latin typeface="+mn-ea"/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区域样式</a:t>
            </a:r>
          </a:p>
        </p:txBody>
      </p:sp>
      <p:cxnSp>
        <p:nvCxnSpPr>
          <p:cNvPr id="2520" name="直接箭头连接符 2519">
            <a:extLst>
              <a:ext uri="{FF2B5EF4-FFF2-40B4-BE49-F238E27FC236}">
                <a16:creationId xmlns:a16="http://schemas.microsoft.com/office/drawing/2014/main" id="{415D4EDE-7A23-4BA3-B83A-BCCF2F3CBA85}"/>
              </a:ext>
            </a:extLst>
          </p:cNvPr>
          <p:cNvCxnSpPr>
            <a:cxnSpLocks/>
          </p:cNvCxnSpPr>
          <p:nvPr/>
        </p:nvCxnSpPr>
        <p:spPr>
          <a:xfrm flipV="1">
            <a:off x="2664867" y="5607741"/>
            <a:ext cx="660947" cy="2378"/>
          </a:xfrm>
          <a:prstGeom prst="straightConnector1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522" name="下箭头 6772">
            <a:extLst>
              <a:ext uri="{FF2B5EF4-FFF2-40B4-BE49-F238E27FC236}">
                <a16:creationId xmlns:a16="http://schemas.microsoft.com/office/drawing/2014/main" id="{19A1335B-1D7C-48B1-B2AA-773B1CA3060D}"/>
              </a:ext>
            </a:extLst>
          </p:cNvPr>
          <p:cNvSpPr/>
          <p:nvPr/>
        </p:nvSpPr>
        <p:spPr>
          <a:xfrm rot="16200000">
            <a:off x="3024647" y="1736849"/>
            <a:ext cx="185228" cy="344356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78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526" name="肘形连接符 44">
            <a:extLst>
              <a:ext uri="{FF2B5EF4-FFF2-40B4-BE49-F238E27FC236}">
                <a16:creationId xmlns:a16="http://schemas.microsoft.com/office/drawing/2014/main" id="{9D3D9313-D5BA-4BA6-ADE3-F190AAA1D38B}"/>
              </a:ext>
            </a:extLst>
          </p:cNvPr>
          <p:cNvCxnSpPr>
            <a:cxnSpLocks/>
          </p:cNvCxnSpPr>
          <p:nvPr/>
        </p:nvCxnSpPr>
        <p:spPr>
          <a:xfrm flipV="1">
            <a:off x="2506522" y="2741808"/>
            <a:ext cx="1080802" cy="87219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534" name="管理员">
            <a:extLst>
              <a:ext uri="{FF2B5EF4-FFF2-40B4-BE49-F238E27FC236}">
                <a16:creationId xmlns:a16="http://schemas.microsoft.com/office/drawing/2014/main" id="{A37C74A8-86A6-4FF1-8D5D-FD3077114332}"/>
              </a:ext>
            </a:extLst>
          </p:cNvPr>
          <p:cNvSpPr/>
          <p:nvPr/>
        </p:nvSpPr>
        <p:spPr>
          <a:xfrm>
            <a:off x="735440" y="4603901"/>
            <a:ext cx="222776" cy="286016"/>
          </a:xfrm>
          <a:custGeom>
            <a:avLst/>
            <a:gdLst/>
            <a:ahLst/>
            <a:cxnLst/>
            <a:rect l="0" t="0" r="0" b="0"/>
            <a:pathLst>
              <a:path w="288800" h="334400">
                <a:moveTo>
                  <a:pt x="275534" y="270238"/>
                </a:moveTo>
                <a:cubicBezTo>
                  <a:pt x="276117" y="262094"/>
                  <a:pt x="281186" y="254884"/>
                  <a:pt x="288800" y="251366"/>
                </a:cubicBezTo>
                <a:cubicBezTo>
                  <a:pt x="287240" y="246837"/>
                  <a:pt x="284898" y="242308"/>
                  <a:pt x="283338" y="238534"/>
                </a:cubicBezTo>
                <a:cubicBezTo>
                  <a:pt x="275327" y="240114"/>
                  <a:pt x="267047" y="237540"/>
                  <a:pt x="261489" y="231740"/>
                </a:cubicBezTo>
                <a:cubicBezTo>
                  <a:pt x="256071" y="226042"/>
                  <a:pt x="254279" y="217949"/>
                  <a:pt x="256807" y="210604"/>
                </a:cubicBezTo>
                <a:cubicBezTo>
                  <a:pt x="252591" y="208392"/>
                  <a:pt x="248145" y="206620"/>
                  <a:pt x="243541" y="205320"/>
                </a:cubicBezTo>
                <a:cubicBezTo>
                  <a:pt x="239429" y="212862"/>
                  <a:pt x="231286" y="217530"/>
                  <a:pt x="222473" y="217398"/>
                </a:cubicBezTo>
                <a:cubicBezTo>
                  <a:pt x="213939" y="217251"/>
                  <a:pt x="206165" y="212622"/>
                  <a:pt x="202184" y="205320"/>
                </a:cubicBezTo>
                <a:cubicBezTo>
                  <a:pt x="197502" y="206829"/>
                  <a:pt x="192820" y="209094"/>
                  <a:pt x="188919" y="210604"/>
                </a:cubicBezTo>
                <a:cubicBezTo>
                  <a:pt x="191572" y="218074"/>
                  <a:pt x="189432" y="226356"/>
                  <a:pt x="183456" y="231740"/>
                </a:cubicBezTo>
                <a:cubicBezTo>
                  <a:pt x="178326" y="237677"/>
                  <a:pt x="170174" y="240306"/>
                  <a:pt x="162388" y="238534"/>
                </a:cubicBezTo>
                <a:cubicBezTo>
                  <a:pt x="160101" y="242611"/>
                  <a:pt x="158270" y="246913"/>
                  <a:pt x="156926" y="251366"/>
                </a:cubicBezTo>
                <a:cubicBezTo>
                  <a:pt x="164554" y="254742"/>
                  <a:pt x="169436" y="262122"/>
                  <a:pt x="169411" y="270238"/>
                </a:cubicBezTo>
                <a:cubicBezTo>
                  <a:pt x="169547" y="278763"/>
                  <a:pt x="164722" y="286640"/>
                  <a:pt x="156926" y="290619"/>
                </a:cubicBezTo>
                <a:cubicBezTo>
                  <a:pt x="158486" y="295148"/>
                  <a:pt x="160827" y="299677"/>
                  <a:pt x="162388" y="303451"/>
                </a:cubicBezTo>
                <a:cubicBezTo>
                  <a:pt x="169862" y="300773"/>
                  <a:pt x="178269" y="302881"/>
                  <a:pt x="183456" y="308735"/>
                </a:cubicBezTo>
                <a:cubicBezTo>
                  <a:pt x="189620" y="314010"/>
                  <a:pt x="191791" y="322411"/>
                  <a:pt x="188919" y="329871"/>
                </a:cubicBezTo>
                <a:cubicBezTo>
                  <a:pt x="193014" y="332158"/>
                  <a:pt x="197512" y="333693"/>
                  <a:pt x="202184" y="334400"/>
                </a:cubicBezTo>
                <a:cubicBezTo>
                  <a:pt x="206165" y="327098"/>
                  <a:pt x="213939" y="322470"/>
                  <a:pt x="222473" y="322322"/>
                </a:cubicBezTo>
                <a:cubicBezTo>
                  <a:pt x="231286" y="322191"/>
                  <a:pt x="239429" y="326859"/>
                  <a:pt x="243541" y="334400"/>
                </a:cubicBezTo>
                <a:cubicBezTo>
                  <a:pt x="247443" y="332891"/>
                  <a:pt x="252905" y="331381"/>
                  <a:pt x="256807" y="329871"/>
                </a:cubicBezTo>
                <a:cubicBezTo>
                  <a:pt x="253699" y="322567"/>
                  <a:pt x="255560" y="314167"/>
                  <a:pt x="261489" y="308735"/>
                </a:cubicBezTo>
                <a:cubicBezTo>
                  <a:pt x="266792" y="302561"/>
                  <a:pt x="275309" y="299912"/>
                  <a:pt x="283338" y="301941"/>
                </a:cubicBezTo>
                <a:cubicBezTo>
                  <a:pt x="285490" y="297802"/>
                  <a:pt x="287316" y="293514"/>
                  <a:pt x="288800" y="289109"/>
                </a:cubicBezTo>
                <a:cubicBezTo>
                  <a:pt x="280984" y="285822"/>
                  <a:pt x="275821" y="278477"/>
                  <a:pt x="275534" y="270238"/>
                </a:cubicBezTo>
                <a:close/>
                <a:moveTo>
                  <a:pt x="221692" y="304206"/>
                </a:moveTo>
                <a:cubicBezTo>
                  <a:pt x="202299" y="304206"/>
                  <a:pt x="186578" y="288998"/>
                  <a:pt x="186578" y="270238"/>
                </a:cubicBezTo>
                <a:cubicBezTo>
                  <a:pt x="186578" y="251477"/>
                  <a:pt x="202299" y="236269"/>
                  <a:pt x="221692" y="236269"/>
                </a:cubicBezTo>
                <a:cubicBezTo>
                  <a:pt x="241086" y="236269"/>
                  <a:pt x="256807" y="251477"/>
                  <a:pt x="256807" y="270238"/>
                </a:cubicBezTo>
                <a:cubicBezTo>
                  <a:pt x="256352" y="288842"/>
                  <a:pt x="240847" y="303807"/>
                  <a:pt x="221692" y="304206"/>
                </a:cubicBezTo>
                <a:close/>
                <a:moveTo>
                  <a:pt x="135076" y="169087"/>
                </a:moveTo>
                <a:cubicBezTo>
                  <a:pt x="86809" y="169087"/>
                  <a:pt x="47680" y="131236"/>
                  <a:pt x="47680" y="84544"/>
                </a:cubicBezTo>
                <a:cubicBezTo>
                  <a:pt x="47680" y="37851"/>
                  <a:pt x="86809" y="0"/>
                  <a:pt x="135076" y="0"/>
                </a:cubicBezTo>
                <a:cubicBezTo>
                  <a:pt x="183344" y="0"/>
                  <a:pt x="222473" y="37851"/>
                  <a:pt x="222473" y="84544"/>
                </a:cubicBezTo>
                <a:cubicBezTo>
                  <a:pt x="222473" y="106978"/>
                  <a:pt x="213319" y="128505"/>
                  <a:pt x="196921" y="144370"/>
                </a:cubicBezTo>
                <a:cubicBezTo>
                  <a:pt x="180521" y="160233"/>
                  <a:pt x="158268" y="169087"/>
                  <a:pt x="135076" y="169087"/>
                </a:cubicBezTo>
                <a:close/>
                <a:moveTo>
                  <a:pt x="135076" y="15097"/>
                </a:moveTo>
                <a:cubicBezTo>
                  <a:pt x="95428" y="15097"/>
                  <a:pt x="63287" y="46189"/>
                  <a:pt x="63287" y="84544"/>
                </a:cubicBezTo>
                <a:cubicBezTo>
                  <a:pt x="63287" y="122897"/>
                  <a:pt x="95428" y="153990"/>
                  <a:pt x="135076" y="153990"/>
                </a:cubicBezTo>
                <a:cubicBezTo>
                  <a:pt x="174725" y="153990"/>
                  <a:pt x="206866" y="122897"/>
                  <a:pt x="206866" y="84544"/>
                </a:cubicBezTo>
                <a:cubicBezTo>
                  <a:pt x="206402" y="46377"/>
                  <a:pt x="174531" y="15545"/>
                  <a:pt x="135076" y="15097"/>
                </a:cubicBezTo>
                <a:close/>
                <a:moveTo>
                  <a:pt x="147481" y="321492"/>
                </a:moveTo>
                <a:lnTo>
                  <a:pt x="28872" y="321492"/>
                </a:lnTo>
                <a:cubicBezTo>
                  <a:pt x="13031" y="321249"/>
                  <a:pt x="0" y="308886"/>
                  <a:pt x="0" y="293562"/>
                </a:cubicBezTo>
                <a:cubicBezTo>
                  <a:pt x="0" y="219985"/>
                  <a:pt x="59153" y="159103"/>
                  <a:pt x="135074" y="154647"/>
                </a:cubicBezTo>
                <a:cubicBezTo>
                  <a:pt x="166872" y="154647"/>
                  <a:pt x="198024" y="163381"/>
                  <a:pt x="224031" y="181089"/>
                </a:cubicBezTo>
                <a:cubicBezTo>
                  <a:pt x="227152" y="183354"/>
                  <a:pt x="229493" y="185618"/>
                  <a:pt x="232615" y="187883"/>
                </a:cubicBezTo>
                <a:cubicBezTo>
                  <a:pt x="235119" y="189510"/>
                  <a:pt x="236430" y="192388"/>
                  <a:pt x="236068" y="195274"/>
                </a:cubicBezTo>
                <a:cubicBezTo>
                  <a:pt x="235532" y="198161"/>
                  <a:pt x="233402" y="200537"/>
                  <a:pt x="230513" y="201378"/>
                </a:cubicBezTo>
                <a:cubicBezTo>
                  <a:pt x="227622" y="202219"/>
                  <a:pt x="224491" y="201373"/>
                  <a:pt x="222470" y="199205"/>
                </a:cubicBezTo>
                <a:cubicBezTo>
                  <a:pt x="220025" y="197011"/>
                  <a:pt x="217418" y="194992"/>
                  <a:pt x="214667" y="193167"/>
                </a:cubicBezTo>
                <a:cubicBezTo>
                  <a:pt x="192044" y="176597"/>
                  <a:pt x="164213" y="168067"/>
                  <a:pt x="135855" y="169011"/>
                </a:cubicBezTo>
                <a:cubicBezTo>
                  <a:pt x="68044" y="172598"/>
                  <a:pt x="15125" y="227115"/>
                  <a:pt x="15685" y="292807"/>
                </a:cubicBezTo>
                <a:cubicBezTo>
                  <a:pt x="15889" y="299811"/>
                  <a:pt x="21710" y="305442"/>
                  <a:pt x="28950" y="305640"/>
                </a:cubicBezTo>
                <a:lnTo>
                  <a:pt x="147559" y="305640"/>
                </a:lnTo>
                <a:cubicBezTo>
                  <a:pt x="149668" y="305505"/>
                  <a:pt x="151736" y="306256"/>
                  <a:pt x="153230" y="307703"/>
                </a:cubicBezTo>
                <a:cubicBezTo>
                  <a:pt x="154725" y="309149"/>
                  <a:pt x="155502" y="311149"/>
                  <a:pt x="155362" y="313188"/>
                </a:cubicBezTo>
                <a:cubicBezTo>
                  <a:pt x="155377" y="317521"/>
                  <a:pt x="151945" y="321137"/>
                  <a:pt x="147481" y="321492"/>
                </a:cubicBezTo>
                <a:close/>
              </a:path>
            </a:pathLst>
          </a:custGeom>
          <a:solidFill>
            <a:srgbClr val="4C4C4C"/>
          </a:solidFill>
          <a:ln w="7600" cap="flat">
            <a:noFill/>
            <a:bevel/>
          </a:ln>
        </p:spPr>
      </p:sp>
      <p:sp>
        <p:nvSpPr>
          <p:cNvPr id="2552" name="矩形 2551">
            <a:extLst>
              <a:ext uri="{FF2B5EF4-FFF2-40B4-BE49-F238E27FC236}">
                <a16:creationId xmlns:a16="http://schemas.microsoft.com/office/drawing/2014/main" id="{A99D3BD3-387D-4E65-A4E1-87D886981990}"/>
              </a:ext>
            </a:extLst>
          </p:cNvPr>
          <p:cNvSpPr/>
          <p:nvPr/>
        </p:nvSpPr>
        <p:spPr>
          <a:xfrm>
            <a:off x="517525" y="903080"/>
            <a:ext cx="662538" cy="198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53" name="用户">
            <a:extLst>
              <a:ext uri="{FF2B5EF4-FFF2-40B4-BE49-F238E27FC236}">
                <a16:creationId xmlns:a16="http://schemas.microsoft.com/office/drawing/2014/main" id="{DB881567-6918-485C-BA92-0DEB8A456CE7}"/>
              </a:ext>
            </a:extLst>
          </p:cNvPr>
          <p:cNvSpPr/>
          <p:nvPr/>
        </p:nvSpPr>
        <p:spPr>
          <a:xfrm>
            <a:off x="744065" y="1764159"/>
            <a:ext cx="209458" cy="257841"/>
          </a:xfrm>
          <a:custGeom>
            <a:avLst/>
            <a:gdLst/>
            <a:ahLst/>
            <a:cxnLst/>
            <a:rect l="0" t="0" r="0" b="0"/>
            <a:pathLst>
              <a:path w="258400" h="334400">
                <a:moveTo>
                  <a:pt x="128852" y="175308"/>
                </a:moveTo>
                <a:cubicBezTo>
                  <a:pt x="81308" y="175308"/>
                  <a:pt x="42766" y="136064"/>
                  <a:pt x="42766" y="87654"/>
                </a:cubicBezTo>
                <a:cubicBezTo>
                  <a:pt x="42766" y="39244"/>
                  <a:pt x="81308" y="0"/>
                  <a:pt x="128852" y="0"/>
                </a:cubicBezTo>
                <a:cubicBezTo>
                  <a:pt x="176397" y="0"/>
                  <a:pt x="214939" y="39244"/>
                  <a:pt x="214939" y="87654"/>
                </a:cubicBezTo>
                <a:cubicBezTo>
                  <a:pt x="214939" y="110908"/>
                  <a:pt x="205896" y="133214"/>
                  <a:pt x="189747" y="149657"/>
                </a:cubicBezTo>
                <a:cubicBezTo>
                  <a:pt x="173598" y="166100"/>
                  <a:pt x="151691" y="175308"/>
                  <a:pt x="128852" y="175308"/>
                </a:cubicBezTo>
                <a:close/>
                <a:moveTo>
                  <a:pt x="128852" y="16290"/>
                </a:moveTo>
                <a:cubicBezTo>
                  <a:pt x="89723" y="16290"/>
                  <a:pt x="58002" y="48588"/>
                  <a:pt x="58002" y="88430"/>
                </a:cubicBezTo>
                <a:cubicBezTo>
                  <a:pt x="58002" y="128271"/>
                  <a:pt x="89723" y="160570"/>
                  <a:pt x="128852" y="160570"/>
                </a:cubicBezTo>
                <a:cubicBezTo>
                  <a:pt x="167981" y="160570"/>
                  <a:pt x="199702" y="128271"/>
                  <a:pt x="199702" y="88430"/>
                </a:cubicBezTo>
                <a:cubicBezTo>
                  <a:pt x="199743" y="69284"/>
                  <a:pt x="192291" y="50911"/>
                  <a:pt x="178996" y="37373"/>
                </a:cubicBezTo>
                <a:cubicBezTo>
                  <a:pt x="165700" y="23836"/>
                  <a:pt x="147655" y="16248"/>
                  <a:pt x="128852" y="16290"/>
                </a:cubicBezTo>
                <a:close/>
                <a:moveTo>
                  <a:pt x="219546" y="334400"/>
                </a:moveTo>
                <a:lnTo>
                  <a:pt x="38992" y="334400"/>
                </a:lnTo>
                <a:cubicBezTo>
                  <a:pt x="17569" y="334400"/>
                  <a:pt x="0" y="316652"/>
                  <a:pt x="0" y="294840"/>
                </a:cubicBezTo>
                <a:cubicBezTo>
                  <a:pt x="-1590" y="242109"/>
                  <a:pt x="27842" y="193445"/>
                  <a:pt x="74864" y="171282"/>
                </a:cubicBezTo>
                <a:cubicBezTo>
                  <a:pt x="121887" y="149120"/>
                  <a:pt x="177371" y="157761"/>
                  <a:pt x="215737" y="193223"/>
                </a:cubicBezTo>
                <a:cubicBezTo>
                  <a:pt x="243013" y="218103"/>
                  <a:pt x="258400" y="253673"/>
                  <a:pt x="258400" y="290961"/>
                </a:cubicBezTo>
                <a:cubicBezTo>
                  <a:pt x="258400" y="316947"/>
                  <a:pt x="240877" y="334400"/>
                  <a:pt x="219546" y="334400"/>
                </a:cubicBezTo>
                <a:close/>
                <a:moveTo>
                  <a:pt x="129650" y="175382"/>
                </a:moveTo>
                <a:cubicBezTo>
                  <a:pt x="125319" y="175253"/>
                  <a:pt x="120985" y="175513"/>
                  <a:pt x="116699" y="176157"/>
                </a:cubicBezTo>
                <a:cubicBezTo>
                  <a:pt x="58039" y="183424"/>
                  <a:pt x="14279" y="234682"/>
                  <a:pt x="15375" y="294840"/>
                </a:cubicBezTo>
                <a:cubicBezTo>
                  <a:pt x="15458" y="308085"/>
                  <a:pt x="25983" y="318802"/>
                  <a:pt x="38992" y="318886"/>
                </a:cubicBezTo>
                <a:lnTo>
                  <a:pt x="219546" y="318886"/>
                </a:lnTo>
                <a:cubicBezTo>
                  <a:pt x="232554" y="318802"/>
                  <a:pt x="243080" y="308085"/>
                  <a:pt x="243163" y="294840"/>
                </a:cubicBezTo>
                <a:cubicBezTo>
                  <a:pt x="243998" y="260617"/>
                  <a:pt x="230079" y="227738"/>
                  <a:pt x="205071" y="204859"/>
                </a:cubicBezTo>
                <a:cubicBezTo>
                  <a:pt x="184443" y="185762"/>
                  <a:pt x="157528" y="175243"/>
                  <a:pt x="129650" y="175382"/>
                </a:cubicBezTo>
                <a:close/>
              </a:path>
            </a:pathLst>
          </a:custGeom>
          <a:solidFill>
            <a:srgbClr val="4C4C4C"/>
          </a:solidFill>
          <a:ln w="7600" cap="flat">
            <a:noFill/>
            <a:bevel/>
          </a:ln>
        </p:spPr>
      </p:sp>
      <p:cxnSp>
        <p:nvCxnSpPr>
          <p:cNvPr id="2561" name="肘形连接符 44">
            <a:extLst>
              <a:ext uri="{FF2B5EF4-FFF2-40B4-BE49-F238E27FC236}">
                <a16:creationId xmlns:a16="http://schemas.microsoft.com/office/drawing/2014/main" id="{21DCF731-CCDB-4FE9-B300-123B40AC3921}"/>
              </a:ext>
            </a:extLst>
          </p:cNvPr>
          <p:cNvCxnSpPr>
            <a:cxnSpLocks/>
            <a:stCxn id="2513" idx="3"/>
            <a:endCxn id="2464" idx="1"/>
          </p:cNvCxnSpPr>
          <p:nvPr/>
        </p:nvCxnSpPr>
        <p:spPr>
          <a:xfrm flipV="1">
            <a:off x="2704139" y="4284689"/>
            <a:ext cx="620001" cy="68381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DAFD7431-B969-4D90-BCD0-98871059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</a:rPr>
              <a:t>–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zh-CN" altLang="en-US" sz="2000" dirty="0">
                <a:latin typeface="+mn-ea"/>
                <a:ea typeface="+mn-ea"/>
              </a:rPr>
              <a:t>逻辑架构</a:t>
            </a:r>
          </a:p>
        </p:txBody>
      </p:sp>
      <p:sp>
        <p:nvSpPr>
          <p:cNvPr id="2515" name="矩形 2514">
            <a:extLst>
              <a:ext uri="{FF2B5EF4-FFF2-40B4-BE49-F238E27FC236}">
                <a16:creationId xmlns:a16="http://schemas.microsoft.com/office/drawing/2014/main" id="{7478D704-4CC7-4D66-A118-507496D1A5AD}"/>
              </a:ext>
            </a:extLst>
          </p:cNvPr>
          <p:cNvSpPr/>
          <p:nvPr/>
        </p:nvSpPr>
        <p:spPr>
          <a:xfrm>
            <a:off x="1840415" y="3453508"/>
            <a:ext cx="863449" cy="4635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这里是内容</a:t>
            </a:r>
            <a:endParaRPr lang="en-US" altLang="zh-CN" sz="800" kern="0" dirty="0"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区域样式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578" name="直接连接符 2577">
            <a:extLst>
              <a:ext uri="{FF2B5EF4-FFF2-40B4-BE49-F238E27FC236}">
                <a16:creationId xmlns:a16="http://schemas.microsoft.com/office/drawing/2014/main" id="{6ED70659-1BA1-47F5-A921-F4D0316E09D7}"/>
              </a:ext>
            </a:extLst>
          </p:cNvPr>
          <p:cNvCxnSpPr/>
          <p:nvPr/>
        </p:nvCxnSpPr>
        <p:spPr>
          <a:xfrm>
            <a:off x="2694023" y="4286067"/>
            <a:ext cx="5753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4" name="矩形 2513">
            <a:extLst>
              <a:ext uri="{FF2B5EF4-FFF2-40B4-BE49-F238E27FC236}">
                <a16:creationId xmlns:a16="http://schemas.microsoft.com/office/drawing/2014/main" id="{BF5D6DE8-C21A-4AA2-B12A-A444D9131BE6}"/>
              </a:ext>
            </a:extLst>
          </p:cNvPr>
          <p:cNvSpPr/>
          <p:nvPr/>
        </p:nvSpPr>
        <p:spPr>
          <a:xfrm>
            <a:off x="1840139" y="4095120"/>
            <a:ext cx="864000" cy="4635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lnSpc>
                <a:spcPct val="120000"/>
              </a:lnSpc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这里是内容</a:t>
            </a:r>
            <a:endParaRPr lang="en-US" altLang="zh-CN" sz="800" kern="0" dirty="0">
              <a:solidFill>
                <a:prstClr val="black"/>
              </a:solidFill>
              <a:latin typeface="+mn-ea"/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区域样式</a:t>
            </a:r>
          </a:p>
        </p:txBody>
      </p:sp>
      <p:sp>
        <p:nvSpPr>
          <p:cNvPr id="2590" name="下箭头 6772">
            <a:extLst>
              <a:ext uri="{FF2B5EF4-FFF2-40B4-BE49-F238E27FC236}">
                <a16:creationId xmlns:a16="http://schemas.microsoft.com/office/drawing/2014/main" id="{BAA6E936-A597-4467-BEB1-B85FB97B910B}"/>
              </a:ext>
            </a:extLst>
          </p:cNvPr>
          <p:cNvSpPr/>
          <p:nvPr/>
        </p:nvSpPr>
        <p:spPr>
          <a:xfrm rot="16200000">
            <a:off x="1339781" y="1736848"/>
            <a:ext cx="185228" cy="344356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78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91" name="下箭头 6772">
            <a:extLst>
              <a:ext uri="{FF2B5EF4-FFF2-40B4-BE49-F238E27FC236}">
                <a16:creationId xmlns:a16="http://schemas.microsoft.com/office/drawing/2014/main" id="{19543413-07BA-4369-864D-4C04D9E7F14A}"/>
              </a:ext>
            </a:extLst>
          </p:cNvPr>
          <p:cNvSpPr/>
          <p:nvPr/>
        </p:nvSpPr>
        <p:spPr>
          <a:xfrm rot="16200000">
            <a:off x="1339781" y="4584669"/>
            <a:ext cx="185228" cy="344356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78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37" name="矩形 2636">
            <a:extLst>
              <a:ext uri="{FF2B5EF4-FFF2-40B4-BE49-F238E27FC236}">
                <a16:creationId xmlns:a16="http://schemas.microsoft.com/office/drawing/2014/main" id="{11721E8D-FDD4-45B4-8DEB-B40A66D3FE1B}"/>
              </a:ext>
            </a:extLst>
          </p:cNvPr>
          <p:cNvSpPr/>
          <p:nvPr/>
        </p:nvSpPr>
        <p:spPr>
          <a:xfrm>
            <a:off x="7997573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638" name="矩形 2637">
            <a:extLst>
              <a:ext uri="{FF2B5EF4-FFF2-40B4-BE49-F238E27FC236}">
                <a16:creationId xmlns:a16="http://schemas.microsoft.com/office/drawing/2014/main" id="{EC90A187-714C-4435-A8D5-3890FF75445D}"/>
              </a:ext>
            </a:extLst>
          </p:cNvPr>
          <p:cNvSpPr/>
          <p:nvPr/>
        </p:nvSpPr>
        <p:spPr>
          <a:xfrm>
            <a:off x="8900721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639" name="矩形 2638">
            <a:extLst>
              <a:ext uri="{FF2B5EF4-FFF2-40B4-BE49-F238E27FC236}">
                <a16:creationId xmlns:a16="http://schemas.microsoft.com/office/drawing/2014/main" id="{D7CA3215-D035-46FE-801A-B9F9AE355CC3}"/>
              </a:ext>
            </a:extLst>
          </p:cNvPr>
          <p:cNvSpPr/>
          <p:nvPr/>
        </p:nvSpPr>
        <p:spPr>
          <a:xfrm>
            <a:off x="9803869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</a:t>
            </a:r>
          </a:p>
        </p:txBody>
      </p:sp>
      <p:sp>
        <p:nvSpPr>
          <p:cNvPr id="2469" name="矩形 2468">
            <a:extLst>
              <a:ext uri="{FF2B5EF4-FFF2-40B4-BE49-F238E27FC236}">
                <a16:creationId xmlns:a16="http://schemas.microsoft.com/office/drawing/2014/main" id="{30004A3F-C85E-4316-9907-F7F6DCEDD612}"/>
              </a:ext>
            </a:extLst>
          </p:cNvPr>
          <p:cNvSpPr>
            <a:spLocks/>
          </p:cNvSpPr>
          <p:nvPr/>
        </p:nvSpPr>
        <p:spPr>
          <a:xfrm>
            <a:off x="10707013" y="4198611"/>
            <a:ext cx="756000" cy="25400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….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49" name="下箭头 6779">
            <a:extLst>
              <a:ext uri="{FF2B5EF4-FFF2-40B4-BE49-F238E27FC236}">
                <a16:creationId xmlns:a16="http://schemas.microsoft.com/office/drawing/2014/main" id="{C84793C4-1359-4792-9E3A-39EE8A5F7E0A}"/>
              </a:ext>
            </a:extLst>
          </p:cNvPr>
          <p:cNvSpPr/>
          <p:nvPr/>
        </p:nvSpPr>
        <p:spPr>
          <a:xfrm>
            <a:off x="4355156" y="3474407"/>
            <a:ext cx="143173" cy="284669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50" name="下箭头 6780">
            <a:extLst>
              <a:ext uri="{FF2B5EF4-FFF2-40B4-BE49-F238E27FC236}">
                <a16:creationId xmlns:a16="http://schemas.microsoft.com/office/drawing/2014/main" id="{EEC7ABF5-32CB-432C-992A-DEAF7B57104A}"/>
              </a:ext>
            </a:extLst>
          </p:cNvPr>
          <p:cNvSpPr/>
          <p:nvPr/>
        </p:nvSpPr>
        <p:spPr>
          <a:xfrm>
            <a:off x="6400988" y="3467792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51" name="下箭头 6781">
            <a:extLst>
              <a:ext uri="{FF2B5EF4-FFF2-40B4-BE49-F238E27FC236}">
                <a16:creationId xmlns:a16="http://schemas.microsoft.com/office/drawing/2014/main" id="{D425B88E-85DE-4C8D-B7BE-7C3513D70056}"/>
              </a:ext>
            </a:extLst>
          </p:cNvPr>
          <p:cNvSpPr/>
          <p:nvPr/>
        </p:nvSpPr>
        <p:spPr>
          <a:xfrm>
            <a:off x="8460150" y="3472202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43" name="下箭头 6781">
            <a:extLst>
              <a:ext uri="{FF2B5EF4-FFF2-40B4-BE49-F238E27FC236}">
                <a16:creationId xmlns:a16="http://schemas.microsoft.com/office/drawing/2014/main" id="{A08D2336-F1FC-4D57-8224-A4A4944189D0}"/>
              </a:ext>
            </a:extLst>
          </p:cNvPr>
          <p:cNvSpPr/>
          <p:nvPr/>
        </p:nvSpPr>
        <p:spPr>
          <a:xfrm>
            <a:off x="10512648" y="3472202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521" name="组合 2520">
            <a:extLst>
              <a:ext uri="{FF2B5EF4-FFF2-40B4-BE49-F238E27FC236}">
                <a16:creationId xmlns:a16="http://schemas.microsoft.com/office/drawing/2014/main" id="{509F39DF-ABFA-487A-BA20-D120EEA5A6A5}"/>
              </a:ext>
            </a:extLst>
          </p:cNvPr>
          <p:cNvGrpSpPr/>
          <p:nvPr/>
        </p:nvGrpSpPr>
        <p:grpSpPr>
          <a:xfrm>
            <a:off x="9952206" y="5418237"/>
            <a:ext cx="1264057" cy="636102"/>
            <a:chOff x="7998188" y="5415062"/>
            <a:chExt cx="1064158" cy="636102"/>
          </a:xfrm>
        </p:grpSpPr>
        <p:grpSp>
          <p:nvGrpSpPr>
            <p:cNvPr id="2644" name="视频分配器">
              <a:extLst>
                <a:ext uri="{FF2B5EF4-FFF2-40B4-BE49-F238E27FC236}">
                  <a16:creationId xmlns:a16="http://schemas.microsoft.com/office/drawing/2014/main" id="{A4C65341-F6F8-4F04-9236-72C2E20D523F}"/>
                </a:ext>
              </a:extLst>
            </p:cNvPr>
            <p:cNvGrpSpPr/>
            <p:nvPr/>
          </p:nvGrpSpPr>
          <p:grpSpPr>
            <a:xfrm>
              <a:off x="7998188" y="5415062"/>
              <a:ext cx="1064157" cy="268252"/>
              <a:chOff x="4017555" y="5085739"/>
              <a:chExt cx="981420" cy="268252"/>
            </a:xfrm>
          </p:grpSpPr>
          <p:sp>
            <p:nvSpPr>
              <p:cNvPr id="2645" name="任意多边形 5895">
                <a:extLst>
                  <a:ext uri="{FF2B5EF4-FFF2-40B4-BE49-F238E27FC236}">
                    <a16:creationId xmlns:a16="http://schemas.microsoft.com/office/drawing/2014/main" id="{2DBC7BBF-1082-4972-881F-EB5E36A8C89F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646" name="任意多边形 5896">
                <a:extLst>
                  <a:ext uri="{FF2B5EF4-FFF2-40B4-BE49-F238E27FC236}">
                    <a16:creationId xmlns:a16="http://schemas.microsoft.com/office/drawing/2014/main" id="{5C45F568-077D-461D-931D-29D7558CDBF2}"/>
                  </a:ext>
                </a:extLst>
              </p:cNvPr>
              <p:cNvSpPr/>
              <p:nvPr/>
            </p:nvSpPr>
            <p:spPr>
              <a:xfrm>
                <a:off x="4017555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2647" name="组合 2646">
                <a:extLst>
                  <a:ext uri="{FF2B5EF4-FFF2-40B4-BE49-F238E27FC236}">
                    <a16:creationId xmlns:a16="http://schemas.microsoft.com/office/drawing/2014/main" id="{F895ADE4-E316-454D-A6EA-82EA748742CC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3049" name="任意多边形 6299">
                  <a:extLst>
                    <a:ext uri="{FF2B5EF4-FFF2-40B4-BE49-F238E27FC236}">
                      <a16:creationId xmlns:a16="http://schemas.microsoft.com/office/drawing/2014/main" id="{432936FB-BC9D-49A2-A064-3868B2F1F469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050" name="任意多边形 6300">
                  <a:extLst>
                    <a:ext uri="{FF2B5EF4-FFF2-40B4-BE49-F238E27FC236}">
                      <a16:creationId xmlns:a16="http://schemas.microsoft.com/office/drawing/2014/main" id="{25C863CA-2ACF-4FA8-8690-CBE552B36EBC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051" name="任意多边形 6301">
                  <a:extLst>
                    <a:ext uri="{FF2B5EF4-FFF2-40B4-BE49-F238E27FC236}">
                      <a16:creationId xmlns:a16="http://schemas.microsoft.com/office/drawing/2014/main" id="{DF1579F6-5F12-4EC5-ABFB-9D3F50CD4CFE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2648" name="组合 2647">
                <a:extLst>
                  <a:ext uri="{FF2B5EF4-FFF2-40B4-BE49-F238E27FC236}">
                    <a16:creationId xmlns:a16="http://schemas.microsoft.com/office/drawing/2014/main" id="{9405F0B3-24D4-4D9E-93D5-EBE846CD5588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3046" name="任意多边形 6296">
                  <a:extLst>
                    <a:ext uri="{FF2B5EF4-FFF2-40B4-BE49-F238E27FC236}">
                      <a16:creationId xmlns:a16="http://schemas.microsoft.com/office/drawing/2014/main" id="{D5DB16F3-8F12-4EF5-B680-7BB7D9DDF7F4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047" name="任意多边形 6297">
                  <a:extLst>
                    <a:ext uri="{FF2B5EF4-FFF2-40B4-BE49-F238E27FC236}">
                      <a16:creationId xmlns:a16="http://schemas.microsoft.com/office/drawing/2014/main" id="{0BB60307-E0DB-44D5-B81A-30A96B78AA18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048" name="任意多边形 6298">
                  <a:extLst>
                    <a:ext uri="{FF2B5EF4-FFF2-40B4-BE49-F238E27FC236}">
                      <a16:creationId xmlns:a16="http://schemas.microsoft.com/office/drawing/2014/main" id="{00B9EA3D-E9CB-4ED1-BD09-D7CE815F9816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2649" name="组合 2648">
                <a:extLst>
                  <a:ext uri="{FF2B5EF4-FFF2-40B4-BE49-F238E27FC236}">
                    <a16:creationId xmlns:a16="http://schemas.microsoft.com/office/drawing/2014/main" id="{2B8AE823-0CE2-4BBA-9D21-03082BAAC12F}"/>
                  </a:ext>
                </a:extLst>
              </p:cNvPr>
              <p:cNvGrpSpPr/>
              <p:nvPr/>
            </p:nvGrpSpPr>
            <p:grpSpPr>
              <a:xfrm>
                <a:off x="4179114" y="5298744"/>
                <a:ext cx="21122" cy="25316"/>
                <a:chOff x="4179114" y="5298744"/>
                <a:chExt cx="21122" cy="25316"/>
              </a:xfrm>
            </p:grpSpPr>
            <p:sp>
              <p:nvSpPr>
                <p:cNvPr id="3043" name="任意多边形 6293">
                  <a:extLst>
                    <a:ext uri="{FF2B5EF4-FFF2-40B4-BE49-F238E27FC236}">
                      <a16:creationId xmlns:a16="http://schemas.microsoft.com/office/drawing/2014/main" id="{F7EDA39A-0342-4AC9-9779-450977930765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2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044" name="任意多边形 6294">
                  <a:extLst>
                    <a:ext uri="{FF2B5EF4-FFF2-40B4-BE49-F238E27FC236}">
                      <a16:creationId xmlns:a16="http://schemas.microsoft.com/office/drawing/2014/main" id="{F8574B83-FB48-4EF8-8A1E-2ADC040698AA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045" name="任意多边形 6295">
                  <a:extLst>
                    <a:ext uri="{FF2B5EF4-FFF2-40B4-BE49-F238E27FC236}">
                      <a16:creationId xmlns:a16="http://schemas.microsoft.com/office/drawing/2014/main" id="{564E3765-106D-4573-87E7-D871ACF0CB8F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2650" name="任意多边形 5900">
                <a:extLst>
                  <a:ext uri="{FF2B5EF4-FFF2-40B4-BE49-F238E27FC236}">
                    <a16:creationId xmlns:a16="http://schemas.microsoft.com/office/drawing/2014/main" id="{2A77DA17-F94B-49DB-9C20-03B6CB7B9398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651" name="任意多边形 5901">
                <a:extLst>
                  <a:ext uri="{FF2B5EF4-FFF2-40B4-BE49-F238E27FC236}">
                    <a16:creationId xmlns:a16="http://schemas.microsoft.com/office/drawing/2014/main" id="{D9B26492-99BC-43EF-9433-8EBF87479AC1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2652" name="任意多边形 5902">
                <a:extLst>
                  <a:ext uri="{FF2B5EF4-FFF2-40B4-BE49-F238E27FC236}">
                    <a16:creationId xmlns:a16="http://schemas.microsoft.com/office/drawing/2014/main" id="{393A162D-1A20-4A72-97C7-8A0A76DCF4B3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2653" name="任意多边形 5903">
                <a:extLst>
                  <a:ext uri="{FF2B5EF4-FFF2-40B4-BE49-F238E27FC236}">
                    <a16:creationId xmlns:a16="http://schemas.microsoft.com/office/drawing/2014/main" id="{5B3EF63C-16E8-49FB-86FC-48F8127C085B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2654" name="任意多边形 5904">
                <a:extLst>
                  <a:ext uri="{FF2B5EF4-FFF2-40B4-BE49-F238E27FC236}">
                    <a16:creationId xmlns:a16="http://schemas.microsoft.com/office/drawing/2014/main" id="{FCE0F73B-52E4-4566-8903-9B761A436D1C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2655" name="组合 2654">
                <a:extLst>
                  <a:ext uri="{FF2B5EF4-FFF2-40B4-BE49-F238E27FC236}">
                    <a16:creationId xmlns:a16="http://schemas.microsoft.com/office/drawing/2014/main" id="{572A396E-FF25-499E-AAAB-478E33D46857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2947" name="组合 2946">
                  <a:extLst>
                    <a:ext uri="{FF2B5EF4-FFF2-40B4-BE49-F238E27FC236}">
                      <a16:creationId xmlns:a16="http://schemas.microsoft.com/office/drawing/2014/main" id="{25AFD31B-64C2-429B-A703-DCCD2CA22493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3028" name="任意多边形 6278">
                    <a:extLst>
                      <a:ext uri="{FF2B5EF4-FFF2-40B4-BE49-F238E27FC236}">
                        <a16:creationId xmlns:a16="http://schemas.microsoft.com/office/drawing/2014/main" id="{78C40FAF-D4B1-4A90-B01E-B6C74D308C22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029" name="任意多边形 6279">
                    <a:extLst>
                      <a:ext uri="{FF2B5EF4-FFF2-40B4-BE49-F238E27FC236}">
                        <a16:creationId xmlns:a16="http://schemas.microsoft.com/office/drawing/2014/main" id="{7FC9DB55-96F9-4394-95D9-662B29850DA6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030" name="组合 3029">
                    <a:extLst>
                      <a:ext uri="{FF2B5EF4-FFF2-40B4-BE49-F238E27FC236}">
                        <a16:creationId xmlns:a16="http://schemas.microsoft.com/office/drawing/2014/main" id="{A803FCAC-708B-4AE3-A468-73DCCBD515A5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3031" name="组合 3030">
                      <a:extLst>
                        <a:ext uri="{FF2B5EF4-FFF2-40B4-BE49-F238E27FC236}">
                          <a16:creationId xmlns:a16="http://schemas.microsoft.com/office/drawing/2014/main" id="{B51E65C7-182A-4CA5-B5C3-60903514FC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3040" name="任意多边形 6290">
                        <a:extLst>
                          <a:ext uri="{FF2B5EF4-FFF2-40B4-BE49-F238E27FC236}">
                            <a16:creationId xmlns:a16="http://schemas.microsoft.com/office/drawing/2014/main" id="{041B047E-82CD-47AD-BDD3-3BAD4756D7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41" name="任意多边形 6291">
                        <a:extLst>
                          <a:ext uri="{FF2B5EF4-FFF2-40B4-BE49-F238E27FC236}">
                            <a16:creationId xmlns:a16="http://schemas.microsoft.com/office/drawing/2014/main" id="{C946479E-55DD-4F1B-9147-985C610C4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42" name="任意多边形 6292">
                        <a:extLst>
                          <a:ext uri="{FF2B5EF4-FFF2-40B4-BE49-F238E27FC236}">
                            <a16:creationId xmlns:a16="http://schemas.microsoft.com/office/drawing/2014/main" id="{4317DEF9-3F08-4448-9C56-3A0F85F3BE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32" name="组合 3031">
                      <a:extLst>
                        <a:ext uri="{FF2B5EF4-FFF2-40B4-BE49-F238E27FC236}">
                          <a16:creationId xmlns:a16="http://schemas.microsoft.com/office/drawing/2014/main" id="{BE6D383D-9FD7-4DC5-B067-1829B1D701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3037" name="任意多边形 6287">
                        <a:extLst>
                          <a:ext uri="{FF2B5EF4-FFF2-40B4-BE49-F238E27FC236}">
                            <a16:creationId xmlns:a16="http://schemas.microsoft.com/office/drawing/2014/main" id="{C219342E-4615-4EA7-BC20-0FD2565D4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38" name="任意多边形 6288">
                        <a:extLst>
                          <a:ext uri="{FF2B5EF4-FFF2-40B4-BE49-F238E27FC236}">
                            <a16:creationId xmlns:a16="http://schemas.microsoft.com/office/drawing/2014/main" id="{B4702CD1-1E38-4B5A-A605-3561C149CA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39" name="任意多边形 6289">
                        <a:extLst>
                          <a:ext uri="{FF2B5EF4-FFF2-40B4-BE49-F238E27FC236}">
                            <a16:creationId xmlns:a16="http://schemas.microsoft.com/office/drawing/2014/main" id="{0038B38E-04C8-4349-AC8C-457477A13B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33" name="组合 3032">
                      <a:extLst>
                        <a:ext uri="{FF2B5EF4-FFF2-40B4-BE49-F238E27FC236}">
                          <a16:creationId xmlns:a16="http://schemas.microsoft.com/office/drawing/2014/main" id="{595CBA2E-8EBA-4657-BA33-15F75EB250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3034" name="任意多边形 6284">
                        <a:extLst>
                          <a:ext uri="{FF2B5EF4-FFF2-40B4-BE49-F238E27FC236}">
                            <a16:creationId xmlns:a16="http://schemas.microsoft.com/office/drawing/2014/main" id="{C9C7E14A-C6C8-478A-BB2C-CE1009E81C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35" name="任意多边形 6285">
                        <a:extLst>
                          <a:ext uri="{FF2B5EF4-FFF2-40B4-BE49-F238E27FC236}">
                            <a16:creationId xmlns:a16="http://schemas.microsoft.com/office/drawing/2014/main" id="{5E3790E1-D228-410E-B666-54A70C4CA6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36" name="任意多边形 6286">
                        <a:extLst>
                          <a:ext uri="{FF2B5EF4-FFF2-40B4-BE49-F238E27FC236}">
                            <a16:creationId xmlns:a16="http://schemas.microsoft.com/office/drawing/2014/main" id="{15277B98-62FA-4BAB-BAE6-5795DA0D7B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948" name="组合 2947">
                  <a:extLst>
                    <a:ext uri="{FF2B5EF4-FFF2-40B4-BE49-F238E27FC236}">
                      <a16:creationId xmlns:a16="http://schemas.microsoft.com/office/drawing/2014/main" id="{1AF65AA4-35D3-4973-9EFD-FB45248B2D79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3013" name="任意多边形 6263">
                    <a:extLst>
                      <a:ext uri="{FF2B5EF4-FFF2-40B4-BE49-F238E27FC236}">
                        <a16:creationId xmlns:a16="http://schemas.microsoft.com/office/drawing/2014/main" id="{47882708-7111-4A7C-A8F3-F9323EC719F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014" name="任意多边形 6264">
                    <a:extLst>
                      <a:ext uri="{FF2B5EF4-FFF2-40B4-BE49-F238E27FC236}">
                        <a16:creationId xmlns:a16="http://schemas.microsoft.com/office/drawing/2014/main" id="{8428F336-A753-49CA-B6ED-A42531B9E4AB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015" name="组合 3014">
                    <a:extLst>
                      <a:ext uri="{FF2B5EF4-FFF2-40B4-BE49-F238E27FC236}">
                        <a16:creationId xmlns:a16="http://schemas.microsoft.com/office/drawing/2014/main" id="{17A29801-3DBE-42FF-8548-8351E83C22E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3016" name="组合 3015">
                      <a:extLst>
                        <a:ext uri="{FF2B5EF4-FFF2-40B4-BE49-F238E27FC236}">
                          <a16:creationId xmlns:a16="http://schemas.microsoft.com/office/drawing/2014/main" id="{C28BB81A-8F87-49CA-B8B1-83EFD4A72D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3025" name="任意多边形 6275">
                        <a:extLst>
                          <a:ext uri="{FF2B5EF4-FFF2-40B4-BE49-F238E27FC236}">
                            <a16:creationId xmlns:a16="http://schemas.microsoft.com/office/drawing/2014/main" id="{D014AF24-5C08-44DA-B925-DBFF1A5A92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26" name="任意多边形 6276">
                        <a:extLst>
                          <a:ext uri="{FF2B5EF4-FFF2-40B4-BE49-F238E27FC236}">
                            <a16:creationId xmlns:a16="http://schemas.microsoft.com/office/drawing/2014/main" id="{6CEB64F9-7BD4-4AFD-8ADF-3CE60D2EBD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27" name="任意多边形 6277">
                        <a:extLst>
                          <a:ext uri="{FF2B5EF4-FFF2-40B4-BE49-F238E27FC236}">
                            <a16:creationId xmlns:a16="http://schemas.microsoft.com/office/drawing/2014/main" id="{9216B847-5DCE-4B31-88F5-7A02BB0E8C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17" name="组合 3016">
                      <a:extLst>
                        <a:ext uri="{FF2B5EF4-FFF2-40B4-BE49-F238E27FC236}">
                          <a16:creationId xmlns:a16="http://schemas.microsoft.com/office/drawing/2014/main" id="{72F87332-3E4D-4CA5-A10A-6ECB4071E6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3022" name="任意多边形 6272">
                        <a:extLst>
                          <a:ext uri="{FF2B5EF4-FFF2-40B4-BE49-F238E27FC236}">
                            <a16:creationId xmlns:a16="http://schemas.microsoft.com/office/drawing/2014/main" id="{584270A0-2878-4292-B631-E235C5E7C2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23" name="任意多边形 6273">
                        <a:extLst>
                          <a:ext uri="{FF2B5EF4-FFF2-40B4-BE49-F238E27FC236}">
                            <a16:creationId xmlns:a16="http://schemas.microsoft.com/office/drawing/2014/main" id="{9AE8A2D3-7C46-43F9-8378-488917CE2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24" name="任意多边形 6274">
                        <a:extLst>
                          <a:ext uri="{FF2B5EF4-FFF2-40B4-BE49-F238E27FC236}">
                            <a16:creationId xmlns:a16="http://schemas.microsoft.com/office/drawing/2014/main" id="{05380151-79BD-4DA7-928E-36EBD1814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18" name="组合 3017">
                      <a:extLst>
                        <a:ext uri="{FF2B5EF4-FFF2-40B4-BE49-F238E27FC236}">
                          <a16:creationId xmlns:a16="http://schemas.microsoft.com/office/drawing/2014/main" id="{611FA3EA-44D8-4539-B8C6-575E9880D2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3019" name="任意多边形 6269">
                        <a:extLst>
                          <a:ext uri="{FF2B5EF4-FFF2-40B4-BE49-F238E27FC236}">
                            <a16:creationId xmlns:a16="http://schemas.microsoft.com/office/drawing/2014/main" id="{0048E606-2D88-415A-A732-99788A1603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20" name="任意多边形 6270">
                        <a:extLst>
                          <a:ext uri="{FF2B5EF4-FFF2-40B4-BE49-F238E27FC236}">
                            <a16:creationId xmlns:a16="http://schemas.microsoft.com/office/drawing/2014/main" id="{526AF209-D65C-46DD-99FC-7F77D70363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21" name="任意多边形 6271">
                        <a:extLst>
                          <a:ext uri="{FF2B5EF4-FFF2-40B4-BE49-F238E27FC236}">
                            <a16:creationId xmlns:a16="http://schemas.microsoft.com/office/drawing/2014/main" id="{F9461B28-F2E9-4A86-A1ED-A9BFBC475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949" name="组合 2948">
                  <a:extLst>
                    <a:ext uri="{FF2B5EF4-FFF2-40B4-BE49-F238E27FC236}">
                      <a16:creationId xmlns:a16="http://schemas.microsoft.com/office/drawing/2014/main" id="{07190850-5EC2-41E8-BF90-F271594FD835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2998" name="任意多边形 6248">
                    <a:extLst>
                      <a:ext uri="{FF2B5EF4-FFF2-40B4-BE49-F238E27FC236}">
                        <a16:creationId xmlns:a16="http://schemas.microsoft.com/office/drawing/2014/main" id="{FE3FC9A3-7263-4E4A-A606-497F373C8963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999" name="任意多边形 6249">
                    <a:extLst>
                      <a:ext uri="{FF2B5EF4-FFF2-40B4-BE49-F238E27FC236}">
                        <a16:creationId xmlns:a16="http://schemas.microsoft.com/office/drawing/2014/main" id="{03F4A5FC-1F6D-41D7-AEDA-EFA90B3C806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000" name="组合 2999">
                    <a:extLst>
                      <a:ext uri="{FF2B5EF4-FFF2-40B4-BE49-F238E27FC236}">
                        <a16:creationId xmlns:a16="http://schemas.microsoft.com/office/drawing/2014/main" id="{D7BAC076-F07B-4645-86F4-028DA10C385E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3001" name="组合 3000">
                      <a:extLst>
                        <a:ext uri="{FF2B5EF4-FFF2-40B4-BE49-F238E27FC236}">
                          <a16:creationId xmlns:a16="http://schemas.microsoft.com/office/drawing/2014/main" id="{A32CBF1C-4811-451B-AE37-FD908D4D37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3010" name="任意多边形 6260">
                        <a:extLst>
                          <a:ext uri="{FF2B5EF4-FFF2-40B4-BE49-F238E27FC236}">
                            <a16:creationId xmlns:a16="http://schemas.microsoft.com/office/drawing/2014/main" id="{4E251A96-6F16-4003-ACC7-1316AB2C88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11" name="任意多边形 6261">
                        <a:extLst>
                          <a:ext uri="{FF2B5EF4-FFF2-40B4-BE49-F238E27FC236}">
                            <a16:creationId xmlns:a16="http://schemas.microsoft.com/office/drawing/2014/main" id="{FFC951C1-901A-4192-B692-EAD70DFB65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12" name="任意多边形 6262">
                        <a:extLst>
                          <a:ext uri="{FF2B5EF4-FFF2-40B4-BE49-F238E27FC236}">
                            <a16:creationId xmlns:a16="http://schemas.microsoft.com/office/drawing/2014/main" id="{14CF5BDF-75CB-4851-BD15-D24969BE94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02" name="组合 3001">
                      <a:extLst>
                        <a:ext uri="{FF2B5EF4-FFF2-40B4-BE49-F238E27FC236}">
                          <a16:creationId xmlns:a16="http://schemas.microsoft.com/office/drawing/2014/main" id="{F3BFE5F5-4E65-40BD-B1A3-EAA3330360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3007" name="任意多边形 6257">
                        <a:extLst>
                          <a:ext uri="{FF2B5EF4-FFF2-40B4-BE49-F238E27FC236}">
                            <a16:creationId xmlns:a16="http://schemas.microsoft.com/office/drawing/2014/main" id="{DE17C4AC-D375-4181-97BC-34DB6ADE1D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08" name="任意多边形 6258">
                        <a:extLst>
                          <a:ext uri="{FF2B5EF4-FFF2-40B4-BE49-F238E27FC236}">
                            <a16:creationId xmlns:a16="http://schemas.microsoft.com/office/drawing/2014/main" id="{9C94C839-D3A7-4AB0-8523-D932FC0DF9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09" name="任意多边形 6259">
                        <a:extLst>
                          <a:ext uri="{FF2B5EF4-FFF2-40B4-BE49-F238E27FC236}">
                            <a16:creationId xmlns:a16="http://schemas.microsoft.com/office/drawing/2014/main" id="{F301DE0F-5429-4FF4-AE7F-0E9FDDEFF5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03" name="组合 3002">
                      <a:extLst>
                        <a:ext uri="{FF2B5EF4-FFF2-40B4-BE49-F238E27FC236}">
                          <a16:creationId xmlns:a16="http://schemas.microsoft.com/office/drawing/2014/main" id="{688845FE-933A-4E65-B0B0-166B0308CF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3004" name="任意多边形 6254">
                        <a:extLst>
                          <a:ext uri="{FF2B5EF4-FFF2-40B4-BE49-F238E27FC236}">
                            <a16:creationId xmlns:a16="http://schemas.microsoft.com/office/drawing/2014/main" id="{C3D0F358-E1C8-440F-A27E-3D5EEA69BE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05" name="任意多边形 6255">
                        <a:extLst>
                          <a:ext uri="{FF2B5EF4-FFF2-40B4-BE49-F238E27FC236}">
                            <a16:creationId xmlns:a16="http://schemas.microsoft.com/office/drawing/2014/main" id="{3699B063-ACC1-4825-9158-043C7B7EF4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06" name="任意多边形 6256">
                        <a:extLst>
                          <a:ext uri="{FF2B5EF4-FFF2-40B4-BE49-F238E27FC236}">
                            <a16:creationId xmlns:a16="http://schemas.microsoft.com/office/drawing/2014/main" id="{0A9BC543-DF3C-48E6-A53A-062421FA4A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950" name="组合 2949">
                  <a:extLst>
                    <a:ext uri="{FF2B5EF4-FFF2-40B4-BE49-F238E27FC236}">
                      <a16:creationId xmlns:a16="http://schemas.microsoft.com/office/drawing/2014/main" id="{8C70DD68-F8F1-415B-B355-0204DA8A2444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2983" name="任意多边形 6233">
                    <a:extLst>
                      <a:ext uri="{FF2B5EF4-FFF2-40B4-BE49-F238E27FC236}">
                        <a16:creationId xmlns:a16="http://schemas.microsoft.com/office/drawing/2014/main" id="{38355BBE-0A80-4AB8-9BA0-979AF10905BF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984" name="任意多边形 6234">
                    <a:extLst>
                      <a:ext uri="{FF2B5EF4-FFF2-40B4-BE49-F238E27FC236}">
                        <a16:creationId xmlns:a16="http://schemas.microsoft.com/office/drawing/2014/main" id="{B9A37602-48E0-46AB-8081-1883804C553C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985" name="组合 2984">
                    <a:extLst>
                      <a:ext uri="{FF2B5EF4-FFF2-40B4-BE49-F238E27FC236}">
                        <a16:creationId xmlns:a16="http://schemas.microsoft.com/office/drawing/2014/main" id="{85010264-9E2D-4FBC-B441-0B712891F2A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2986" name="组合 2985">
                      <a:extLst>
                        <a:ext uri="{FF2B5EF4-FFF2-40B4-BE49-F238E27FC236}">
                          <a16:creationId xmlns:a16="http://schemas.microsoft.com/office/drawing/2014/main" id="{16C11B51-C844-4C84-9473-1C524F6066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2995" name="任意多边形 6245">
                        <a:extLst>
                          <a:ext uri="{FF2B5EF4-FFF2-40B4-BE49-F238E27FC236}">
                            <a16:creationId xmlns:a16="http://schemas.microsoft.com/office/drawing/2014/main" id="{34D0805F-C4A0-4585-95E5-2898A11A7D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96" name="任意多边形 6246">
                        <a:extLst>
                          <a:ext uri="{FF2B5EF4-FFF2-40B4-BE49-F238E27FC236}">
                            <a16:creationId xmlns:a16="http://schemas.microsoft.com/office/drawing/2014/main" id="{6CB47821-777C-4766-B889-2E9058FDE2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97" name="任意多边形 6247">
                        <a:extLst>
                          <a:ext uri="{FF2B5EF4-FFF2-40B4-BE49-F238E27FC236}">
                            <a16:creationId xmlns:a16="http://schemas.microsoft.com/office/drawing/2014/main" id="{54A57175-27AC-424E-BE2F-E33B029B8D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87" name="组合 2986">
                      <a:extLst>
                        <a:ext uri="{FF2B5EF4-FFF2-40B4-BE49-F238E27FC236}">
                          <a16:creationId xmlns:a16="http://schemas.microsoft.com/office/drawing/2014/main" id="{06561B0F-2CA0-4B35-A38C-BDEABB71C5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2992" name="任意多边形 6242">
                        <a:extLst>
                          <a:ext uri="{FF2B5EF4-FFF2-40B4-BE49-F238E27FC236}">
                            <a16:creationId xmlns:a16="http://schemas.microsoft.com/office/drawing/2014/main" id="{08F22CA7-F434-44BE-9A01-B3812FD92A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93" name="任意多边形 6243">
                        <a:extLst>
                          <a:ext uri="{FF2B5EF4-FFF2-40B4-BE49-F238E27FC236}">
                            <a16:creationId xmlns:a16="http://schemas.microsoft.com/office/drawing/2014/main" id="{E5FB0EE2-FCCA-4B58-9BEA-6FFFA20C55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94" name="任意多边形 6244">
                        <a:extLst>
                          <a:ext uri="{FF2B5EF4-FFF2-40B4-BE49-F238E27FC236}">
                            <a16:creationId xmlns:a16="http://schemas.microsoft.com/office/drawing/2014/main" id="{30B395FE-38D5-4705-B704-D0C6783BA6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88" name="组合 2987">
                      <a:extLst>
                        <a:ext uri="{FF2B5EF4-FFF2-40B4-BE49-F238E27FC236}">
                          <a16:creationId xmlns:a16="http://schemas.microsoft.com/office/drawing/2014/main" id="{03E73BA7-0BE2-4ECD-9352-CDECA52697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2989" name="任意多边形 6239">
                        <a:extLst>
                          <a:ext uri="{FF2B5EF4-FFF2-40B4-BE49-F238E27FC236}">
                            <a16:creationId xmlns:a16="http://schemas.microsoft.com/office/drawing/2014/main" id="{971BF76D-2579-4E72-9CDA-C2358D139A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90" name="任意多边形 6240">
                        <a:extLst>
                          <a:ext uri="{FF2B5EF4-FFF2-40B4-BE49-F238E27FC236}">
                            <a16:creationId xmlns:a16="http://schemas.microsoft.com/office/drawing/2014/main" id="{4C642D1B-77B0-4339-8CAA-2A40A26426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91" name="任意多边形 6241">
                        <a:extLst>
                          <a:ext uri="{FF2B5EF4-FFF2-40B4-BE49-F238E27FC236}">
                            <a16:creationId xmlns:a16="http://schemas.microsoft.com/office/drawing/2014/main" id="{809F0CCB-CDF8-4303-BAC6-E4127FD25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951" name="组合 2950">
                  <a:extLst>
                    <a:ext uri="{FF2B5EF4-FFF2-40B4-BE49-F238E27FC236}">
                      <a16:creationId xmlns:a16="http://schemas.microsoft.com/office/drawing/2014/main" id="{88278754-58AC-4F1C-8245-DFE9EDEAA50C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2968" name="任意多边形 6218">
                    <a:extLst>
                      <a:ext uri="{FF2B5EF4-FFF2-40B4-BE49-F238E27FC236}">
                        <a16:creationId xmlns:a16="http://schemas.microsoft.com/office/drawing/2014/main" id="{76078DD0-2F6D-452C-BD82-DA44CDE7FA98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969" name="任意多边形 6219">
                    <a:extLst>
                      <a:ext uri="{FF2B5EF4-FFF2-40B4-BE49-F238E27FC236}">
                        <a16:creationId xmlns:a16="http://schemas.microsoft.com/office/drawing/2014/main" id="{BD9C32A5-8193-45F2-9A8F-33EA55234AFA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970" name="组合 2969">
                    <a:extLst>
                      <a:ext uri="{FF2B5EF4-FFF2-40B4-BE49-F238E27FC236}">
                        <a16:creationId xmlns:a16="http://schemas.microsoft.com/office/drawing/2014/main" id="{AA0F64DE-1F52-4ED7-ADBF-551113BE629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2971" name="组合 2970">
                      <a:extLst>
                        <a:ext uri="{FF2B5EF4-FFF2-40B4-BE49-F238E27FC236}">
                          <a16:creationId xmlns:a16="http://schemas.microsoft.com/office/drawing/2014/main" id="{3A20D128-1FA4-459F-91A1-75DA2B33B0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2980" name="任意多边形 6230">
                        <a:extLst>
                          <a:ext uri="{FF2B5EF4-FFF2-40B4-BE49-F238E27FC236}">
                            <a16:creationId xmlns:a16="http://schemas.microsoft.com/office/drawing/2014/main" id="{482B43CC-0966-4DB7-82EF-9FA87B3DD7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81" name="任意多边形 6231">
                        <a:extLst>
                          <a:ext uri="{FF2B5EF4-FFF2-40B4-BE49-F238E27FC236}">
                            <a16:creationId xmlns:a16="http://schemas.microsoft.com/office/drawing/2014/main" id="{79FE9A15-8B14-4177-A56F-183B0B7984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82" name="任意多边形 6232">
                        <a:extLst>
                          <a:ext uri="{FF2B5EF4-FFF2-40B4-BE49-F238E27FC236}">
                            <a16:creationId xmlns:a16="http://schemas.microsoft.com/office/drawing/2014/main" id="{1A021E4C-A9CC-4B0D-A1EE-DA943EBEDD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72" name="组合 2971">
                      <a:extLst>
                        <a:ext uri="{FF2B5EF4-FFF2-40B4-BE49-F238E27FC236}">
                          <a16:creationId xmlns:a16="http://schemas.microsoft.com/office/drawing/2014/main" id="{0B802EE9-1D95-48E6-8AEA-3C97AC182C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2977" name="任意多边形 6227">
                        <a:extLst>
                          <a:ext uri="{FF2B5EF4-FFF2-40B4-BE49-F238E27FC236}">
                            <a16:creationId xmlns:a16="http://schemas.microsoft.com/office/drawing/2014/main" id="{CDB917A8-5033-4668-A131-7848E058D7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78" name="任意多边形 6228">
                        <a:extLst>
                          <a:ext uri="{FF2B5EF4-FFF2-40B4-BE49-F238E27FC236}">
                            <a16:creationId xmlns:a16="http://schemas.microsoft.com/office/drawing/2014/main" id="{CBDB3133-7647-4D1E-AA9F-D8FB347D22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79" name="任意多边形 6229">
                        <a:extLst>
                          <a:ext uri="{FF2B5EF4-FFF2-40B4-BE49-F238E27FC236}">
                            <a16:creationId xmlns:a16="http://schemas.microsoft.com/office/drawing/2014/main" id="{D0DF5132-F2A4-4DA4-BC10-55910DF0D1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73" name="组合 2972">
                      <a:extLst>
                        <a:ext uri="{FF2B5EF4-FFF2-40B4-BE49-F238E27FC236}">
                          <a16:creationId xmlns:a16="http://schemas.microsoft.com/office/drawing/2014/main" id="{52924623-2C00-4EB6-96C6-65D0139A34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2974" name="任意多边形 6224">
                        <a:extLst>
                          <a:ext uri="{FF2B5EF4-FFF2-40B4-BE49-F238E27FC236}">
                            <a16:creationId xmlns:a16="http://schemas.microsoft.com/office/drawing/2014/main" id="{08B1F59B-E83F-4120-A8C8-7E35DC8E95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75" name="任意多边形 6225">
                        <a:extLst>
                          <a:ext uri="{FF2B5EF4-FFF2-40B4-BE49-F238E27FC236}">
                            <a16:creationId xmlns:a16="http://schemas.microsoft.com/office/drawing/2014/main" id="{48F1837B-2403-4B2A-AA90-818C8256DA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76" name="任意多边形 6226">
                        <a:extLst>
                          <a:ext uri="{FF2B5EF4-FFF2-40B4-BE49-F238E27FC236}">
                            <a16:creationId xmlns:a16="http://schemas.microsoft.com/office/drawing/2014/main" id="{8DA4BE3B-6C31-494A-B058-958725CBC7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952" name="组合 2951">
                  <a:extLst>
                    <a:ext uri="{FF2B5EF4-FFF2-40B4-BE49-F238E27FC236}">
                      <a16:creationId xmlns:a16="http://schemas.microsoft.com/office/drawing/2014/main" id="{3E4E1A93-1BD6-461B-93FA-532093960FD8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2953" name="任意多边形 6203">
                    <a:extLst>
                      <a:ext uri="{FF2B5EF4-FFF2-40B4-BE49-F238E27FC236}">
                        <a16:creationId xmlns:a16="http://schemas.microsoft.com/office/drawing/2014/main" id="{70666FCA-07D2-4E56-96DD-45773B79D75E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954" name="任意多边形 6204">
                    <a:extLst>
                      <a:ext uri="{FF2B5EF4-FFF2-40B4-BE49-F238E27FC236}">
                        <a16:creationId xmlns:a16="http://schemas.microsoft.com/office/drawing/2014/main" id="{AD5BD3B9-CB2B-4017-BFBD-6ABF2B655347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955" name="组合 2954">
                    <a:extLst>
                      <a:ext uri="{FF2B5EF4-FFF2-40B4-BE49-F238E27FC236}">
                        <a16:creationId xmlns:a16="http://schemas.microsoft.com/office/drawing/2014/main" id="{515DD829-2310-4C24-90D4-F283A25A3C40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2956" name="组合 2955">
                      <a:extLst>
                        <a:ext uri="{FF2B5EF4-FFF2-40B4-BE49-F238E27FC236}">
                          <a16:creationId xmlns:a16="http://schemas.microsoft.com/office/drawing/2014/main" id="{A239E8DA-C2B7-4999-AEB8-E9A6E5D652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2965" name="任意多边形 6215">
                        <a:extLst>
                          <a:ext uri="{FF2B5EF4-FFF2-40B4-BE49-F238E27FC236}">
                            <a16:creationId xmlns:a16="http://schemas.microsoft.com/office/drawing/2014/main" id="{62F4D083-E0CF-4FC3-A317-957905AD0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66" name="任意多边形 6216">
                        <a:extLst>
                          <a:ext uri="{FF2B5EF4-FFF2-40B4-BE49-F238E27FC236}">
                            <a16:creationId xmlns:a16="http://schemas.microsoft.com/office/drawing/2014/main" id="{399246CB-C4AE-407F-9CD4-8B933F247B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67" name="任意多边形 6217">
                        <a:extLst>
                          <a:ext uri="{FF2B5EF4-FFF2-40B4-BE49-F238E27FC236}">
                            <a16:creationId xmlns:a16="http://schemas.microsoft.com/office/drawing/2014/main" id="{9DD1B70E-4AA7-43D9-847B-26EDC8DC7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57" name="组合 2956">
                      <a:extLst>
                        <a:ext uri="{FF2B5EF4-FFF2-40B4-BE49-F238E27FC236}">
                          <a16:creationId xmlns:a16="http://schemas.microsoft.com/office/drawing/2014/main" id="{EB9B9285-54F0-4977-90C1-D7679A8E05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2962" name="任意多边形 6212">
                        <a:extLst>
                          <a:ext uri="{FF2B5EF4-FFF2-40B4-BE49-F238E27FC236}">
                            <a16:creationId xmlns:a16="http://schemas.microsoft.com/office/drawing/2014/main" id="{C7C45A91-DC24-404D-AA3A-14F47BB636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63" name="任意多边形 6213">
                        <a:extLst>
                          <a:ext uri="{FF2B5EF4-FFF2-40B4-BE49-F238E27FC236}">
                            <a16:creationId xmlns:a16="http://schemas.microsoft.com/office/drawing/2014/main" id="{39395843-7F18-4BBD-8CF4-2FF3BA906F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64" name="任意多边形 6214">
                        <a:extLst>
                          <a:ext uri="{FF2B5EF4-FFF2-40B4-BE49-F238E27FC236}">
                            <a16:creationId xmlns:a16="http://schemas.microsoft.com/office/drawing/2014/main" id="{78B044D6-B828-42E1-9EF4-3EC7A9AACF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58" name="组合 2957">
                      <a:extLst>
                        <a:ext uri="{FF2B5EF4-FFF2-40B4-BE49-F238E27FC236}">
                          <a16:creationId xmlns:a16="http://schemas.microsoft.com/office/drawing/2014/main" id="{9853FA43-30F5-47EB-A10F-DCBE9361D4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2959" name="任意多边形 6209">
                        <a:extLst>
                          <a:ext uri="{FF2B5EF4-FFF2-40B4-BE49-F238E27FC236}">
                            <a16:creationId xmlns:a16="http://schemas.microsoft.com/office/drawing/2014/main" id="{9EAB7403-5A39-4F7F-8E21-DE98B45BE4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60" name="任意多边形 6210">
                        <a:extLst>
                          <a:ext uri="{FF2B5EF4-FFF2-40B4-BE49-F238E27FC236}">
                            <a16:creationId xmlns:a16="http://schemas.microsoft.com/office/drawing/2014/main" id="{DA43ADD5-0711-453B-8A85-5998F00608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61" name="任意多边形 6211">
                        <a:extLst>
                          <a:ext uri="{FF2B5EF4-FFF2-40B4-BE49-F238E27FC236}">
                            <a16:creationId xmlns:a16="http://schemas.microsoft.com/office/drawing/2014/main" id="{F39980BD-53CE-45E1-AEAE-17CD66DE1C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656" name="组合 2655">
                <a:extLst>
                  <a:ext uri="{FF2B5EF4-FFF2-40B4-BE49-F238E27FC236}">
                    <a16:creationId xmlns:a16="http://schemas.microsoft.com/office/drawing/2014/main" id="{B618033D-0285-4B79-B8E5-FA045D14C5D0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2851" name="组合 2850">
                  <a:extLst>
                    <a:ext uri="{FF2B5EF4-FFF2-40B4-BE49-F238E27FC236}">
                      <a16:creationId xmlns:a16="http://schemas.microsoft.com/office/drawing/2014/main" id="{A11AF646-E340-4A39-9B10-E69F43C98A2A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2932" name="任意多边形 6182">
                    <a:extLst>
                      <a:ext uri="{FF2B5EF4-FFF2-40B4-BE49-F238E27FC236}">
                        <a16:creationId xmlns:a16="http://schemas.microsoft.com/office/drawing/2014/main" id="{4FF6BBD1-0565-456B-87B1-B3EC8DDF3992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933" name="任意多边形 6183">
                    <a:extLst>
                      <a:ext uri="{FF2B5EF4-FFF2-40B4-BE49-F238E27FC236}">
                        <a16:creationId xmlns:a16="http://schemas.microsoft.com/office/drawing/2014/main" id="{FE89C224-EE7B-4FE7-84E8-B0F09EFF619D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934" name="组合 2933">
                    <a:extLst>
                      <a:ext uri="{FF2B5EF4-FFF2-40B4-BE49-F238E27FC236}">
                        <a16:creationId xmlns:a16="http://schemas.microsoft.com/office/drawing/2014/main" id="{95A64321-B790-4481-909E-6EE9D6B501CB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2935" name="组合 2934">
                      <a:extLst>
                        <a:ext uri="{FF2B5EF4-FFF2-40B4-BE49-F238E27FC236}">
                          <a16:creationId xmlns:a16="http://schemas.microsoft.com/office/drawing/2014/main" id="{FA3F90A8-21FD-437C-AE7B-F0629B7A8E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2944" name="任意多边形 6194">
                        <a:extLst>
                          <a:ext uri="{FF2B5EF4-FFF2-40B4-BE49-F238E27FC236}">
                            <a16:creationId xmlns:a16="http://schemas.microsoft.com/office/drawing/2014/main" id="{661BD91D-FED5-47EA-B622-7483C00785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45" name="任意多边形 6195">
                        <a:extLst>
                          <a:ext uri="{FF2B5EF4-FFF2-40B4-BE49-F238E27FC236}">
                            <a16:creationId xmlns:a16="http://schemas.microsoft.com/office/drawing/2014/main" id="{9C159CEE-6012-49E5-82E1-85C2602E6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46" name="任意多边形 6196">
                        <a:extLst>
                          <a:ext uri="{FF2B5EF4-FFF2-40B4-BE49-F238E27FC236}">
                            <a16:creationId xmlns:a16="http://schemas.microsoft.com/office/drawing/2014/main" id="{20D7DAF2-B279-41EE-9F9F-4566A9EE88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36" name="组合 2935">
                      <a:extLst>
                        <a:ext uri="{FF2B5EF4-FFF2-40B4-BE49-F238E27FC236}">
                          <a16:creationId xmlns:a16="http://schemas.microsoft.com/office/drawing/2014/main" id="{B62513E5-2D7F-4A02-A5FE-025E1EE1FB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2941" name="任意多边形 6191">
                        <a:extLst>
                          <a:ext uri="{FF2B5EF4-FFF2-40B4-BE49-F238E27FC236}">
                            <a16:creationId xmlns:a16="http://schemas.microsoft.com/office/drawing/2014/main" id="{9A037C7F-FFFB-48A5-8FB5-807AF2F474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42" name="任意多边形 6192">
                        <a:extLst>
                          <a:ext uri="{FF2B5EF4-FFF2-40B4-BE49-F238E27FC236}">
                            <a16:creationId xmlns:a16="http://schemas.microsoft.com/office/drawing/2014/main" id="{5C62748B-1A8B-4932-87E8-671177F029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43" name="任意多边形 6193">
                        <a:extLst>
                          <a:ext uri="{FF2B5EF4-FFF2-40B4-BE49-F238E27FC236}">
                            <a16:creationId xmlns:a16="http://schemas.microsoft.com/office/drawing/2014/main" id="{FC73FED2-1090-4D4A-B1D8-993DC9CF98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37" name="组合 2936">
                      <a:extLst>
                        <a:ext uri="{FF2B5EF4-FFF2-40B4-BE49-F238E27FC236}">
                          <a16:creationId xmlns:a16="http://schemas.microsoft.com/office/drawing/2014/main" id="{C29B2E7A-53EB-40C8-9178-0DF1A7B4DD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2938" name="任意多边形 6188">
                        <a:extLst>
                          <a:ext uri="{FF2B5EF4-FFF2-40B4-BE49-F238E27FC236}">
                            <a16:creationId xmlns:a16="http://schemas.microsoft.com/office/drawing/2014/main" id="{009E80DF-21F0-46A4-942B-42BF628110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39" name="任意多边形 6189">
                        <a:extLst>
                          <a:ext uri="{FF2B5EF4-FFF2-40B4-BE49-F238E27FC236}">
                            <a16:creationId xmlns:a16="http://schemas.microsoft.com/office/drawing/2014/main" id="{82266909-3229-41FC-957E-B3FB4D966A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40" name="任意多边形 6190">
                        <a:extLst>
                          <a:ext uri="{FF2B5EF4-FFF2-40B4-BE49-F238E27FC236}">
                            <a16:creationId xmlns:a16="http://schemas.microsoft.com/office/drawing/2014/main" id="{2E8089FA-02CF-4E1E-A937-63A7E6B565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852" name="组合 2851">
                  <a:extLst>
                    <a:ext uri="{FF2B5EF4-FFF2-40B4-BE49-F238E27FC236}">
                      <a16:creationId xmlns:a16="http://schemas.microsoft.com/office/drawing/2014/main" id="{3BE055CA-6479-4924-A8C2-A1B929FE2DBF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2917" name="任意多边形 6167">
                    <a:extLst>
                      <a:ext uri="{FF2B5EF4-FFF2-40B4-BE49-F238E27FC236}">
                        <a16:creationId xmlns:a16="http://schemas.microsoft.com/office/drawing/2014/main" id="{FAB79B3C-458C-48C4-AF53-9A1F01350FA7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918" name="任意多边形 6168">
                    <a:extLst>
                      <a:ext uri="{FF2B5EF4-FFF2-40B4-BE49-F238E27FC236}">
                        <a16:creationId xmlns:a16="http://schemas.microsoft.com/office/drawing/2014/main" id="{171B6FC2-EEFD-42B3-93B2-795BB39D319B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919" name="组合 2918">
                    <a:extLst>
                      <a:ext uri="{FF2B5EF4-FFF2-40B4-BE49-F238E27FC236}">
                        <a16:creationId xmlns:a16="http://schemas.microsoft.com/office/drawing/2014/main" id="{36A4C000-BE49-43D1-8DD0-BC2BC78D603B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2920" name="组合 2919">
                      <a:extLst>
                        <a:ext uri="{FF2B5EF4-FFF2-40B4-BE49-F238E27FC236}">
                          <a16:creationId xmlns:a16="http://schemas.microsoft.com/office/drawing/2014/main" id="{D76E4F74-A244-4B55-8C16-B1B1E57560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2929" name="任意多边形 6179">
                        <a:extLst>
                          <a:ext uri="{FF2B5EF4-FFF2-40B4-BE49-F238E27FC236}">
                            <a16:creationId xmlns:a16="http://schemas.microsoft.com/office/drawing/2014/main" id="{A6CC150F-7351-4DF5-9808-959254B30F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30" name="任意多边形 6180">
                        <a:extLst>
                          <a:ext uri="{FF2B5EF4-FFF2-40B4-BE49-F238E27FC236}">
                            <a16:creationId xmlns:a16="http://schemas.microsoft.com/office/drawing/2014/main" id="{8D573300-4239-4A1B-B33D-DEA2160C13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31" name="任意多边形 6181">
                        <a:extLst>
                          <a:ext uri="{FF2B5EF4-FFF2-40B4-BE49-F238E27FC236}">
                            <a16:creationId xmlns:a16="http://schemas.microsoft.com/office/drawing/2014/main" id="{C4959142-4477-479F-8560-0E13AE6DCF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21" name="组合 2920">
                      <a:extLst>
                        <a:ext uri="{FF2B5EF4-FFF2-40B4-BE49-F238E27FC236}">
                          <a16:creationId xmlns:a16="http://schemas.microsoft.com/office/drawing/2014/main" id="{0A2926CC-2793-4E02-B91A-FDA089F530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2926" name="任意多边形 6176">
                        <a:extLst>
                          <a:ext uri="{FF2B5EF4-FFF2-40B4-BE49-F238E27FC236}">
                            <a16:creationId xmlns:a16="http://schemas.microsoft.com/office/drawing/2014/main" id="{AA1462B0-1AF5-4559-A679-492CF9F194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27" name="任意多边形 6177">
                        <a:extLst>
                          <a:ext uri="{FF2B5EF4-FFF2-40B4-BE49-F238E27FC236}">
                            <a16:creationId xmlns:a16="http://schemas.microsoft.com/office/drawing/2014/main" id="{EA844138-505F-4B66-A2B0-546353BBD9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28" name="任意多边形 6178">
                        <a:extLst>
                          <a:ext uri="{FF2B5EF4-FFF2-40B4-BE49-F238E27FC236}">
                            <a16:creationId xmlns:a16="http://schemas.microsoft.com/office/drawing/2014/main" id="{E98EAA4D-7681-423D-9A13-B022FFE0F5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22" name="组合 2921">
                      <a:extLst>
                        <a:ext uri="{FF2B5EF4-FFF2-40B4-BE49-F238E27FC236}">
                          <a16:creationId xmlns:a16="http://schemas.microsoft.com/office/drawing/2014/main" id="{1527E371-AB54-4BAA-9E70-609E3C9EAE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2923" name="任意多边形 6173">
                        <a:extLst>
                          <a:ext uri="{FF2B5EF4-FFF2-40B4-BE49-F238E27FC236}">
                            <a16:creationId xmlns:a16="http://schemas.microsoft.com/office/drawing/2014/main" id="{A115B4CF-0735-4273-8632-1199F88319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24" name="任意多边形 6174">
                        <a:extLst>
                          <a:ext uri="{FF2B5EF4-FFF2-40B4-BE49-F238E27FC236}">
                            <a16:creationId xmlns:a16="http://schemas.microsoft.com/office/drawing/2014/main" id="{2F352A88-C9AA-4CE6-BA30-2A8993310C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25" name="任意多边形 6175">
                        <a:extLst>
                          <a:ext uri="{FF2B5EF4-FFF2-40B4-BE49-F238E27FC236}">
                            <a16:creationId xmlns:a16="http://schemas.microsoft.com/office/drawing/2014/main" id="{6FB6F722-E389-4E9B-9A87-EED0DC8BD0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853" name="组合 2852">
                  <a:extLst>
                    <a:ext uri="{FF2B5EF4-FFF2-40B4-BE49-F238E27FC236}">
                      <a16:creationId xmlns:a16="http://schemas.microsoft.com/office/drawing/2014/main" id="{C9158A7A-D844-4DE6-B7C5-09EE34813A23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2902" name="任意多边形 6152">
                    <a:extLst>
                      <a:ext uri="{FF2B5EF4-FFF2-40B4-BE49-F238E27FC236}">
                        <a16:creationId xmlns:a16="http://schemas.microsoft.com/office/drawing/2014/main" id="{24FD7C62-AC0A-45F1-A65C-0901530C0BD1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903" name="任意多边形 6153">
                    <a:extLst>
                      <a:ext uri="{FF2B5EF4-FFF2-40B4-BE49-F238E27FC236}">
                        <a16:creationId xmlns:a16="http://schemas.microsoft.com/office/drawing/2014/main" id="{E6A4AFA1-C281-407F-8CA5-35FEEE6EA72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904" name="组合 2903">
                    <a:extLst>
                      <a:ext uri="{FF2B5EF4-FFF2-40B4-BE49-F238E27FC236}">
                        <a16:creationId xmlns:a16="http://schemas.microsoft.com/office/drawing/2014/main" id="{D8DA6596-891F-4577-9F6B-3019B03EBFE0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2905" name="组合 2904">
                      <a:extLst>
                        <a:ext uri="{FF2B5EF4-FFF2-40B4-BE49-F238E27FC236}">
                          <a16:creationId xmlns:a16="http://schemas.microsoft.com/office/drawing/2014/main" id="{C31691F0-24CB-4E72-826B-C48DE60090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2914" name="任意多边形 6164">
                        <a:extLst>
                          <a:ext uri="{FF2B5EF4-FFF2-40B4-BE49-F238E27FC236}">
                            <a16:creationId xmlns:a16="http://schemas.microsoft.com/office/drawing/2014/main" id="{610024BB-883D-49DF-B043-15255D26AD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15" name="任意多边形 6165">
                        <a:extLst>
                          <a:ext uri="{FF2B5EF4-FFF2-40B4-BE49-F238E27FC236}">
                            <a16:creationId xmlns:a16="http://schemas.microsoft.com/office/drawing/2014/main" id="{E55BCCA0-B132-45BE-98CC-AD379F16FD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16" name="任意多边形 6166">
                        <a:extLst>
                          <a:ext uri="{FF2B5EF4-FFF2-40B4-BE49-F238E27FC236}">
                            <a16:creationId xmlns:a16="http://schemas.microsoft.com/office/drawing/2014/main" id="{930F72C9-9EB4-4FE3-A36D-09371F43CF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06" name="组合 2905">
                      <a:extLst>
                        <a:ext uri="{FF2B5EF4-FFF2-40B4-BE49-F238E27FC236}">
                          <a16:creationId xmlns:a16="http://schemas.microsoft.com/office/drawing/2014/main" id="{F2ED14E2-A113-4DEB-B319-4409BDD2CC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2911" name="任意多边形 6161">
                        <a:extLst>
                          <a:ext uri="{FF2B5EF4-FFF2-40B4-BE49-F238E27FC236}">
                            <a16:creationId xmlns:a16="http://schemas.microsoft.com/office/drawing/2014/main" id="{B75D354C-E9EB-4A0A-964F-852680541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12" name="任意多边形 6162">
                        <a:extLst>
                          <a:ext uri="{FF2B5EF4-FFF2-40B4-BE49-F238E27FC236}">
                            <a16:creationId xmlns:a16="http://schemas.microsoft.com/office/drawing/2014/main" id="{A6400D34-C5D3-4128-A188-9279BC6448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13" name="任意多边形 6163">
                        <a:extLst>
                          <a:ext uri="{FF2B5EF4-FFF2-40B4-BE49-F238E27FC236}">
                            <a16:creationId xmlns:a16="http://schemas.microsoft.com/office/drawing/2014/main" id="{F423F65F-26F0-4C11-8179-F01BB8AA6E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907" name="组合 2906">
                      <a:extLst>
                        <a:ext uri="{FF2B5EF4-FFF2-40B4-BE49-F238E27FC236}">
                          <a16:creationId xmlns:a16="http://schemas.microsoft.com/office/drawing/2014/main" id="{F2442A36-2FEF-4154-9307-2737440D8F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2908" name="任意多边形 6158">
                        <a:extLst>
                          <a:ext uri="{FF2B5EF4-FFF2-40B4-BE49-F238E27FC236}">
                            <a16:creationId xmlns:a16="http://schemas.microsoft.com/office/drawing/2014/main" id="{CBAC5274-43FC-4E9B-9199-1A4C14B866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09" name="任意多边形 6159">
                        <a:extLst>
                          <a:ext uri="{FF2B5EF4-FFF2-40B4-BE49-F238E27FC236}">
                            <a16:creationId xmlns:a16="http://schemas.microsoft.com/office/drawing/2014/main" id="{F5139851-4B64-41A4-A380-A9E8601C78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10" name="任意多边形 6160">
                        <a:extLst>
                          <a:ext uri="{FF2B5EF4-FFF2-40B4-BE49-F238E27FC236}">
                            <a16:creationId xmlns:a16="http://schemas.microsoft.com/office/drawing/2014/main" id="{3A9F1A7E-2AD5-44DC-97CF-2990BC4FAE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854" name="组合 2853">
                  <a:extLst>
                    <a:ext uri="{FF2B5EF4-FFF2-40B4-BE49-F238E27FC236}">
                      <a16:creationId xmlns:a16="http://schemas.microsoft.com/office/drawing/2014/main" id="{3B0C381A-6746-4346-9E82-506568DA4DCC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2887" name="任意多边形 6137">
                    <a:extLst>
                      <a:ext uri="{FF2B5EF4-FFF2-40B4-BE49-F238E27FC236}">
                        <a16:creationId xmlns:a16="http://schemas.microsoft.com/office/drawing/2014/main" id="{F5FEDD55-1112-4176-8CB2-0DA5C84E0107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888" name="任意多边形 6138">
                    <a:extLst>
                      <a:ext uri="{FF2B5EF4-FFF2-40B4-BE49-F238E27FC236}">
                        <a16:creationId xmlns:a16="http://schemas.microsoft.com/office/drawing/2014/main" id="{E65CA876-4386-4250-AF8E-76B74AD84B25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889" name="组合 2888">
                    <a:extLst>
                      <a:ext uri="{FF2B5EF4-FFF2-40B4-BE49-F238E27FC236}">
                        <a16:creationId xmlns:a16="http://schemas.microsoft.com/office/drawing/2014/main" id="{86B61CCE-B029-4B97-A17C-F3AB4BBE107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2890" name="组合 2889">
                      <a:extLst>
                        <a:ext uri="{FF2B5EF4-FFF2-40B4-BE49-F238E27FC236}">
                          <a16:creationId xmlns:a16="http://schemas.microsoft.com/office/drawing/2014/main" id="{CB02E876-8704-44B8-91E8-87084E9C9F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2899" name="任意多边形 6149">
                        <a:extLst>
                          <a:ext uri="{FF2B5EF4-FFF2-40B4-BE49-F238E27FC236}">
                            <a16:creationId xmlns:a16="http://schemas.microsoft.com/office/drawing/2014/main" id="{7A976554-30CD-4F3D-A28D-7CE020C414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00" name="任意多边形 6150">
                        <a:extLst>
                          <a:ext uri="{FF2B5EF4-FFF2-40B4-BE49-F238E27FC236}">
                            <a16:creationId xmlns:a16="http://schemas.microsoft.com/office/drawing/2014/main" id="{E2B67412-74F0-42ED-92D5-C857C1E7FB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901" name="任意多边形 6151">
                        <a:extLst>
                          <a:ext uri="{FF2B5EF4-FFF2-40B4-BE49-F238E27FC236}">
                            <a16:creationId xmlns:a16="http://schemas.microsoft.com/office/drawing/2014/main" id="{ABCB2D6F-081A-47EC-9A31-391EF12B97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91" name="组合 2890">
                      <a:extLst>
                        <a:ext uri="{FF2B5EF4-FFF2-40B4-BE49-F238E27FC236}">
                          <a16:creationId xmlns:a16="http://schemas.microsoft.com/office/drawing/2014/main" id="{065FC653-40EE-4235-BBEC-18DC8C8150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2896" name="任意多边形 6146">
                        <a:extLst>
                          <a:ext uri="{FF2B5EF4-FFF2-40B4-BE49-F238E27FC236}">
                            <a16:creationId xmlns:a16="http://schemas.microsoft.com/office/drawing/2014/main" id="{721C959D-74BE-4CB7-AD17-E09FFD539D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97" name="任意多边形 6147">
                        <a:extLst>
                          <a:ext uri="{FF2B5EF4-FFF2-40B4-BE49-F238E27FC236}">
                            <a16:creationId xmlns:a16="http://schemas.microsoft.com/office/drawing/2014/main" id="{0591F58F-F864-4B2E-AE1D-274F424911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98" name="任意多边形 6148">
                        <a:extLst>
                          <a:ext uri="{FF2B5EF4-FFF2-40B4-BE49-F238E27FC236}">
                            <a16:creationId xmlns:a16="http://schemas.microsoft.com/office/drawing/2014/main" id="{2B7E94D2-975C-497B-8F27-AB22F305D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92" name="组合 2891">
                      <a:extLst>
                        <a:ext uri="{FF2B5EF4-FFF2-40B4-BE49-F238E27FC236}">
                          <a16:creationId xmlns:a16="http://schemas.microsoft.com/office/drawing/2014/main" id="{3AE5C026-2947-41C9-81CF-0C7151D0C5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2893" name="任意多边形 6143">
                        <a:extLst>
                          <a:ext uri="{FF2B5EF4-FFF2-40B4-BE49-F238E27FC236}">
                            <a16:creationId xmlns:a16="http://schemas.microsoft.com/office/drawing/2014/main" id="{D646FD58-FC0F-4D4C-864E-CF26EF670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94" name="任意多边形 6144">
                        <a:extLst>
                          <a:ext uri="{FF2B5EF4-FFF2-40B4-BE49-F238E27FC236}">
                            <a16:creationId xmlns:a16="http://schemas.microsoft.com/office/drawing/2014/main" id="{95D427BE-B289-40FE-B1C8-238BFE460D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95" name="任意多边形 6145">
                        <a:extLst>
                          <a:ext uri="{FF2B5EF4-FFF2-40B4-BE49-F238E27FC236}">
                            <a16:creationId xmlns:a16="http://schemas.microsoft.com/office/drawing/2014/main" id="{42E7D6D8-C1F7-4883-99DA-B3A0DAA7AD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855" name="组合 2854">
                  <a:extLst>
                    <a:ext uri="{FF2B5EF4-FFF2-40B4-BE49-F238E27FC236}">
                      <a16:creationId xmlns:a16="http://schemas.microsoft.com/office/drawing/2014/main" id="{6E021C36-32A0-4403-B5F1-0F8206E49BFD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2872" name="任意多边形 6122">
                    <a:extLst>
                      <a:ext uri="{FF2B5EF4-FFF2-40B4-BE49-F238E27FC236}">
                        <a16:creationId xmlns:a16="http://schemas.microsoft.com/office/drawing/2014/main" id="{5CE9C753-82E8-43F8-AB2D-AD6A95C5B72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873" name="任意多边形 6123">
                    <a:extLst>
                      <a:ext uri="{FF2B5EF4-FFF2-40B4-BE49-F238E27FC236}">
                        <a16:creationId xmlns:a16="http://schemas.microsoft.com/office/drawing/2014/main" id="{5045E2FB-9965-4778-8523-6ACF07FEC03E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874" name="组合 2873">
                    <a:extLst>
                      <a:ext uri="{FF2B5EF4-FFF2-40B4-BE49-F238E27FC236}">
                        <a16:creationId xmlns:a16="http://schemas.microsoft.com/office/drawing/2014/main" id="{A1EF3A02-19E2-4C13-AAC3-A9678FC66B7B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2875" name="组合 2874">
                      <a:extLst>
                        <a:ext uri="{FF2B5EF4-FFF2-40B4-BE49-F238E27FC236}">
                          <a16:creationId xmlns:a16="http://schemas.microsoft.com/office/drawing/2014/main" id="{34DDFF27-D722-43B9-A0CD-9836DA2E07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2884" name="任意多边形 6134">
                        <a:extLst>
                          <a:ext uri="{FF2B5EF4-FFF2-40B4-BE49-F238E27FC236}">
                            <a16:creationId xmlns:a16="http://schemas.microsoft.com/office/drawing/2014/main" id="{E7254299-F6EC-41BA-AD21-EE8FDC94C7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85" name="任意多边形 6135">
                        <a:extLst>
                          <a:ext uri="{FF2B5EF4-FFF2-40B4-BE49-F238E27FC236}">
                            <a16:creationId xmlns:a16="http://schemas.microsoft.com/office/drawing/2014/main" id="{2F0F7598-E8EE-4710-8D32-94FFC9389A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86" name="任意多边形 6136">
                        <a:extLst>
                          <a:ext uri="{FF2B5EF4-FFF2-40B4-BE49-F238E27FC236}">
                            <a16:creationId xmlns:a16="http://schemas.microsoft.com/office/drawing/2014/main" id="{DE648346-2DFD-47E1-A5DB-778B3B6C33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76" name="组合 2875">
                      <a:extLst>
                        <a:ext uri="{FF2B5EF4-FFF2-40B4-BE49-F238E27FC236}">
                          <a16:creationId xmlns:a16="http://schemas.microsoft.com/office/drawing/2014/main" id="{96CA451E-C59C-4ED5-A557-A83F79A9B1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2881" name="任意多边形 6131">
                        <a:extLst>
                          <a:ext uri="{FF2B5EF4-FFF2-40B4-BE49-F238E27FC236}">
                            <a16:creationId xmlns:a16="http://schemas.microsoft.com/office/drawing/2014/main" id="{5DED3EC8-621F-4150-B175-BF95FB0A9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82" name="任意多边形 6132">
                        <a:extLst>
                          <a:ext uri="{FF2B5EF4-FFF2-40B4-BE49-F238E27FC236}">
                            <a16:creationId xmlns:a16="http://schemas.microsoft.com/office/drawing/2014/main" id="{7F16DD19-FB6D-4848-9816-E851ECE28E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83" name="任意多边形 6133">
                        <a:extLst>
                          <a:ext uri="{FF2B5EF4-FFF2-40B4-BE49-F238E27FC236}">
                            <a16:creationId xmlns:a16="http://schemas.microsoft.com/office/drawing/2014/main" id="{ABE002AA-701A-4A95-B233-B0405A38E3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77" name="组合 2876">
                      <a:extLst>
                        <a:ext uri="{FF2B5EF4-FFF2-40B4-BE49-F238E27FC236}">
                          <a16:creationId xmlns:a16="http://schemas.microsoft.com/office/drawing/2014/main" id="{3DFA9A7D-AB58-4941-BAA6-B95CF8FE77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2878" name="任意多边形 6128">
                        <a:extLst>
                          <a:ext uri="{FF2B5EF4-FFF2-40B4-BE49-F238E27FC236}">
                            <a16:creationId xmlns:a16="http://schemas.microsoft.com/office/drawing/2014/main" id="{40F599AA-804D-4CE7-8495-FF7C093BD6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79" name="任意多边形 6129">
                        <a:extLst>
                          <a:ext uri="{FF2B5EF4-FFF2-40B4-BE49-F238E27FC236}">
                            <a16:creationId xmlns:a16="http://schemas.microsoft.com/office/drawing/2014/main" id="{5F771534-7CB0-49D2-B273-3433D0619B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80" name="任意多边形 6130">
                        <a:extLst>
                          <a:ext uri="{FF2B5EF4-FFF2-40B4-BE49-F238E27FC236}">
                            <a16:creationId xmlns:a16="http://schemas.microsoft.com/office/drawing/2014/main" id="{214352D0-4779-4E59-BDFA-5E6D105410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856" name="组合 2855">
                  <a:extLst>
                    <a:ext uri="{FF2B5EF4-FFF2-40B4-BE49-F238E27FC236}">
                      <a16:creationId xmlns:a16="http://schemas.microsoft.com/office/drawing/2014/main" id="{EA3F2AFF-4883-4EDF-B49D-6EB58372A1A7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2857" name="任意多边形 6107">
                    <a:extLst>
                      <a:ext uri="{FF2B5EF4-FFF2-40B4-BE49-F238E27FC236}">
                        <a16:creationId xmlns:a16="http://schemas.microsoft.com/office/drawing/2014/main" id="{81F829A3-47DF-4900-91FF-3BD2A0BABDE3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858" name="任意多边形 6108">
                    <a:extLst>
                      <a:ext uri="{FF2B5EF4-FFF2-40B4-BE49-F238E27FC236}">
                        <a16:creationId xmlns:a16="http://schemas.microsoft.com/office/drawing/2014/main" id="{44916B59-308F-4EBE-9362-7DFE889E0D2D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859" name="组合 2858">
                    <a:extLst>
                      <a:ext uri="{FF2B5EF4-FFF2-40B4-BE49-F238E27FC236}">
                        <a16:creationId xmlns:a16="http://schemas.microsoft.com/office/drawing/2014/main" id="{B69C045C-A7BA-4F42-8B29-4F57D10E39B5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2860" name="组合 2859">
                      <a:extLst>
                        <a:ext uri="{FF2B5EF4-FFF2-40B4-BE49-F238E27FC236}">
                          <a16:creationId xmlns:a16="http://schemas.microsoft.com/office/drawing/2014/main" id="{00C3D1DF-39C5-44FF-826B-447C75065C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2869" name="任意多边形 6119">
                        <a:extLst>
                          <a:ext uri="{FF2B5EF4-FFF2-40B4-BE49-F238E27FC236}">
                            <a16:creationId xmlns:a16="http://schemas.microsoft.com/office/drawing/2014/main" id="{21FE2C85-6600-454C-9DA1-EA294D804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70" name="任意多边形 6120">
                        <a:extLst>
                          <a:ext uri="{FF2B5EF4-FFF2-40B4-BE49-F238E27FC236}">
                            <a16:creationId xmlns:a16="http://schemas.microsoft.com/office/drawing/2014/main" id="{05A3E064-F3CA-45C9-B4B2-147636B688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71" name="任意多边形 6121">
                        <a:extLst>
                          <a:ext uri="{FF2B5EF4-FFF2-40B4-BE49-F238E27FC236}">
                            <a16:creationId xmlns:a16="http://schemas.microsoft.com/office/drawing/2014/main" id="{50D77832-4036-4826-B467-0B5E0D49BC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61" name="组合 2860">
                      <a:extLst>
                        <a:ext uri="{FF2B5EF4-FFF2-40B4-BE49-F238E27FC236}">
                          <a16:creationId xmlns:a16="http://schemas.microsoft.com/office/drawing/2014/main" id="{1AD0FEAA-F907-4FBC-A59F-51F395815D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2866" name="任意多边形 6116">
                        <a:extLst>
                          <a:ext uri="{FF2B5EF4-FFF2-40B4-BE49-F238E27FC236}">
                            <a16:creationId xmlns:a16="http://schemas.microsoft.com/office/drawing/2014/main" id="{D062C7F1-EDB7-4D9A-A9F3-DB999C932D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67" name="任意多边形 6117">
                        <a:extLst>
                          <a:ext uri="{FF2B5EF4-FFF2-40B4-BE49-F238E27FC236}">
                            <a16:creationId xmlns:a16="http://schemas.microsoft.com/office/drawing/2014/main" id="{B22C11E8-D9F3-4A02-87D3-5812676DDA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68" name="任意多边形 6118">
                        <a:extLst>
                          <a:ext uri="{FF2B5EF4-FFF2-40B4-BE49-F238E27FC236}">
                            <a16:creationId xmlns:a16="http://schemas.microsoft.com/office/drawing/2014/main" id="{9B2BDA4D-3208-4870-89BE-FAC3C70A8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62" name="组合 2861">
                      <a:extLst>
                        <a:ext uri="{FF2B5EF4-FFF2-40B4-BE49-F238E27FC236}">
                          <a16:creationId xmlns:a16="http://schemas.microsoft.com/office/drawing/2014/main" id="{9E537E21-20B1-4415-80E4-F0A67FB5BA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2863" name="任意多边形 6113">
                        <a:extLst>
                          <a:ext uri="{FF2B5EF4-FFF2-40B4-BE49-F238E27FC236}">
                            <a16:creationId xmlns:a16="http://schemas.microsoft.com/office/drawing/2014/main" id="{55DC74B9-0FD3-4CFC-914C-FE7D0604D6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64" name="任意多边形 6114">
                        <a:extLst>
                          <a:ext uri="{FF2B5EF4-FFF2-40B4-BE49-F238E27FC236}">
                            <a16:creationId xmlns:a16="http://schemas.microsoft.com/office/drawing/2014/main" id="{CAF62C84-6CE9-4500-8FDC-ABE432E8CA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65" name="任意多边形 6115">
                        <a:extLst>
                          <a:ext uri="{FF2B5EF4-FFF2-40B4-BE49-F238E27FC236}">
                            <a16:creationId xmlns:a16="http://schemas.microsoft.com/office/drawing/2014/main" id="{2DD7DEC2-3380-4A46-B84F-FE20C9FEDA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657" name="组合 2656">
                <a:extLst>
                  <a:ext uri="{FF2B5EF4-FFF2-40B4-BE49-F238E27FC236}">
                    <a16:creationId xmlns:a16="http://schemas.microsoft.com/office/drawing/2014/main" id="{5A4B8753-86D5-47FB-B654-5C14BB84BCB7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2755" name="组合 2754">
                  <a:extLst>
                    <a:ext uri="{FF2B5EF4-FFF2-40B4-BE49-F238E27FC236}">
                      <a16:creationId xmlns:a16="http://schemas.microsoft.com/office/drawing/2014/main" id="{045AA03A-2C66-458B-8A9D-7ABA61BCBD0F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2836" name="任意多边形 6086">
                    <a:extLst>
                      <a:ext uri="{FF2B5EF4-FFF2-40B4-BE49-F238E27FC236}">
                        <a16:creationId xmlns:a16="http://schemas.microsoft.com/office/drawing/2014/main" id="{DD587B6A-0284-4ED3-90C9-AEC371EBE05F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837" name="任意多边形 6087">
                    <a:extLst>
                      <a:ext uri="{FF2B5EF4-FFF2-40B4-BE49-F238E27FC236}">
                        <a16:creationId xmlns:a16="http://schemas.microsoft.com/office/drawing/2014/main" id="{50E96312-AC50-445A-A83B-F2438455F264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838" name="组合 2837">
                    <a:extLst>
                      <a:ext uri="{FF2B5EF4-FFF2-40B4-BE49-F238E27FC236}">
                        <a16:creationId xmlns:a16="http://schemas.microsoft.com/office/drawing/2014/main" id="{32ACBFBD-B569-4317-A0A3-C28863C849A4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2839" name="组合 2838">
                      <a:extLst>
                        <a:ext uri="{FF2B5EF4-FFF2-40B4-BE49-F238E27FC236}">
                          <a16:creationId xmlns:a16="http://schemas.microsoft.com/office/drawing/2014/main" id="{AED019FD-1AEA-4A5C-B1BE-2B8EC4A801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2848" name="任意多边形 6098">
                        <a:extLst>
                          <a:ext uri="{FF2B5EF4-FFF2-40B4-BE49-F238E27FC236}">
                            <a16:creationId xmlns:a16="http://schemas.microsoft.com/office/drawing/2014/main" id="{26B276C5-DBA1-40E9-B6F4-A3AB105C15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49" name="任意多边形 6099">
                        <a:extLst>
                          <a:ext uri="{FF2B5EF4-FFF2-40B4-BE49-F238E27FC236}">
                            <a16:creationId xmlns:a16="http://schemas.microsoft.com/office/drawing/2014/main" id="{651E34A4-4B6D-4A5D-A375-F7278C8CA4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50" name="任意多边形 6100">
                        <a:extLst>
                          <a:ext uri="{FF2B5EF4-FFF2-40B4-BE49-F238E27FC236}">
                            <a16:creationId xmlns:a16="http://schemas.microsoft.com/office/drawing/2014/main" id="{AC4E6296-D782-4791-B795-9AD7178B57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40" name="组合 2839">
                      <a:extLst>
                        <a:ext uri="{FF2B5EF4-FFF2-40B4-BE49-F238E27FC236}">
                          <a16:creationId xmlns:a16="http://schemas.microsoft.com/office/drawing/2014/main" id="{70730F8A-46DA-48D3-AF24-BD8BC7242B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2845" name="任意多边形 6095">
                        <a:extLst>
                          <a:ext uri="{FF2B5EF4-FFF2-40B4-BE49-F238E27FC236}">
                            <a16:creationId xmlns:a16="http://schemas.microsoft.com/office/drawing/2014/main" id="{5EB3F985-6618-4C9F-9ADB-7D6B6A5628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46" name="任意多边形 6096">
                        <a:extLst>
                          <a:ext uri="{FF2B5EF4-FFF2-40B4-BE49-F238E27FC236}">
                            <a16:creationId xmlns:a16="http://schemas.microsoft.com/office/drawing/2014/main" id="{97AAB7F0-7A2E-43EF-B72C-F0CAC8CF95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47" name="任意多边形 6097">
                        <a:extLst>
                          <a:ext uri="{FF2B5EF4-FFF2-40B4-BE49-F238E27FC236}">
                            <a16:creationId xmlns:a16="http://schemas.microsoft.com/office/drawing/2014/main" id="{021FC030-3E00-43FA-B38D-E267CBC267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41" name="组合 2840">
                      <a:extLst>
                        <a:ext uri="{FF2B5EF4-FFF2-40B4-BE49-F238E27FC236}">
                          <a16:creationId xmlns:a16="http://schemas.microsoft.com/office/drawing/2014/main" id="{4492BDBE-CEB9-439C-8DA9-931F697ED1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2842" name="任意多边形 6092">
                        <a:extLst>
                          <a:ext uri="{FF2B5EF4-FFF2-40B4-BE49-F238E27FC236}">
                            <a16:creationId xmlns:a16="http://schemas.microsoft.com/office/drawing/2014/main" id="{33EEB843-318F-4755-A25B-9EE6E18CBA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43" name="任意多边形 6093">
                        <a:extLst>
                          <a:ext uri="{FF2B5EF4-FFF2-40B4-BE49-F238E27FC236}">
                            <a16:creationId xmlns:a16="http://schemas.microsoft.com/office/drawing/2014/main" id="{29C2F2BE-99B1-4941-8C59-7F72389FD6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44" name="任意多边形 6094">
                        <a:extLst>
                          <a:ext uri="{FF2B5EF4-FFF2-40B4-BE49-F238E27FC236}">
                            <a16:creationId xmlns:a16="http://schemas.microsoft.com/office/drawing/2014/main" id="{8433B65F-04AD-42FD-B607-D1762994E8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756" name="组合 2755">
                  <a:extLst>
                    <a:ext uri="{FF2B5EF4-FFF2-40B4-BE49-F238E27FC236}">
                      <a16:creationId xmlns:a16="http://schemas.microsoft.com/office/drawing/2014/main" id="{80C88D10-B7CA-4263-A9F8-BEDB0FE502D1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2821" name="任意多边形 6071">
                    <a:extLst>
                      <a:ext uri="{FF2B5EF4-FFF2-40B4-BE49-F238E27FC236}">
                        <a16:creationId xmlns:a16="http://schemas.microsoft.com/office/drawing/2014/main" id="{0A65042D-33E0-4BC1-99EB-4C6E4F5B4287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822" name="任意多边形 6072">
                    <a:extLst>
                      <a:ext uri="{FF2B5EF4-FFF2-40B4-BE49-F238E27FC236}">
                        <a16:creationId xmlns:a16="http://schemas.microsoft.com/office/drawing/2014/main" id="{96E9D7DE-A2DB-4FD3-B340-58DBE3FB9A09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823" name="组合 2822">
                    <a:extLst>
                      <a:ext uri="{FF2B5EF4-FFF2-40B4-BE49-F238E27FC236}">
                        <a16:creationId xmlns:a16="http://schemas.microsoft.com/office/drawing/2014/main" id="{1E1CF134-F70D-4F27-98B1-BC707498AA78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2824" name="组合 2823">
                      <a:extLst>
                        <a:ext uri="{FF2B5EF4-FFF2-40B4-BE49-F238E27FC236}">
                          <a16:creationId xmlns:a16="http://schemas.microsoft.com/office/drawing/2014/main" id="{F2469761-1A97-4F67-8B7E-7ACBCFA7B9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2833" name="任意多边形 6083">
                        <a:extLst>
                          <a:ext uri="{FF2B5EF4-FFF2-40B4-BE49-F238E27FC236}">
                            <a16:creationId xmlns:a16="http://schemas.microsoft.com/office/drawing/2014/main" id="{35D4E435-63C1-4E8C-8BB2-2F0715AD28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34" name="任意多边形 6084">
                        <a:extLst>
                          <a:ext uri="{FF2B5EF4-FFF2-40B4-BE49-F238E27FC236}">
                            <a16:creationId xmlns:a16="http://schemas.microsoft.com/office/drawing/2014/main" id="{9A8766AA-7825-414F-9A01-DF7E6536EA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35" name="任意多边形 6085">
                        <a:extLst>
                          <a:ext uri="{FF2B5EF4-FFF2-40B4-BE49-F238E27FC236}">
                            <a16:creationId xmlns:a16="http://schemas.microsoft.com/office/drawing/2014/main" id="{3E9F3E26-1D8F-4D44-8723-82DD9175FE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25" name="组合 2824">
                      <a:extLst>
                        <a:ext uri="{FF2B5EF4-FFF2-40B4-BE49-F238E27FC236}">
                          <a16:creationId xmlns:a16="http://schemas.microsoft.com/office/drawing/2014/main" id="{5ADCD3DA-3AF2-4164-AC9E-782105F2B0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2830" name="任意多边形 6080">
                        <a:extLst>
                          <a:ext uri="{FF2B5EF4-FFF2-40B4-BE49-F238E27FC236}">
                            <a16:creationId xmlns:a16="http://schemas.microsoft.com/office/drawing/2014/main" id="{7E68AD26-112A-4B0A-99D9-6BCF79CC56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31" name="任意多边形 6081">
                        <a:extLst>
                          <a:ext uri="{FF2B5EF4-FFF2-40B4-BE49-F238E27FC236}">
                            <a16:creationId xmlns:a16="http://schemas.microsoft.com/office/drawing/2014/main" id="{97BD7C78-F8F2-4E53-8534-EAB1FD60DD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32" name="任意多边形 6082">
                        <a:extLst>
                          <a:ext uri="{FF2B5EF4-FFF2-40B4-BE49-F238E27FC236}">
                            <a16:creationId xmlns:a16="http://schemas.microsoft.com/office/drawing/2014/main" id="{4E255391-53AB-46A4-954B-2FAE0C5F5B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26" name="组合 2825">
                      <a:extLst>
                        <a:ext uri="{FF2B5EF4-FFF2-40B4-BE49-F238E27FC236}">
                          <a16:creationId xmlns:a16="http://schemas.microsoft.com/office/drawing/2014/main" id="{E5F01610-1211-4565-A8A6-64BA3144C4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2827" name="任意多边形 6077">
                        <a:extLst>
                          <a:ext uri="{FF2B5EF4-FFF2-40B4-BE49-F238E27FC236}">
                            <a16:creationId xmlns:a16="http://schemas.microsoft.com/office/drawing/2014/main" id="{F573576D-6345-494C-AF53-E5BC6E2969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28" name="任意多边形 6078">
                        <a:extLst>
                          <a:ext uri="{FF2B5EF4-FFF2-40B4-BE49-F238E27FC236}">
                            <a16:creationId xmlns:a16="http://schemas.microsoft.com/office/drawing/2014/main" id="{1A3DC6B5-6193-4D62-AD64-FEED272A3C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29" name="任意多边形 6079">
                        <a:extLst>
                          <a:ext uri="{FF2B5EF4-FFF2-40B4-BE49-F238E27FC236}">
                            <a16:creationId xmlns:a16="http://schemas.microsoft.com/office/drawing/2014/main" id="{57F45653-C694-477F-9772-C143B381C6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757" name="组合 2756">
                  <a:extLst>
                    <a:ext uri="{FF2B5EF4-FFF2-40B4-BE49-F238E27FC236}">
                      <a16:creationId xmlns:a16="http://schemas.microsoft.com/office/drawing/2014/main" id="{F793072D-E77D-4548-8B27-EE7FE2EBF9CA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2806" name="任意多边形 6056">
                    <a:extLst>
                      <a:ext uri="{FF2B5EF4-FFF2-40B4-BE49-F238E27FC236}">
                        <a16:creationId xmlns:a16="http://schemas.microsoft.com/office/drawing/2014/main" id="{B5459507-812F-4515-A6B6-4CDEE5457ACD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807" name="任意多边形 6057">
                    <a:extLst>
                      <a:ext uri="{FF2B5EF4-FFF2-40B4-BE49-F238E27FC236}">
                        <a16:creationId xmlns:a16="http://schemas.microsoft.com/office/drawing/2014/main" id="{EE89AEDF-2800-4443-8243-3A181250AF3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808" name="组合 2807">
                    <a:extLst>
                      <a:ext uri="{FF2B5EF4-FFF2-40B4-BE49-F238E27FC236}">
                        <a16:creationId xmlns:a16="http://schemas.microsoft.com/office/drawing/2014/main" id="{FB19687A-A2EA-4FF9-8638-0DFAA56BD08F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2809" name="组合 2808">
                      <a:extLst>
                        <a:ext uri="{FF2B5EF4-FFF2-40B4-BE49-F238E27FC236}">
                          <a16:creationId xmlns:a16="http://schemas.microsoft.com/office/drawing/2014/main" id="{AEDE6D3D-1987-4F79-934A-15A7D905CB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2818" name="任意多边形 6068">
                        <a:extLst>
                          <a:ext uri="{FF2B5EF4-FFF2-40B4-BE49-F238E27FC236}">
                            <a16:creationId xmlns:a16="http://schemas.microsoft.com/office/drawing/2014/main" id="{66677617-3C76-4B09-BF25-50462BC039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19" name="任意多边形 6069">
                        <a:extLst>
                          <a:ext uri="{FF2B5EF4-FFF2-40B4-BE49-F238E27FC236}">
                            <a16:creationId xmlns:a16="http://schemas.microsoft.com/office/drawing/2014/main" id="{AE579110-8159-40C1-9481-B6D8CBCA18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20" name="任意多边形 6070">
                        <a:extLst>
                          <a:ext uri="{FF2B5EF4-FFF2-40B4-BE49-F238E27FC236}">
                            <a16:creationId xmlns:a16="http://schemas.microsoft.com/office/drawing/2014/main" id="{9D61AC95-94A4-447F-BC5A-6F8983C6B4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10" name="组合 2809">
                      <a:extLst>
                        <a:ext uri="{FF2B5EF4-FFF2-40B4-BE49-F238E27FC236}">
                          <a16:creationId xmlns:a16="http://schemas.microsoft.com/office/drawing/2014/main" id="{3CF25831-0A6A-4B98-B216-387037020D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2815" name="任意多边形 6065">
                        <a:extLst>
                          <a:ext uri="{FF2B5EF4-FFF2-40B4-BE49-F238E27FC236}">
                            <a16:creationId xmlns:a16="http://schemas.microsoft.com/office/drawing/2014/main" id="{14C73441-0312-4937-BEAC-E27AFB9AE7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16" name="任意多边形 6066">
                        <a:extLst>
                          <a:ext uri="{FF2B5EF4-FFF2-40B4-BE49-F238E27FC236}">
                            <a16:creationId xmlns:a16="http://schemas.microsoft.com/office/drawing/2014/main" id="{880D14A5-6DE2-4CD7-B301-4C16FE546C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17" name="任意多边形 6067">
                        <a:extLst>
                          <a:ext uri="{FF2B5EF4-FFF2-40B4-BE49-F238E27FC236}">
                            <a16:creationId xmlns:a16="http://schemas.microsoft.com/office/drawing/2014/main" id="{3926BA3D-C452-48D3-BBD4-DB25875F0E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811" name="组合 2810">
                      <a:extLst>
                        <a:ext uri="{FF2B5EF4-FFF2-40B4-BE49-F238E27FC236}">
                          <a16:creationId xmlns:a16="http://schemas.microsoft.com/office/drawing/2014/main" id="{DD79B800-7EE7-43F1-83B5-39D716B511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2812" name="任意多边形 6062">
                        <a:extLst>
                          <a:ext uri="{FF2B5EF4-FFF2-40B4-BE49-F238E27FC236}">
                            <a16:creationId xmlns:a16="http://schemas.microsoft.com/office/drawing/2014/main" id="{4D53F7E2-54D9-4D3E-A52E-989D02DB42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13" name="任意多边形 6063">
                        <a:extLst>
                          <a:ext uri="{FF2B5EF4-FFF2-40B4-BE49-F238E27FC236}">
                            <a16:creationId xmlns:a16="http://schemas.microsoft.com/office/drawing/2014/main" id="{DE142217-B25A-4D1E-95D2-97251CF372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14" name="任意多边形 6064">
                        <a:extLst>
                          <a:ext uri="{FF2B5EF4-FFF2-40B4-BE49-F238E27FC236}">
                            <a16:creationId xmlns:a16="http://schemas.microsoft.com/office/drawing/2014/main" id="{81C1CCB9-9642-4A1A-B36F-34D828365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758" name="组合 2757">
                  <a:extLst>
                    <a:ext uri="{FF2B5EF4-FFF2-40B4-BE49-F238E27FC236}">
                      <a16:creationId xmlns:a16="http://schemas.microsoft.com/office/drawing/2014/main" id="{B91DB2E2-D56A-4C03-AE87-AFD231FA8274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2791" name="任意多边形 6041">
                    <a:extLst>
                      <a:ext uri="{FF2B5EF4-FFF2-40B4-BE49-F238E27FC236}">
                        <a16:creationId xmlns:a16="http://schemas.microsoft.com/office/drawing/2014/main" id="{42839EAD-CA71-4E62-AFB8-56291BA37DA7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792" name="任意多边形 6042">
                    <a:extLst>
                      <a:ext uri="{FF2B5EF4-FFF2-40B4-BE49-F238E27FC236}">
                        <a16:creationId xmlns:a16="http://schemas.microsoft.com/office/drawing/2014/main" id="{8B755A42-B876-4EEE-A0B9-E0335B8107E1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793" name="组合 2792">
                    <a:extLst>
                      <a:ext uri="{FF2B5EF4-FFF2-40B4-BE49-F238E27FC236}">
                        <a16:creationId xmlns:a16="http://schemas.microsoft.com/office/drawing/2014/main" id="{F7E02220-07F3-4257-9868-AE4B9474CC14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2794" name="组合 2793">
                      <a:extLst>
                        <a:ext uri="{FF2B5EF4-FFF2-40B4-BE49-F238E27FC236}">
                          <a16:creationId xmlns:a16="http://schemas.microsoft.com/office/drawing/2014/main" id="{615389B8-612D-45EF-BD2C-EEC53D777C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2803" name="任意多边形 6053">
                        <a:extLst>
                          <a:ext uri="{FF2B5EF4-FFF2-40B4-BE49-F238E27FC236}">
                            <a16:creationId xmlns:a16="http://schemas.microsoft.com/office/drawing/2014/main" id="{B3C24AE7-ED9A-4F87-9563-2EE0A28B3E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04" name="任意多边形 6054">
                        <a:extLst>
                          <a:ext uri="{FF2B5EF4-FFF2-40B4-BE49-F238E27FC236}">
                            <a16:creationId xmlns:a16="http://schemas.microsoft.com/office/drawing/2014/main" id="{C6E0942A-C544-41F1-BD70-0764FCBDA2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05" name="任意多边形 6055">
                        <a:extLst>
                          <a:ext uri="{FF2B5EF4-FFF2-40B4-BE49-F238E27FC236}">
                            <a16:creationId xmlns:a16="http://schemas.microsoft.com/office/drawing/2014/main" id="{274D398A-6BB6-4592-9730-F7B3E26F80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95" name="组合 2794">
                      <a:extLst>
                        <a:ext uri="{FF2B5EF4-FFF2-40B4-BE49-F238E27FC236}">
                          <a16:creationId xmlns:a16="http://schemas.microsoft.com/office/drawing/2014/main" id="{DF9263F3-D732-455B-8203-DF024EF155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2800" name="任意多边形 6050">
                        <a:extLst>
                          <a:ext uri="{FF2B5EF4-FFF2-40B4-BE49-F238E27FC236}">
                            <a16:creationId xmlns:a16="http://schemas.microsoft.com/office/drawing/2014/main" id="{B6E78A77-51F4-481A-842E-60FDA3ADA2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01" name="任意多边形 6051">
                        <a:extLst>
                          <a:ext uri="{FF2B5EF4-FFF2-40B4-BE49-F238E27FC236}">
                            <a16:creationId xmlns:a16="http://schemas.microsoft.com/office/drawing/2014/main" id="{34E37F32-010A-4A38-B93A-2CF426EF5A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802" name="任意多边形 6052">
                        <a:extLst>
                          <a:ext uri="{FF2B5EF4-FFF2-40B4-BE49-F238E27FC236}">
                            <a16:creationId xmlns:a16="http://schemas.microsoft.com/office/drawing/2014/main" id="{277B91D6-C6E5-4C5B-B9F0-710F5A86EC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96" name="组合 2795">
                      <a:extLst>
                        <a:ext uri="{FF2B5EF4-FFF2-40B4-BE49-F238E27FC236}">
                          <a16:creationId xmlns:a16="http://schemas.microsoft.com/office/drawing/2014/main" id="{249DEE30-59F0-465E-83C8-D4EB30E4A2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2797" name="任意多边形 6047">
                        <a:extLst>
                          <a:ext uri="{FF2B5EF4-FFF2-40B4-BE49-F238E27FC236}">
                            <a16:creationId xmlns:a16="http://schemas.microsoft.com/office/drawing/2014/main" id="{C6841C8D-36E5-4DE8-94AA-35ADCD8BE0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98" name="任意多边形 6048">
                        <a:extLst>
                          <a:ext uri="{FF2B5EF4-FFF2-40B4-BE49-F238E27FC236}">
                            <a16:creationId xmlns:a16="http://schemas.microsoft.com/office/drawing/2014/main" id="{911B8655-3830-4892-97BF-1C71110064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99" name="任意多边形 6049">
                        <a:extLst>
                          <a:ext uri="{FF2B5EF4-FFF2-40B4-BE49-F238E27FC236}">
                            <a16:creationId xmlns:a16="http://schemas.microsoft.com/office/drawing/2014/main" id="{16FAFC2F-D452-4600-BCF7-67A6079F04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759" name="组合 2758">
                  <a:extLst>
                    <a:ext uri="{FF2B5EF4-FFF2-40B4-BE49-F238E27FC236}">
                      <a16:creationId xmlns:a16="http://schemas.microsoft.com/office/drawing/2014/main" id="{EBF035E7-90BE-4B9D-A3F7-48070533F10B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2776" name="任意多边形 6026">
                    <a:extLst>
                      <a:ext uri="{FF2B5EF4-FFF2-40B4-BE49-F238E27FC236}">
                        <a16:creationId xmlns:a16="http://schemas.microsoft.com/office/drawing/2014/main" id="{C5A7E5D3-F2FD-4DBD-92C7-9F6F4FABE9EB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777" name="任意多边形 6027">
                    <a:extLst>
                      <a:ext uri="{FF2B5EF4-FFF2-40B4-BE49-F238E27FC236}">
                        <a16:creationId xmlns:a16="http://schemas.microsoft.com/office/drawing/2014/main" id="{03959219-7171-4FB1-BC39-153A2B8E2FD2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778" name="组合 2777">
                    <a:extLst>
                      <a:ext uri="{FF2B5EF4-FFF2-40B4-BE49-F238E27FC236}">
                        <a16:creationId xmlns:a16="http://schemas.microsoft.com/office/drawing/2014/main" id="{469A0E75-47F5-4C14-A5DE-8E66F760840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2779" name="组合 2778">
                      <a:extLst>
                        <a:ext uri="{FF2B5EF4-FFF2-40B4-BE49-F238E27FC236}">
                          <a16:creationId xmlns:a16="http://schemas.microsoft.com/office/drawing/2014/main" id="{0D609E01-6062-4C3F-8840-52AB3BD17A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2788" name="任意多边形 6038">
                        <a:extLst>
                          <a:ext uri="{FF2B5EF4-FFF2-40B4-BE49-F238E27FC236}">
                            <a16:creationId xmlns:a16="http://schemas.microsoft.com/office/drawing/2014/main" id="{D3047CB2-E6E5-4775-931F-304F2DA573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89" name="任意多边形 6039">
                        <a:extLst>
                          <a:ext uri="{FF2B5EF4-FFF2-40B4-BE49-F238E27FC236}">
                            <a16:creationId xmlns:a16="http://schemas.microsoft.com/office/drawing/2014/main" id="{DDFC52D0-3D9A-4F8A-8C65-7AD7F638B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90" name="任意多边形 6040">
                        <a:extLst>
                          <a:ext uri="{FF2B5EF4-FFF2-40B4-BE49-F238E27FC236}">
                            <a16:creationId xmlns:a16="http://schemas.microsoft.com/office/drawing/2014/main" id="{EEE8F01D-0B53-4DC5-BE08-6C1F74147A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80" name="组合 2779">
                      <a:extLst>
                        <a:ext uri="{FF2B5EF4-FFF2-40B4-BE49-F238E27FC236}">
                          <a16:creationId xmlns:a16="http://schemas.microsoft.com/office/drawing/2014/main" id="{C32CA8D2-9D27-4344-BEE1-A55B3FE79A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2785" name="任意多边形 6035">
                        <a:extLst>
                          <a:ext uri="{FF2B5EF4-FFF2-40B4-BE49-F238E27FC236}">
                            <a16:creationId xmlns:a16="http://schemas.microsoft.com/office/drawing/2014/main" id="{99DB3EF3-E5C4-45C2-88E0-3858D6995B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86" name="任意多边形 6036">
                        <a:extLst>
                          <a:ext uri="{FF2B5EF4-FFF2-40B4-BE49-F238E27FC236}">
                            <a16:creationId xmlns:a16="http://schemas.microsoft.com/office/drawing/2014/main" id="{3A16CF0C-9F93-44F1-99B7-740E764B3D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87" name="任意多边形 6037">
                        <a:extLst>
                          <a:ext uri="{FF2B5EF4-FFF2-40B4-BE49-F238E27FC236}">
                            <a16:creationId xmlns:a16="http://schemas.microsoft.com/office/drawing/2014/main" id="{AF385AC4-FD6E-405C-9A4B-81E1F66AC1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81" name="组合 2780">
                      <a:extLst>
                        <a:ext uri="{FF2B5EF4-FFF2-40B4-BE49-F238E27FC236}">
                          <a16:creationId xmlns:a16="http://schemas.microsoft.com/office/drawing/2014/main" id="{E3E96641-120F-45FE-B744-E9492317FF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2782" name="任意多边形 6032">
                        <a:extLst>
                          <a:ext uri="{FF2B5EF4-FFF2-40B4-BE49-F238E27FC236}">
                            <a16:creationId xmlns:a16="http://schemas.microsoft.com/office/drawing/2014/main" id="{4807634A-93B5-4B80-968E-F232C0372E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83" name="任意多边形 6033">
                        <a:extLst>
                          <a:ext uri="{FF2B5EF4-FFF2-40B4-BE49-F238E27FC236}">
                            <a16:creationId xmlns:a16="http://schemas.microsoft.com/office/drawing/2014/main" id="{3C125AFE-01EF-442A-A7C1-A9EAD30B61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84" name="任意多边形 6034">
                        <a:extLst>
                          <a:ext uri="{FF2B5EF4-FFF2-40B4-BE49-F238E27FC236}">
                            <a16:creationId xmlns:a16="http://schemas.microsoft.com/office/drawing/2014/main" id="{3D2AC9D6-8223-4F00-8BCD-5664AD8FB9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760" name="组合 2759">
                  <a:extLst>
                    <a:ext uri="{FF2B5EF4-FFF2-40B4-BE49-F238E27FC236}">
                      <a16:creationId xmlns:a16="http://schemas.microsoft.com/office/drawing/2014/main" id="{1462D76C-4150-43DA-8AD9-A69BE3A1465E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2761" name="任意多边形 6011">
                    <a:extLst>
                      <a:ext uri="{FF2B5EF4-FFF2-40B4-BE49-F238E27FC236}">
                        <a16:creationId xmlns:a16="http://schemas.microsoft.com/office/drawing/2014/main" id="{10E06878-3802-458F-8F9A-02353523EB73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762" name="任意多边形 6012">
                    <a:extLst>
                      <a:ext uri="{FF2B5EF4-FFF2-40B4-BE49-F238E27FC236}">
                        <a16:creationId xmlns:a16="http://schemas.microsoft.com/office/drawing/2014/main" id="{34AD6406-DB71-41D1-80B1-2C3606A019C5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763" name="组合 2762">
                    <a:extLst>
                      <a:ext uri="{FF2B5EF4-FFF2-40B4-BE49-F238E27FC236}">
                        <a16:creationId xmlns:a16="http://schemas.microsoft.com/office/drawing/2014/main" id="{F4D52003-2D04-4CE6-BE0B-B1905A6CB602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2764" name="组合 2763">
                      <a:extLst>
                        <a:ext uri="{FF2B5EF4-FFF2-40B4-BE49-F238E27FC236}">
                          <a16:creationId xmlns:a16="http://schemas.microsoft.com/office/drawing/2014/main" id="{A1760EA4-7EED-4A06-BBA1-EA18E7FE67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2773" name="任意多边形 6023">
                        <a:extLst>
                          <a:ext uri="{FF2B5EF4-FFF2-40B4-BE49-F238E27FC236}">
                            <a16:creationId xmlns:a16="http://schemas.microsoft.com/office/drawing/2014/main" id="{9A0AD0F5-F5DA-4D56-BFB4-FC5721A120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74" name="任意多边形 6024">
                        <a:extLst>
                          <a:ext uri="{FF2B5EF4-FFF2-40B4-BE49-F238E27FC236}">
                            <a16:creationId xmlns:a16="http://schemas.microsoft.com/office/drawing/2014/main" id="{0279D501-E10D-4E36-95EE-6EFC5DEB6C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75" name="任意多边形 6025">
                        <a:extLst>
                          <a:ext uri="{FF2B5EF4-FFF2-40B4-BE49-F238E27FC236}">
                            <a16:creationId xmlns:a16="http://schemas.microsoft.com/office/drawing/2014/main" id="{7AB69BE0-1834-4E7C-9215-80E0AFE60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65" name="组合 2764">
                      <a:extLst>
                        <a:ext uri="{FF2B5EF4-FFF2-40B4-BE49-F238E27FC236}">
                          <a16:creationId xmlns:a16="http://schemas.microsoft.com/office/drawing/2014/main" id="{4655F61C-A5E5-4E43-97F5-7078588801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2770" name="任意多边形 6020">
                        <a:extLst>
                          <a:ext uri="{FF2B5EF4-FFF2-40B4-BE49-F238E27FC236}">
                            <a16:creationId xmlns:a16="http://schemas.microsoft.com/office/drawing/2014/main" id="{7C466298-6FA9-45DD-BF7F-F524F74149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71" name="任意多边形 6021">
                        <a:extLst>
                          <a:ext uri="{FF2B5EF4-FFF2-40B4-BE49-F238E27FC236}">
                            <a16:creationId xmlns:a16="http://schemas.microsoft.com/office/drawing/2014/main" id="{12F3EBDC-723D-49C5-99EF-AA62472F0F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72" name="任意多边形 6022">
                        <a:extLst>
                          <a:ext uri="{FF2B5EF4-FFF2-40B4-BE49-F238E27FC236}">
                            <a16:creationId xmlns:a16="http://schemas.microsoft.com/office/drawing/2014/main" id="{F436B9D8-8710-43E1-BF97-1C31A22510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66" name="组合 2765">
                      <a:extLst>
                        <a:ext uri="{FF2B5EF4-FFF2-40B4-BE49-F238E27FC236}">
                          <a16:creationId xmlns:a16="http://schemas.microsoft.com/office/drawing/2014/main" id="{53A5C84E-6C8F-417C-9A20-BB6AF27884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2767" name="任意多边形 6017">
                        <a:extLst>
                          <a:ext uri="{FF2B5EF4-FFF2-40B4-BE49-F238E27FC236}">
                            <a16:creationId xmlns:a16="http://schemas.microsoft.com/office/drawing/2014/main" id="{7EC39A0F-BD45-420D-ABF4-906859107A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68" name="任意多边形 6018">
                        <a:extLst>
                          <a:ext uri="{FF2B5EF4-FFF2-40B4-BE49-F238E27FC236}">
                            <a16:creationId xmlns:a16="http://schemas.microsoft.com/office/drawing/2014/main" id="{23BBE2F0-649F-43E3-8DFB-B2BE783282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69" name="任意多边形 6019">
                        <a:extLst>
                          <a:ext uri="{FF2B5EF4-FFF2-40B4-BE49-F238E27FC236}">
                            <a16:creationId xmlns:a16="http://schemas.microsoft.com/office/drawing/2014/main" id="{F3F3F303-1A29-43C6-81A7-1AE8E5B595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2658" name="组合 2657">
                <a:extLst>
                  <a:ext uri="{FF2B5EF4-FFF2-40B4-BE49-F238E27FC236}">
                    <a16:creationId xmlns:a16="http://schemas.microsoft.com/office/drawing/2014/main" id="{BF1FF9FE-3DB8-41FA-8CBB-4AF4E2FC2B34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2659" name="组合 2658">
                  <a:extLst>
                    <a:ext uri="{FF2B5EF4-FFF2-40B4-BE49-F238E27FC236}">
                      <a16:creationId xmlns:a16="http://schemas.microsoft.com/office/drawing/2014/main" id="{F47747C7-8F02-4417-9731-096D2D49666F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2740" name="任意多边形 5990">
                    <a:extLst>
                      <a:ext uri="{FF2B5EF4-FFF2-40B4-BE49-F238E27FC236}">
                        <a16:creationId xmlns:a16="http://schemas.microsoft.com/office/drawing/2014/main" id="{8C616EED-BB5D-400D-AE91-974BDD9F55BE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741" name="任意多边形 5991">
                    <a:extLst>
                      <a:ext uri="{FF2B5EF4-FFF2-40B4-BE49-F238E27FC236}">
                        <a16:creationId xmlns:a16="http://schemas.microsoft.com/office/drawing/2014/main" id="{7197852F-1EAD-4948-9DB0-E07E7BF0B613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742" name="组合 2741">
                    <a:extLst>
                      <a:ext uri="{FF2B5EF4-FFF2-40B4-BE49-F238E27FC236}">
                        <a16:creationId xmlns:a16="http://schemas.microsoft.com/office/drawing/2014/main" id="{3112BC93-1BC3-4081-A579-BE9854386F84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2743" name="组合 2742">
                      <a:extLst>
                        <a:ext uri="{FF2B5EF4-FFF2-40B4-BE49-F238E27FC236}">
                          <a16:creationId xmlns:a16="http://schemas.microsoft.com/office/drawing/2014/main" id="{9011CCFD-051E-416B-8DD4-EA877BC3B1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2752" name="任意多边形 6002">
                        <a:extLst>
                          <a:ext uri="{FF2B5EF4-FFF2-40B4-BE49-F238E27FC236}">
                            <a16:creationId xmlns:a16="http://schemas.microsoft.com/office/drawing/2014/main" id="{50087B4C-F598-4037-BC44-493EDBEE05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53" name="任意多边形 6003">
                        <a:extLst>
                          <a:ext uri="{FF2B5EF4-FFF2-40B4-BE49-F238E27FC236}">
                            <a16:creationId xmlns:a16="http://schemas.microsoft.com/office/drawing/2014/main" id="{659095E1-F243-4333-AF21-9928B4A9BA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54" name="任意多边形 6004">
                        <a:extLst>
                          <a:ext uri="{FF2B5EF4-FFF2-40B4-BE49-F238E27FC236}">
                            <a16:creationId xmlns:a16="http://schemas.microsoft.com/office/drawing/2014/main" id="{1729F7A9-79D5-42E5-AF28-905917F46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44" name="组合 2743">
                      <a:extLst>
                        <a:ext uri="{FF2B5EF4-FFF2-40B4-BE49-F238E27FC236}">
                          <a16:creationId xmlns:a16="http://schemas.microsoft.com/office/drawing/2014/main" id="{444D2E41-2457-4FE9-8E97-A83CD4EFCC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2749" name="任意多边形 5999">
                        <a:extLst>
                          <a:ext uri="{FF2B5EF4-FFF2-40B4-BE49-F238E27FC236}">
                            <a16:creationId xmlns:a16="http://schemas.microsoft.com/office/drawing/2014/main" id="{F7A29A9F-65C5-435C-BA8A-EB42F5088C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50" name="任意多边形 6000">
                        <a:extLst>
                          <a:ext uri="{FF2B5EF4-FFF2-40B4-BE49-F238E27FC236}">
                            <a16:creationId xmlns:a16="http://schemas.microsoft.com/office/drawing/2014/main" id="{0412F4C4-C84F-4286-BFFC-A382A84676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51" name="任意多边形 6001">
                        <a:extLst>
                          <a:ext uri="{FF2B5EF4-FFF2-40B4-BE49-F238E27FC236}">
                            <a16:creationId xmlns:a16="http://schemas.microsoft.com/office/drawing/2014/main" id="{F3AF73FA-25C7-499E-8C74-0B0E50960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45" name="组合 2744">
                      <a:extLst>
                        <a:ext uri="{FF2B5EF4-FFF2-40B4-BE49-F238E27FC236}">
                          <a16:creationId xmlns:a16="http://schemas.microsoft.com/office/drawing/2014/main" id="{337CD2C0-820C-4CFF-A13B-82314EAB31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2746" name="任意多边形 5996">
                        <a:extLst>
                          <a:ext uri="{FF2B5EF4-FFF2-40B4-BE49-F238E27FC236}">
                            <a16:creationId xmlns:a16="http://schemas.microsoft.com/office/drawing/2014/main" id="{E3F97478-D10B-4A04-BABE-8CAFD641FA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47" name="任意多边形 5997">
                        <a:extLst>
                          <a:ext uri="{FF2B5EF4-FFF2-40B4-BE49-F238E27FC236}">
                            <a16:creationId xmlns:a16="http://schemas.microsoft.com/office/drawing/2014/main" id="{0D6AFE91-B2E8-40A5-9A8B-35527AD954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48" name="任意多边形 5998">
                        <a:extLst>
                          <a:ext uri="{FF2B5EF4-FFF2-40B4-BE49-F238E27FC236}">
                            <a16:creationId xmlns:a16="http://schemas.microsoft.com/office/drawing/2014/main" id="{DE5E97D7-18C1-4327-8D53-8E1D5303CC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660" name="组合 2659">
                  <a:extLst>
                    <a:ext uri="{FF2B5EF4-FFF2-40B4-BE49-F238E27FC236}">
                      <a16:creationId xmlns:a16="http://schemas.microsoft.com/office/drawing/2014/main" id="{A82475A1-8A56-47FB-BCA3-DF3FC8EBC7D9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2725" name="任意多边形 5975">
                    <a:extLst>
                      <a:ext uri="{FF2B5EF4-FFF2-40B4-BE49-F238E27FC236}">
                        <a16:creationId xmlns:a16="http://schemas.microsoft.com/office/drawing/2014/main" id="{C81E9648-DBB5-4729-A75C-99D687E089B2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726" name="任意多边形 5976">
                    <a:extLst>
                      <a:ext uri="{FF2B5EF4-FFF2-40B4-BE49-F238E27FC236}">
                        <a16:creationId xmlns:a16="http://schemas.microsoft.com/office/drawing/2014/main" id="{FA283A28-9CE7-494B-A9E7-F1D464B8F911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727" name="组合 2726">
                    <a:extLst>
                      <a:ext uri="{FF2B5EF4-FFF2-40B4-BE49-F238E27FC236}">
                        <a16:creationId xmlns:a16="http://schemas.microsoft.com/office/drawing/2014/main" id="{28AAFC29-642D-4DE3-80FE-C333CA4053B9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2728" name="组合 2727">
                      <a:extLst>
                        <a:ext uri="{FF2B5EF4-FFF2-40B4-BE49-F238E27FC236}">
                          <a16:creationId xmlns:a16="http://schemas.microsoft.com/office/drawing/2014/main" id="{0FC5B623-2E12-4E55-B905-336378F4F6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2737" name="任意多边形 5987">
                        <a:extLst>
                          <a:ext uri="{FF2B5EF4-FFF2-40B4-BE49-F238E27FC236}">
                            <a16:creationId xmlns:a16="http://schemas.microsoft.com/office/drawing/2014/main" id="{2F2807C1-A236-427C-ACCE-6B1BE45B5B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38" name="任意多边形 5988">
                        <a:extLst>
                          <a:ext uri="{FF2B5EF4-FFF2-40B4-BE49-F238E27FC236}">
                            <a16:creationId xmlns:a16="http://schemas.microsoft.com/office/drawing/2014/main" id="{CF6BB00D-F0F0-4DA7-A85C-D6F5874688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39" name="任意多边形 5989">
                        <a:extLst>
                          <a:ext uri="{FF2B5EF4-FFF2-40B4-BE49-F238E27FC236}">
                            <a16:creationId xmlns:a16="http://schemas.microsoft.com/office/drawing/2014/main" id="{FCC37223-61AF-4E56-BA05-20FBCE042C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29" name="组合 2728">
                      <a:extLst>
                        <a:ext uri="{FF2B5EF4-FFF2-40B4-BE49-F238E27FC236}">
                          <a16:creationId xmlns:a16="http://schemas.microsoft.com/office/drawing/2014/main" id="{625E4007-ACD8-4A48-B160-FFC6A6FA10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2734" name="任意多边形 5984">
                        <a:extLst>
                          <a:ext uri="{FF2B5EF4-FFF2-40B4-BE49-F238E27FC236}">
                            <a16:creationId xmlns:a16="http://schemas.microsoft.com/office/drawing/2014/main" id="{E0595E05-4EBA-4956-9D65-C0B1578939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35" name="任意多边形 5985">
                        <a:extLst>
                          <a:ext uri="{FF2B5EF4-FFF2-40B4-BE49-F238E27FC236}">
                            <a16:creationId xmlns:a16="http://schemas.microsoft.com/office/drawing/2014/main" id="{A3B16063-00DF-4B65-B44F-D3A91EB16C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36" name="任意多边形 5986">
                        <a:extLst>
                          <a:ext uri="{FF2B5EF4-FFF2-40B4-BE49-F238E27FC236}">
                            <a16:creationId xmlns:a16="http://schemas.microsoft.com/office/drawing/2014/main" id="{876E6BE1-84D5-41CB-A04A-9F467CDAA2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30" name="组合 2729">
                      <a:extLst>
                        <a:ext uri="{FF2B5EF4-FFF2-40B4-BE49-F238E27FC236}">
                          <a16:creationId xmlns:a16="http://schemas.microsoft.com/office/drawing/2014/main" id="{45BAB83C-A39D-4F4B-8F65-0868E65549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2731" name="任意多边形 5981">
                        <a:extLst>
                          <a:ext uri="{FF2B5EF4-FFF2-40B4-BE49-F238E27FC236}">
                            <a16:creationId xmlns:a16="http://schemas.microsoft.com/office/drawing/2014/main" id="{ADC250F6-FB83-4042-92BD-C0028E8FAE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32" name="任意多边形 5982">
                        <a:extLst>
                          <a:ext uri="{FF2B5EF4-FFF2-40B4-BE49-F238E27FC236}">
                            <a16:creationId xmlns:a16="http://schemas.microsoft.com/office/drawing/2014/main" id="{C3438A41-D3AA-40DE-B35E-47A551BFB9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33" name="任意多边形 5983">
                        <a:extLst>
                          <a:ext uri="{FF2B5EF4-FFF2-40B4-BE49-F238E27FC236}">
                            <a16:creationId xmlns:a16="http://schemas.microsoft.com/office/drawing/2014/main" id="{146A0F9E-8DE4-4EF2-AE40-8C23830DE9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661" name="组合 2660">
                  <a:extLst>
                    <a:ext uri="{FF2B5EF4-FFF2-40B4-BE49-F238E27FC236}">
                      <a16:creationId xmlns:a16="http://schemas.microsoft.com/office/drawing/2014/main" id="{07EFAFC9-7BB1-4704-A548-BDF8FA5D4666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2710" name="任意多边形 5960">
                    <a:extLst>
                      <a:ext uri="{FF2B5EF4-FFF2-40B4-BE49-F238E27FC236}">
                        <a16:creationId xmlns:a16="http://schemas.microsoft.com/office/drawing/2014/main" id="{5A1E3099-C183-426E-8304-E75F9C8CC82F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711" name="任意多边形 5961">
                    <a:extLst>
                      <a:ext uri="{FF2B5EF4-FFF2-40B4-BE49-F238E27FC236}">
                        <a16:creationId xmlns:a16="http://schemas.microsoft.com/office/drawing/2014/main" id="{48BE0545-3D18-46B7-ABAC-87A1755B092D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712" name="组合 2711">
                    <a:extLst>
                      <a:ext uri="{FF2B5EF4-FFF2-40B4-BE49-F238E27FC236}">
                        <a16:creationId xmlns:a16="http://schemas.microsoft.com/office/drawing/2014/main" id="{C33B8DA1-7102-4A1B-8CC5-5BF541CC51F3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2713" name="组合 2712">
                      <a:extLst>
                        <a:ext uri="{FF2B5EF4-FFF2-40B4-BE49-F238E27FC236}">
                          <a16:creationId xmlns:a16="http://schemas.microsoft.com/office/drawing/2014/main" id="{EA997046-86ED-4053-BDBB-B3BC7A8909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2722" name="任意多边形 5972">
                        <a:extLst>
                          <a:ext uri="{FF2B5EF4-FFF2-40B4-BE49-F238E27FC236}">
                            <a16:creationId xmlns:a16="http://schemas.microsoft.com/office/drawing/2014/main" id="{E7C61DED-11B3-4845-8DE9-E8E352ADAA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23" name="任意多边形 5973">
                        <a:extLst>
                          <a:ext uri="{FF2B5EF4-FFF2-40B4-BE49-F238E27FC236}">
                            <a16:creationId xmlns:a16="http://schemas.microsoft.com/office/drawing/2014/main" id="{19ADF8D9-0157-4634-ACEE-C6AA5F5838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24" name="任意多边形 5974">
                        <a:extLst>
                          <a:ext uri="{FF2B5EF4-FFF2-40B4-BE49-F238E27FC236}">
                            <a16:creationId xmlns:a16="http://schemas.microsoft.com/office/drawing/2014/main" id="{8B83EA60-C5E4-4A64-9730-BCA2840C73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14" name="组合 2713">
                      <a:extLst>
                        <a:ext uri="{FF2B5EF4-FFF2-40B4-BE49-F238E27FC236}">
                          <a16:creationId xmlns:a16="http://schemas.microsoft.com/office/drawing/2014/main" id="{0192CC30-DB9E-4953-B220-C4A2552140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2719" name="任意多边形 5969">
                        <a:extLst>
                          <a:ext uri="{FF2B5EF4-FFF2-40B4-BE49-F238E27FC236}">
                            <a16:creationId xmlns:a16="http://schemas.microsoft.com/office/drawing/2014/main" id="{C0845D84-8F99-49B6-AF63-A581D40D12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20" name="任意多边形 5970">
                        <a:extLst>
                          <a:ext uri="{FF2B5EF4-FFF2-40B4-BE49-F238E27FC236}">
                            <a16:creationId xmlns:a16="http://schemas.microsoft.com/office/drawing/2014/main" id="{7CBEF850-F9C7-46CB-A627-C78D09297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21" name="任意多边形 5971">
                        <a:extLst>
                          <a:ext uri="{FF2B5EF4-FFF2-40B4-BE49-F238E27FC236}">
                            <a16:creationId xmlns:a16="http://schemas.microsoft.com/office/drawing/2014/main" id="{C7D76B80-6EF2-4E6B-9A50-D92E708F94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15" name="组合 2714">
                      <a:extLst>
                        <a:ext uri="{FF2B5EF4-FFF2-40B4-BE49-F238E27FC236}">
                          <a16:creationId xmlns:a16="http://schemas.microsoft.com/office/drawing/2014/main" id="{B910DE87-47F2-43E5-BC72-1B84303946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2716" name="任意多边形 5966">
                        <a:extLst>
                          <a:ext uri="{FF2B5EF4-FFF2-40B4-BE49-F238E27FC236}">
                            <a16:creationId xmlns:a16="http://schemas.microsoft.com/office/drawing/2014/main" id="{D5BBD632-DD09-4BCB-96AD-C5446F0922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17" name="任意多边形 5967">
                        <a:extLst>
                          <a:ext uri="{FF2B5EF4-FFF2-40B4-BE49-F238E27FC236}">
                            <a16:creationId xmlns:a16="http://schemas.microsoft.com/office/drawing/2014/main" id="{D4BB98E2-E415-4268-B9F4-C1F244F2C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18" name="任意多边形 5968">
                        <a:extLst>
                          <a:ext uri="{FF2B5EF4-FFF2-40B4-BE49-F238E27FC236}">
                            <a16:creationId xmlns:a16="http://schemas.microsoft.com/office/drawing/2014/main" id="{45877882-3CDD-4BC1-8DDF-7D22B15093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662" name="组合 2661">
                  <a:extLst>
                    <a:ext uri="{FF2B5EF4-FFF2-40B4-BE49-F238E27FC236}">
                      <a16:creationId xmlns:a16="http://schemas.microsoft.com/office/drawing/2014/main" id="{1BB9DF66-9EB8-4698-8A61-EAB21D52A651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2695" name="任意多边形 5945">
                    <a:extLst>
                      <a:ext uri="{FF2B5EF4-FFF2-40B4-BE49-F238E27FC236}">
                        <a16:creationId xmlns:a16="http://schemas.microsoft.com/office/drawing/2014/main" id="{CA62B02E-F2E3-4451-B76F-11FD8F8F3F81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696" name="任意多边形 5946">
                    <a:extLst>
                      <a:ext uri="{FF2B5EF4-FFF2-40B4-BE49-F238E27FC236}">
                        <a16:creationId xmlns:a16="http://schemas.microsoft.com/office/drawing/2014/main" id="{5B6503B6-64D5-4F0D-9BF8-7AB07970406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697" name="组合 2696">
                    <a:extLst>
                      <a:ext uri="{FF2B5EF4-FFF2-40B4-BE49-F238E27FC236}">
                        <a16:creationId xmlns:a16="http://schemas.microsoft.com/office/drawing/2014/main" id="{5490DE9D-4A34-4DA7-8EBD-E546068163A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2698" name="组合 2697">
                      <a:extLst>
                        <a:ext uri="{FF2B5EF4-FFF2-40B4-BE49-F238E27FC236}">
                          <a16:creationId xmlns:a16="http://schemas.microsoft.com/office/drawing/2014/main" id="{E717A453-8A79-4F3F-8304-EF1D302F83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2707" name="任意多边形 5957">
                        <a:extLst>
                          <a:ext uri="{FF2B5EF4-FFF2-40B4-BE49-F238E27FC236}">
                            <a16:creationId xmlns:a16="http://schemas.microsoft.com/office/drawing/2014/main" id="{BA73E955-A393-4147-955C-7D2F1F8F9F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08" name="任意多边形 5958">
                        <a:extLst>
                          <a:ext uri="{FF2B5EF4-FFF2-40B4-BE49-F238E27FC236}">
                            <a16:creationId xmlns:a16="http://schemas.microsoft.com/office/drawing/2014/main" id="{F7586F17-56CD-4FB5-9C9E-60116B00A0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09" name="任意多边形 5959">
                        <a:extLst>
                          <a:ext uri="{FF2B5EF4-FFF2-40B4-BE49-F238E27FC236}">
                            <a16:creationId xmlns:a16="http://schemas.microsoft.com/office/drawing/2014/main" id="{050A88B9-999B-4782-A393-7F408C3835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99" name="组合 2698">
                      <a:extLst>
                        <a:ext uri="{FF2B5EF4-FFF2-40B4-BE49-F238E27FC236}">
                          <a16:creationId xmlns:a16="http://schemas.microsoft.com/office/drawing/2014/main" id="{102C53E8-4B2F-4370-851B-F68A9952D2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2704" name="任意多边形 5954">
                        <a:extLst>
                          <a:ext uri="{FF2B5EF4-FFF2-40B4-BE49-F238E27FC236}">
                            <a16:creationId xmlns:a16="http://schemas.microsoft.com/office/drawing/2014/main" id="{2A9B3696-D1DA-4028-B111-32A589969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05" name="任意多边形 5955">
                        <a:extLst>
                          <a:ext uri="{FF2B5EF4-FFF2-40B4-BE49-F238E27FC236}">
                            <a16:creationId xmlns:a16="http://schemas.microsoft.com/office/drawing/2014/main" id="{83870D98-5F32-41BB-8EFF-3E28225C01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06" name="任意多边形 5956">
                        <a:extLst>
                          <a:ext uri="{FF2B5EF4-FFF2-40B4-BE49-F238E27FC236}">
                            <a16:creationId xmlns:a16="http://schemas.microsoft.com/office/drawing/2014/main" id="{F64040BB-30AB-4E94-90C0-65941D8CFA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700" name="组合 2699">
                      <a:extLst>
                        <a:ext uri="{FF2B5EF4-FFF2-40B4-BE49-F238E27FC236}">
                          <a16:creationId xmlns:a16="http://schemas.microsoft.com/office/drawing/2014/main" id="{D8C77C0B-72D5-4C72-B779-062D1654C9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2701" name="任意多边形 5951">
                        <a:extLst>
                          <a:ext uri="{FF2B5EF4-FFF2-40B4-BE49-F238E27FC236}">
                            <a16:creationId xmlns:a16="http://schemas.microsoft.com/office/drawing/2014/main" id="{3E8E4376-CCFE-43EB-A645-A0CD803C20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02" name="任意多边形 5952">
                        <a:extLst>
                          <a:ext uri="{FF2B5EF4-FFF2-40B4-BE49-F238E27FC236}">
                            <a16:creationId xmlns:a16="http://schemas.microsoft.com/office/drawing/2014/main" id="{66FBE574-AB28-439D-8207-72F43106CB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703" name="任意多边形 5953">
                        <a:extLst>
                          <a:ext uri="{FF2B5EF4-FFF2-40B4-BE49-F238E27FC236}">
                            <a16:creationId xmlns:a16="http://schemas.microsoft.com/office/drawing/2014/main" id="{7CB52045-5A8A-463C-99ED-737483B131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663" name="组合 2662">
                  <a:extLst>
                    <a:ext uri="{FF2B5EF4-FFF2-40B4-BE49-F238E27FC236}">
                      <a16:creationId xmlns:a16="http://schemas.microsoft.com/office/drawing/2014/main" id="{DF763EDC-78CD-405F-936E-D6ACEFEFEDA1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2680" name="任意多边形 5930">
                    <a:extLst>
                      <a:ext uri="{FF2B5EF4-FFF2-40B4-BE49-F238E27FC236}">
                        <a16:creationId xmlns:a16="http://schemas.microsoft.com/office/drawing/2014/main" id="{DF256053-9A7F-463D-98CE-F825FE247B00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681" name="任意多边形 5931">
                    <a:extLst>
                      <a:ext uri="{FF2B5EF4-FFF2-40B4-BE49-F238E27FC236}">
                        <a16:creationId xmlns:a16="http://schemas.microsoft.com/office/drawing/2014/main" id="{EB607887-4CBE-446B-88B7-CA60197C815B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682" name="组合 2681">
                    <a:extLst>
                      <a:ext uri="{FF2B5EF4-FFF2-40B4-BE49-F238E27FC236}">
                        <a16:creationId xmlns:a16="http://schemas.microsoft.com/office/drawing/2014/main" id="{B5011155-2ECD-4837-A46F-56E6F967A854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2683" name="组合 2682">
                      <a:extLst>
                        <a:ext uri="{FF2B5EF4-FFF2-40B4-BE49-F238E27FC236}">
                          <a16:creationId xmlns:a16="http://schemas.microsoft.com/office/drawing/2014/main" id="{F5E0C6EE-6241-4F16-A165-62C9EB32D84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2692" name="任意多边形 5942">
                        <a:extLst>
                          <a:ext uri="{FF2B5EF4-FFF2-40B4-BE49-F238E27FC236}">
                            <a16:creationId xmlns:a16="http://schemas.microsoft.com/office/drawing/2014/main" id="{5957E43F-09EE-4D4D-BADE-0FB56A6320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93" name="任意多边形 5943">
                        <a:extLst>
                          <a:ext uri="{FF2B5EF4-FFF2-40B4-BE49-F238E27FC236}">
                            <a16:creationId xmlns:a16="http://schemas.microsoft.com/office/drawing/2014/main" id="{FF84B7E3-BA27-46F4-AC61-97D9B9B0BA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94" name="任意多边形 5944">
                        <a:extLst>
                          <a:ext uri="{FF2B5EF4-FFF2-40B4-BE49-F238E27FC236}">
                            <a16:creationId xmlns:a16="http://schemas.microsoft.com/office/drawing/2014/main" id="{102B8B48-7298-4DBB-AA39-608404CFF7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84" name="组合 2683">
                      <a:extLst>
                        <a:ext uri="{FF2B5EF4-FFF2-40B4-BE49-F238E27FC236}">
                          <a16:creationId xmlns:a16="http://schemas.microsoft.com/office/drawing/2014/main" id="{B9CCE6EA-40EB-4CEB-BB4D-DB233E4508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2689" name="任意多边形 5939">
                        <a:extLst>
                          <a:ext uri="{FF2B5EF4-FFF2-40B4-BE49-F238E27FC236}">
                            <a16:creationId xmlns:a16="http://schemas.microsoft.com/office/drawing/2014/main" id="{55A2BFB5-46CD-4720-AC50-AA3400CD9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90" name="任意多边形 5940">
                        <a:extLst>
                          <a:ext uri="{FF2B5EF4-FFF2-40B4-BE49-F238E27FC236}">
                            <a16:creationId xmlns:a16="http://schemas.microsoft.com/office/drawing/2014/main" id="{F99BA17F-3F03-4C59-B210-CE8FFA751E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91" name="任意多边形 5941">
                        <a:extLst>
                          <a:ext uri="{FF2B5EF4-FFF2-40B4-BE49-F238E27FC236}">
                            <a16:creationId xmlns:a16="http://schemas.microsoft.com/office/drawing/2014/main" id="{11C2A728-8358-403C-B4D9-A4A9EC880E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85" name="组合 2684">
                      <a:extLst>
                        <a:ext uri="{FF2B5EF4-FFF2-40B4-BE49-F238E27FC236}">
                          <a16:creationId xmlns:a16="http://schemas.microsoft.com/office/drawing/2014/main" id="{DF6FDAD3-F00E-4EBF-8EFA-7A92B949F9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2686" name="任意多边形 5936">
                        <a:extLst>
                          <a:ext uri="{FF2B5EF4-FFF2-40B4-BE49-F238E27FC236}">
                            <a16:creationId xmlns:a16="http://schemas.microsoft.com/office/drawing/2014/main" id="{B690CD9B-8820-4C79-800B-23024DB312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87" name="任意多边形 5937">
                        <a:extLst>
                          <a:ext uri="{FF2B5EF4-FFF2-40B4-BE49-F238E27FC236}">
                            <a16:creationId xmlns:a16="http://schemas.microsoft.com/office/drawing/2014/main" id="{2BEE82B4-D6B5-4F7E-81E0-C7FB892E8A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88" name="任意多边形 5938">
                        <a:extLst>
                          <a:ext uri="{FF2B5EF4-FFF2-40B4-BE49-F238E27FC236}">
                            <a16:creationId xmlns:a16="http://schemas.microsoft.com/office/drawing/2014/main" id="{0A94561F-20D0-4C19-95C1-828A0400ED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664" name="组合 2663">
                  <a:extLst>
                    <a:ext uri="{FF2B5EF4-FFF2-40B4-BE49-F238E27FC236}">
                      <a16:creationId xmlns:a16="http://schemas.microsoft.com/office/drawing/2014/main" id="{2678CE03-5222-48B9-B93C-B8206B92B47B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2665" name="任意多边形 5915">
                    <a:extLst>
                      <a:ext uri="{FF2B5EF4-FFF2-40B4-BE49-F238E27FC236}">
                        <a16:creationId xmlns:a16="http://schemas.microsoft.com/office/drawing/2014/main" id="{9F365BBA-7873-4AEA-8F51-C4197E7477E7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666" name="任意多边形 5916">
                    <a:extLst>
                      <a:ext uri="{FF2B5EF4-FFF2-40B4-BE49-F238E27FC236}">
                        <a16:creationId xmlns:a16="http://schemas.microsoft.com/office/drawing/2014/main" id="{0C056C7D-5BBE-485C-BE46-DF79D5FAF62A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667" name="组合 2666">
                    <a:extLst>
                      <a:ext uri="{FF2B5EF4-FFF2-40B4-BE49-F238E27FC236}">
                        <a16:creationId xmlns:a16="http://schemas.microsoft.com/office/drawing/2014/main" id="{695E845B-1F23-4C13-B576-0FDC369EAC4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2668" name="组合 2667">
                      <a:extLst>
                        <a:ext uri="{FF2B5EF4-FFF2-40B4-BE49-F238E27FC236}">
                          <a16:creationId xmlns:a16="http://schemas.microsoft.com/office/drawing/2014/main" id="{CDFC7488-2155-42FA-9FEB-BFD886C22E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2677" name="任意多边形 5927">
                        <a:extLst>
                          <a:ext uri="{FF2B5EF4-FFF2-40B4-BE49-F238E27FC236}">
                            <a16:creationId xmlns:a16="http://schemas.microsoft.com/office/drawing/2014/main" id="{F8F77040-1B09-4436-BB82-4097DC2573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78" name="任意多边形 5928">
                        <a:extLst>
                          <a:ext uri="{FF2B5EF4-FFF2-40B4-BE49-F238E27FC236}">
                            <a16:creationId xmlns:a16="http://schemas.microsoft.com/office/drawing/2014/main" id="{1CEE49D5-2FC2-4608-8AF8-CDC6F12456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79" name="任意多边形 5929">
                        <a:extLst>
                          <a:ext uri="{FF2B5EF4-FFF2-40B4-BE49-F238E27FC236}">
                            <a16:creationId xmlns:a16="http://schemas.microsoft.com/office/drawing/2014/main" id="{7AFE9A3B-8755-4C34-992A-FB7716C496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69" name="组合 2668">
                      <a:extLst>
                        <a:ext uri="{FF2B5EF4-FFF2-40B4-BE49-F238E27FC236}">
                          <a16:creationId xmlns:a16="http://schemas.microsoft.com/office/drawing/2014/main" id="{DC0DDA50-B748-4989-B43C-AAAE69C2D6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2674" name="任意多边形 5924">
                        <a:extLst>
                          <a:ext uri="{FF2B5EF4-FFF2-40B4-BE49-F238E27FC236}">
                            <a16:creationId xmlns:a16="http://schemas.microsoft.com/office/drawing/2014/main" id="{DD7E860D-DD57-407F-8F63-AD57F8BCC0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75" name="任意多边形 5925">
                        <a:extLst>
                          <a:ext uri="{FF2B5EF4-FFF2-40B4-BE49-F238E27FC236}">
                            <a16:creationId xmlns:a16="http://schemas.microsoft.com/office/drawing/2014/main" id="{3D965C15-95F7-4CBE-8B19-0E56E8B699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76" name="任意多边形 5926">
                        <a:extLst>
                          <a:ext uri="{FF2B5EF4-FFF2-40B4-BE49-F238E27FC236}">
                            <a16:creationId xmlns:a16="http://schemas.microsoft.com/office/drawing/2014/main" id="{049A254D-57B0-4D4B-9140-5F98FEC8E7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70" name="组合 2669">
                      <a:extLst>
                        <a:ext uri="{FF2B5EF4-FFF2-40B4-BE49-F238E27FC236}">
                          <a16:creationId xmlns:a16="http://schemas.microsoft.com/office/drawing/2014/main" id="{45B22EF0-8E52-460F-905B-AFCBB1297A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2671" name="任意多边形 5921">
                        <a:extLst>
                          <a:ext uri="{FF2B5EF4-FFF2-40B4-BE49-F238E27FC236}">
                            <a16:creationId xmlns:a16="http://schemas.microsoft.com/office/drawing/2014/main" id="{1A50B092-A902-40AB-BFD5-69F866EAB5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72" name="任意多边形 5922">
                        <a:extLst>
                          <a:ext uri="{FF2B5EF4-FFF2-40B4-BE49-F238E27FC236}">
                            <a16:creationId xmlns:a16="http://schemas.microsoft.com/office/drawing/2014/main" id="{B7050C54-4802-4152-9295-A5CF0E346C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73" name="任意多边形 5923">
                        <a:extLst>
                          <a:ext uri="{FF2B5EF4-FFF2-40B4-BE49-F238E27FC236}">
                            <a16:creationId xmlns:a16="http://schemas.microsoft.com/office/drawing/2014/main" id="{828E42BE-E41A-4518-A422-64C1240D92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3052" name="视频分配器">
              <a:extLst>
                <a:ext uri="{FF2B5EF4-FFF2-40B4-BE49-F238E27FC236}">
                  <a16:creationId xmlns:a16="http://schemas.microsoft.com/office/drawing/2014/main" id="{AC56784B-FF9C-4EE0-8BD4-DD9A89A15177}"/>
                </a:ext>
              </a:extLst>
            </p:cNvPr>
            <p:cNvGrpSpPr/>
            <p:nvPr/>
          </p:nvGrpSpPr>
          <p:grpSpPr>
            <a:xfrm>
              <a:off x="7998189" y="5782912"/>
              <a:ext cx="1064157" cy="268252"/>
              <a:chOff x="4017556" y="5085739"/>
              <a:chExt cx="981420" cy="268252"/>
            </a:xfrm>
          </p:grpSpPr>
          <p:sp>
            <p:nvSpPr>
              <p:cNvPr id="3053" name="任意多边形 6303">
                <a:extLst>
                  <a:ext uri="{FF2B5EF4-FFF2-40B4-BE49-F238E27FC236}">
                    <a16:creationId xmlns:a16="http://schemas.microsoft.com/office/drawing/2014/main" id="{7F458BE4-FA9A-4832-B6AD-D497B40385CF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054" name="任意多边形 6304">
                <a:extLst>
                  <a:ext uri="{FF2B5EF4-FFF2-40B4-BE49-F238E27FC236}">
                    <a16:creationId xmlns:a16="http://schemas.microsoft.com/office/drawing/2014/main" id="{104AF827-D3A6-4177-A170-3E4DB5E10738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3055" name="组合 3054">
                <a:extLst>
                  <a:ext uri="{FF2B5EF4-FFF2-40B4-BE49-F238E27FC236}">
                    <a16:creationId xmlns:a16="http://schemas.microsoft.com/office/drawing/2014/main" id="{48FCD954-5E03-4EF8-852D-4E8C0A3ADFB9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3457" name="任意多边形 6707">
                  <a:extLst>
                    <a:ext uri="{FF2B5EF4-FFF2-40B4-BE49-F238E27FC236}">
                      <a16:creationId xmlns:a16="http://schemas.microsoft.com/office/drawing/2014/main" id="{23288CA2-09D2-4665-8B0A-5B4BF41E2023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458" name="任意多边形 6708">
                  <a:extLst>
                    <a:ext uri="{FF2B5EF4-FFF2-40B4-BE49-F238E27FC236}">
                      <a16:creationId xmlns:a16="http://schemas.microsoft.com/office/drawing/2014/main" id="{89EC511B-9146-473F-9692-88E6C5003DE2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459" name="任意多边形 6709">
                  <a:extLst>
                    <a:ext uri="{FF2B5EF4-FFF2-40B4-BE49-F238E27FC236}">
                      <a16:creationId xmlns:a16="http://schemas.microsoft.com/office/drawing/2014/main" id="{8AB62994-7674-419A-A9DF-F1D9A3C8CC6F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3056" name="组合 3055">
                <a:extLst>
                  <a:ext uri="{FF2B5EF4-FFF2-40B4-BE49-F238E27FC236}">
                    <a16:creationId xmlns:a16="http://schemas.microsoft.com/office/drawing/2014/main" id="{0BF016B9-64C4-485F-802E-7D6BE48BD302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3454" name="任意多边形 6704">
                  <a:extLst>
                    <a:ext uri="{FF2B5EF4-FFF2-40B4-BE49-F238E27FC236}">
                      <a16:creationId xmlns:a16="http://schemas.microsoft.com/office/drawing/2014/main" id="{2232E69C-A82A-498B-A2D0-9F626A4CF08E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455" name="任意多边形 6705">
                  <a:extLst>
                    <a:ext uri="{FF2B5EF4-FFF2-40B4-BE49-F238E27FC236}">
                      <a16:creationId xmlns:a16="http://schemas.microsoft.com/office/drawing/2014/main" id="{B1500F51-6B1E-48E1-90C1-1B64A82C7352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456" name="任意多边形 6706">
                  <a:extLst>
                    <a:ext uri="{FF2B5EF4-FFF2-40B4-BE49-F238E27FC236}">
                      <a16:creationId xmlns:a16="http://schemas.microsoft.com/office/drawing/2014/main" id="{C425390C-3FA6-4BDA-8F92-6B66A530E31D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3057" name="组合 3056">
                <a:extLst>
                  <a:ext uri="{FF2B5EF4-FFF2-40B4-BE49-F238E27FC236}">
                    <a16:creationId xmlns:a16="http://schemas.microsoft.com/office/drawing/2014/main" id="{6ECB2E50-EA32-4ACD-B6ED-059786004C7A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3451" name="任意多边形 6701">
                  <a:extLst>
                    <a:ext uri="{FF2B5EF4-FFF2-40B4-BE49-F238E27FC236}">
                      <a16:creationId xmlns:a16="http://schemas.microsoft.com/office/drawing/2014/main" id="{5CB0D0A3-954E-4291-B5D8-F9FF62482DAC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452" name="任意多边形 6702">
                  <a:extLst>
                    <a:ext uri="{FF2B5EF4-FFF2-40B4-BE49-F238E27FC236}">
                      <a16:creationId xmlns:a16="http://schemas.microsoft.com/office/drawing/2014/main" id="{4F88FA36-8F56-48DA-80FF-CA48617E9471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453" name="任意多边形 6703">
                  <a:extLst>
                    <a:ext uri="{FF2B5EF4-FFF2-40B4-BE49-F238E27FC236}">
                      <a16:creationId xmlns:a16="http://schemas.microsoft.com/office/drawing/2014/main" id="{19B772F2-39B8-4F2E-A3F0-EF8516CD3FEE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3058" name="任意多边形 6308">
                <a:extLst>
                  <a:ext uri="{FF2B5EF4-FFF2-40B4-BE49-F238E27FC236}">
                    <a16:creationId xmlns:a16="http://schemas.microsoft.com/office/drawing/2014/main" id="{0DF7828C-E0CC-4880-9900-E1ABB74F9025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059" name="任意多边形 6309">
                <a:extLst>
                  <a:ext uri="{FF2B5EF4-FFF2-40B4-BE49-F238E27FC236}">
                    <a16:creationId xmlns:a16="http://schemas.microsoft.com/office/drawing/2014/main" id="{C4B66616-564D-41E1-B00B-FB6B313E0FC9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060" name="任意多边形 6310">
                <a:extLst>
                  <a:ext uri="{FF2B5EF4-FFF2-40B4-BE49-F238E27FC236}">
                    <a16:creationId xmlns:a16="http://schemas.microsoft.com/office/drawing/2014/main" id="{CF142604-C741-4950-9BEF-422CE8827056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3061" name="任意多边形 6311">
                <a:extLst>
                  <a:ext uri="{FF2B5EF4-FFF2-40B4-BE49-F238E27FC236}">
                    <a16:creationId xmlns:a16="http://schemas.microsoft.com/office/drawing/2014/main" id="{F450E742-DC06-43F6-8BB0-989BE4B19CFD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3062" name="任意多边形 6312">
                <a:extLst>
                  <a:ext uri="{FF2B5EF4-FFF2-40B4-BE49-F238E27FC236}">
                    <a16:creationId xmlns:a16="http://schemas.microsoft.com/office/drawing/2014/main" id="{CD2CAF58-0A5A-4320-89D5-398B7A4D38DE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3063" name="组合 3062">
                <a:extLst>
                  <a:ext uri="{FF2B5EF4-FFF2-40B4-BE49-F238E27FC236}">
                    <a16:creationId xmlns:a16="http://schemas.microsoft.com/office/drawing/2014/main" id="{C38C8031-6FB7-4D16-9255-00AD46C62AD9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3355" name="组合 3354">
                  <a:extLst>
                    <a:ext uri="{FF2B5EF4-FFF2-40B4-BE49-F238E27FC236}">
                      <a16:creationId xmlns:a16="http://schemas.microsoft.com/office/drawing/2014/main" id="{41074E55-6BDF-4696-8CC5-141DA8BB99C0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3436" name="任意多边形 6686">
                    <a:extLst>
                      <a:ext uri="{FF2B5EF4-FFF2-40B4-BE49-F238E27FC236}">
                        <a16:creationId xmlns:a16="http://schemas.microsoft.com/office/drawing/2014/main" id="{B2522254-0B24-4530-B6A9-CFBD6FC6AA9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437" name="任意多边形 6687">
                    <a:extLst>
                      <a:ext uri="{FF2B5EF4-FFF2-40B4-BE49-F238E27FC236}">
                        <a16:creationId xmlns:a16="http://schemas.microsoft.com/office/drawing/2014/main" id="{58C5A493-73EA-4FF2-966F-ECCF08873D7B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438" name="组合 3437">
                    <a:extLst>
                      <a:ext uri="{FF2B5EF4-FFF2-40B4-BE49-F238E27FC236}">
                        <a16:creationId xmlns:a16="http://schemas.microsoft.com/office/drawing/2014/main" id="{5E280B4A-DB5C-479F-8514-655BA16A4BD7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3439" name="组合 3438">
                      <a:extLst>
                        <a:ext uri="{FF2B5EF4-FFF2-40B4-BE49-F238E27FC236}">
                          <a16:creationId xmlns:a16="http://schemas.microsoft.com/office/drawing/2014/main" id="{07E7A711-B509-4444-A4AE-CF6E14E657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3448" name="任意多边形 6698">
                        <a:extLst>
                          <a:ext uri="{FF2B5EF4-FFF2-40B4-BE49-F238E27FC236}">
                            <a16:creationId xmlns:a16="http://schemas.microsoft.com/office/drawing/2014/main" id="{659B186D-73EA-48A7-B708-8F5EBC8A52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49" name="任意多边形 6699">
                        <a:extLst>
                          <a:ext uri="{FF2B5EF4-FFF2-40B4-BE49-F238E27FC236}">
                            <a16:creationId xmlns:a16="http://schemas.microsoft.com/office/drawing/2014/main" id="{812B6723-D1E1-413C-91B4-D6649FC7ED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50" name="任意多边形 6700">
                        <a:extLst>
                          <a:ext uri="{FF2B5EF4-FFF2-40B4-BE49-F238E27FC236}">
                            <a16:creationId xmlns:a16="http://schemas.microsoft.com/office/drawing/2014/main" id="{27831368-B65C-4954-A872-FC5B5209C9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40" name="组合 3439">
                      <a:extLst>
                        <a:ext uri="{FF2B5EF4-FFF2-40B4-BE49-F238E27FC236}">
                          <a16:creationId xmlns:a16="http://schemas.microsoft.com/office/drawing/2014/main" id="{F8CAF9DF-732B-4935-9C07-7756E06F2C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3445" name="任意多边形 6695">
                        <a:extLst>
                          <a:ext uri="{FF2B5EF4-FFF2-40B4-BE49-F238E27FC236}">
                            <a16:creationId xmlns:a16="http://schemas.microsoft.com/office/drawing/2014/main" id="{E73DB0D3-F564-4F1B-A74F-99CD56E599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46" name="任意多边形 6696">
                        <a:extLst>
                          <a:ext uri="{FF2B5EF4-FFF2-40B4-BE49-F238E27FC236}">
                            <a16:creationId xmlns:a16="http://schemas.microsoft.com/office/drawing/2014/main" id="{78314EA9-F150-4E03-8C27-51BC1D7F62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47" name="任意多边形 6697">
                        <a:extLst>
                          <a:ext uri="{FF2B5EF4-FFF2-40B4-BE49-F238E27FC236}">
                            <a16:creationId xmlns:a16="http://schemas.microsoft.com/office/drawing/2014/main" id="{1E6BED2C-CF32-4F78-BF05-327547E2C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41" name="组合 3440">
                      <a:extLst>
                        <a:ext uri="{FF2B5EF4-FFF2-40B4-BE49-F238E27FC236}">
                          <a16:creationId xmlns:a16="http://schemas.microsoft.com/office/drawing/2014/main" id="{86084B6A-A3E4-4E76-9B4E-CAFEB025E6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3442" name="任意多边形 6692">
                        <a:extLst>
                          <a:ext uri="{FF2B5EF4-FFF2-40B4-BE49-F238E27FC236}">
                            <a16:creationId xmlns:a16="http://schemas.microsoft.com/office/drawing/2014/main" id="{79224654-584D-401C-B24C-1E0C316F2D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43" name="任意多边形 6693">
                        <a:extLst>
                          <a:ext uri="{FF2B5EF4-FFF2-40B4-BE49-F238E27FC236}">
                            <a16:creationId xmlns:a16="http://schemas.microsoft.com/office/drawing/2014/main" id="{FEACBFAB-9DF0-4D8B-9667-1867EABBE1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44" name="任意多边形 6694">
                        <a:extLst>
                          <a:ext uri="{FF2B5EF4-FFF2-40B4-BE49-F238E27FC236}">
                            <a16:creationId xmlns:a16="http://schemas.microsoft.com/office/drawing/2014/main" id="{85958D1F-5FA3-4EE0-8E43-2D7E026200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356" name="组合 3355">
                  <a:extLst>
                    <a:ext uri="{FF2B5EF4-FFF2-40B4-BE49-F238E27FC236}">
                      <a16:creationId xmlns:a16="http://schemas.microsoft.com/office/drawing/2014/main" id="{58B5A7B1-814F-4F5D-A929-0CF6222CA2E1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3421" name="任意多边形 6671">
                    <a:extLst>
                      <a:ext uri="{FF2B5EF4-FFF2-40B4-BE49-F238E27FC236}">
                        <a16:creationId xmlns:a16="http://schemas.microsoft.com/office/drawing/2014/main" id="{7AA6C7C2-8F47-4E24-A331-FA6056AA6892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422" name="任意多边形 6672">
                    <a:extLst>
                      <a:ext uri="{FF2B5EF4-FFF2-40B4-BE49-F238E27FC236}">
                        <a16:creationId xmlns:a16="http://schemas.microsoft.com/office/drawing/2014/main" id="{D5730DEC-3DBC-4935-9404-92A1F28CAABF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423" name="组合 3422">
                    <a:extLst>
                      <a:ext uri="{FF2B5EF4-FFF2-40B4-BE49-F238E27FC236}">
                        <a16:creationId xmlns:a16="http://schemas.microsoft.com/office/drawing/2014/main" id="{641EF750-12DF-4257-A9DD-6901A21C96B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3424" name="组合 3423">
                      <a:extLst>
                        <a:ext uri="{FF2B5EF4-FFF2-40B4-BE49-F238E27FC236}">
                          <a16:creationId xmlns:a16="http://schemas.microsoft.com/office/drawing/2014/main" id="{CCC61A93-3975-461E-9C5E-08C8886BD7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3433" name="任意多边形 6683">
                        <a:extLst>
                          <a:ext uri="{FF2B5EF4-FFF2-40B4-BE49-F238E27FC236}">
                            <a16:creationId xmlns:a16="http://schemas.microsoft.com/office/drawing/2014/main" id="{EDE022C9-5952-4126-BE89-270A6B8065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34" name="任意多边形 6684">
                        <a:extLst>
                          <a:ext uri="{FF2B5EF4-FFF2-40B4-BE49-F238E27FC236}">
                            <a16:creationId xmlns:a16="http://schemas.microsoft.com/office/drawing/2014/main" id="{2B54865C-8850-48F2-AF14-34D40CAE19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35" name="任意多边形 6685">
                        <a:extLst>
                          <a:ext uri="{FF2B5EF4-FFF2-40B4-BE49-F238E27FC236}">
                            <a16:creationId xmlns:a16="http://schemas.microsoft.com/office/drawing/2014/main" id="{A1F1E432-F975-4C93-A6BA-C1CA62278C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25" name="组合 3424">
                      <a:extLst>
                        <a:ext uri="{FF2B5EF4-FFF2-40B4-BE49-F238E27FC236}">
                          <a16:creationId xmlns:a16="http://schemas.microsoft.com/office/drawing/2014/main" id="{2828019E-B880-4AA7-94EA-64757F48E1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3430" name="任意多边形 6680">
                        <a:extLst>
                          <a:ext uri="{FF2B5EF4-FFF2-40B4-BE49-F238E27FC236}">
                            <a16:creationId xmlns:a16="http://schemas.microsoft.com/office/drawing/2014/main" id="{54C07FF9-C9D8-4F12-910A-304D296E7F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31" name="任意多边形 6681">
                        <a:extLst>
                          <a:ext uri="{FF2B5EF4-FFF2-40B4-BE49-F238E27FC236}">
                            <a16:creationId xmlns:a16="http://schemas.microsoft.com/office/drawing/2014/main" id="{C74A9C1D-88FE-4F7F-A0CD-4E014995F7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32" name="任意多边形 6682">
                        <a:extLst>
                          <a:ext uri="{FF2B5EF4-FFF2-40B4-BE49-F238E27FC236}">
                            <a16:creationId xmlns:a16="http://schemas.microsoft.com/office/drawing/2014/main" id="{753EDFF9-55E7-43B7-8DCB-320D66DC54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26" name="组合 3425">
                      <a:extLst>
                        <a:ext uri="{FF2B5EF4-FFF2-40B4-BE49-F238E27FC236}">
                          <a16:creationId xmlns:a16="http://schemas.microsoft.com/office/drawing/2014/main" id="{78A8AFC1-1DAA-4073-B12D-4947DA994E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3427" name="任意多边形 6677">
                        <a:extLst>
                          <a:ext uri="{FF2B5EF4-FFF2-40B4-BE49-F238E27FC236}">
                            <a16:creationId xmlns:a16="http://schemas.microsoft.com/office/drawing/2014/main" id="{536EF88F-560A-44A1-B988-0F2679411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28" name="任意多边形 6678">
                        <a:extLst>
                          <a:ext uri="{FF2B5EF4-FFF2-40B4-BE49-F238E27FC236}">
                            <a16:creationId xmlns:a16="http://schemas.microsoft.com/office/drawing/2014/main" id="{EFC52C86-A387-4DAD-883F-2FD01645D6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29" name="任意多边形 6679">
                        <a:extLst>
                          <a:ext uri="{FF2B5EF4-FFF2-40B4-BE49-F238E27FC236}">
                            <a16:creationId xmlns:a16="http://schemas.microsoft.com/office/drawing/2014/main" id="{9FD3BF81-43EE-4F58-B39F-CAD58252FB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357" name="组合 3356">
                  <a:extLst>
                    <a:ext uri="{FF2B5EF4-FFF2-40B4-BE49-F238E27FC236}">
                      <a16:creationId xmlns:a16="http://schemas.microsoft.com/office/drawing/2014/main" id="{C480AA23-E4C0-417F-B949-F7F8209D04AE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3406" name="任意多边形 6656">
                    <a:extLst>
                      <a:ext uri="{FF2B5EF4-FFF2-40B4-BE49-F238E27FC236}">
                        <a16:creationId xmlns:a16="http://schemas.microsoft.com/office/drawing/2014/main" id="{CDA5F65D-0EFB-497B-9D5E-7A18B3C1E087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407" name="任意多边形 6657">
                    <a:extLst>
                      <a:ext uri="{FF2B5EF4-FFF2-40B4-BE49-F238E27FC236}">
                        <a16:creationId xmlns:a16="http://schemas.microsoft.com/office/drawing/2014/main" id="{E3B7CC10-F1E7-4FFF-AAAB-577C0D819902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408" name="组合 3407">
                    <a:extLst>
                      <a:ext uri="{FF2B5EF4-FFF2-40B4-BE49-F238E27FC236}">
                        <a16:creationId xmlns:a16="http://schemas.microsoft.com/office/drawing/2014/main" id="{2A00F471-2840-4EC8-8E74-80E20BECFCD0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3409" name="组合 3408">
                      <a:extLst>
                        <a:ext uri="{FF2B5EF4-FFF2-40B4-BE49-F238E27FC236}">
                          <a16:creationId xmlns:a16="http://schemas.microsoft.com/office/drawing/2014/main" id="{F8E011C4-47F2-4D2E-810A-F90B47A839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3418" name="任意多边形 6668">
                        <a:extLst>
                          <a:ext uri="{FF2B5EF4-FFF2-40B4-BE49-F238E27FC236}">
                            <a16:creationId xmlns:a16="http://schemas.microsoft.com/office/drawing/2014/main" id="{264B156B-6EB5-417E-B3E5-C3E754DF6A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19" name="任意多边形 6669">
                        <a:extLst>
                          <a:ext uri="{FF2B5EF4-FFF2-40B4-BE49-F238E27FC236}">
                            <a16:creationId xmlns:a16="http://schemas.microsoft.com/office/drawing/2014/main" id="{C67DBB3D-AADD-4D03-9044-0257CDC097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20" name="任意多边形 6670">
                        <a:extLst>
                          <a:ext uri="{FF2B5EF4-FFF2-40B4-BE49-F238E27FC236}">
                            <a16:creationId xmlns:a16="http://schemas.microsoft.com/office/drawing/2014/main" id="{2431C87D-1D3A-4DD3-B287-F9F51FDFDD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10" name="组合 3409">
                      <a:extLst>
                        <a:ext uri="{FF2B5EF4-FFF2-40B4-BE49-F238E27FC236}">
                          <a16:creationId xmlns:a16="http://schemas.microsoft.com/office/drawing/2014/main" id="{2647E6A5-C735-4947-B331-215BAB1908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3415" name="任意多边形 6665">
                        <a:extLst>
                          <a:ext uri="{FF2B5EF4-FFF2-40B4-BE49-F238E27FC236}">
                            <a16:creationId xmlns:a16="http://schemas.microsoft.com/office/drawing/2014/main" id="{666DB18F-AD39-490B-A8F1-C6C16B3695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16" name="任意多边形 6666">
                        <a:extLst>
                          <a:ext uri="{FF2B5EF4-FFF2-40B4-BE49-F238E27FC236}">
                            <a16:creationId xmlns:a16="http://schemas.microsoft.com/office/drawing/2014/main" id="{08B51301-F376-485B-B47C-A231C98A70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17" name="任意多边形 6667">
                        <a:extLst>
                          <a:ext uri="{FF2B5EF4-FFF2-40B4-BE49-F238E27FC236}">
                            <a16:creationId xmlns:a16="http://schemas.microsoft.com/office/drawing/2014/main" id="{1776E96A-ADCE-4665-A2F7-F72EF9BE8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411" name="组合 3410">
                      <a:extLst>
                        <a:ext uri="{FF2B5EF4-FFF2-40B4-BE49-F238E27FC236}">
                          <a16:creationId xmlns:a16="http://schemas.microsoft.com/office/drawing/2014/main" id="{EE526E76-3578-454B-B58C-A9E586D86E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3412" name="任意多边形 6662">
                        <a:extLst>
                          <a:ext uri="{FF2B5EF4-FFF2-40B4-BE49-F238E27FC236}">
                            <a16:creationId xmlns:a16="http://schemas.microsoft.com/office/drawing/2014/main" id="{B7D3D834-766A-460E-AC6B-738D199CF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13" name="任意多边形 6663">
                        <a:extLst>
                          <a:ext uri="{FF2B5EF4-FFF2-40B4-BE49-F238E27FC236}">
                            <a16:creationId xmlns:a16="http://schemas.microsoft.com/office/drawing/2014/main" id="{8A8A0D71-A579-42C2-95B7-10CBE035F1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14" name="任意多边形 6664">
                        <a:extLst>
                          <a:ext uri="{FF2B5EF4-FFF2-40B4-BE49-F238E27FC236}">
                            <a16:creationId xmlns:a16="http://schemas.microsoft.com/office/drawing/2014/main" id="{9CEB084E-8602-4655-8E70-5E82169AB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358" name="组合 3357">
                  <a:extLst>
                    <a:ext uri="{FF2B5EF4-FFF2-40B4-BE49-F238E27FC236}">
                      <a16:creationId xmlns:a16="http://schemas.microsoft.com/office/drawing/2014/main" id="{C3345732-3194-4D95-BAAF-1D8EB8FDF2EE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3391" name="任意多边形 6641">
                    <a:extLst>
                      <a:ext uri="{FF2B5EF4-FFF2-40B4-BE49-F238E27FC236}">
                        <a16:creationId xmlns:a16="http://schemas.microsoft.com/office/drawing/2014/main" id="{5261B1A2-FAD7-4329-AA71-322704F77FCC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392" name="任意多边形 6642">
                    <a:extLst>
                      <a:ext uri="{FF2B5EF4-FFF2-40B4-BE49-F238E27FC236}">
                        <a16:creationId xmlns:a16="http://schemas.microsoft.com/office/drawing/2014/main" id="{C78E89F0-4729-48D9-BC10-AD764773296E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393" name="组合 3392">
                    <a:extLst>
                      <a:ext uri="{FF2B5EF4-FFF2-40B4-BE49-F238E27FC236}">
                        <a16:creationId xmlns:a16="http://schemas.microsoft.com/office/drawing/2014/main" id="{2DAA80B7-FD8C-4C99-8DE4-1F4E2FDBB1BC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3394" name="组合 3393">
                      <a:extLst>
                        <a:ext uri="{FF2B5EF4-FFF2-40B4-BE49-F238E27FC236}">
                          <a16:creationId xmlns:a16="http://schemas.microsoft.com/office/drawing/2014/main" id="{2CF892D7-9C61-4F5E-9F7D-D0EB8C41BE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3403" name="任意多边形 6653">
                        <a:extLst>
                          <a:ext uri="{FF2B5EF4-FFF2-40B4-BE49-F238E27FC236}">
                            <a16:creationId xmlns:a16="http://schemas.microsoft.com/office/drawing/2014/main" id="{B49C6C86-22D1-4182-9412-B3768A388D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04" name="任意多边形 6654">
                        <a:extLst>
                          <a:ext uri="{FF2B5EF4-FFF2-40B4-BE49-F238E27FC236}">
                            <a16:creationId xmlns:a16="http://schemas.microsoft.com/office/drawing/2014/main" id="{981F7753-9F16-4EE0-9132-E5EBB9CB83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05" name="任意多边形 6655">
                        <a:extLst>
                          <a:ext uri="{FF2B5EF4-FFF2-40B4-BE49-F238E27FC236}">
                            <a16:creationId xmlns:a16="http://schemas.microsoft.com/office/drawing/2014/main" id="{B7968A06-9A6A-4018-9FA5-A3454EA91F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95" name="组合 3394">
                      <a:extLst>
                        <a:ext uri="{FF2B5EF4-FFF2-40B4-BE49-F238E27FC236}">
                          <a16:creationId xmlns:a16="http://schemas.microsoft.com/office/drawing/2014/main" id="{D93277FE-D672-4526-9A08-23090E235A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3400" name="任意多边形 6650">
                        <a:extLst>
                          <a:ext uri="{FF2B5EF4-FFF2-40B4-BE49-F238E27FC236}">
                            <a16:creationId xmlns:a16="http://schemas.microsoft.com/office/drawing/2014/main" id="{B5174F00-EEA7-435A-AD08-B268E070A8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01" name="任意多边形 6651">
                        <a:extLst>
                          <a:ext uri="{FF2B5EF4-FFF2-40B4-BE49-F238E27FC236}">
                            <a16:creationId xmlns:a16="http://schemas.microsoft.com/office/drawing/2014/main" id="{D4E20BA4-634E-4833-8860-F4A3012C29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402" name="任意多边形 6652">
                        <a:extLst>
                          <a:ext uri="{FF2B5EF4-FFF2-40B4-BE49-F238E27FC236}">
                            <a16:creationId xmlns:a16="http://schemas.microsoft.com/office/drawing/2014/main" id="{AD3B6C72-25C0-47E1-9971-543812F73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96" name="组合 3395">
                      <a:extLst>
                        <a:ext uri="{FF2B5EF4-FFF2-40B4-BE49-F238E27FC236}">
                          <a16:creationId xmlns:a16="http://schemas.microsoft.com/office/drawing/2014/main" id="{1789F021-1892-43AE-805C-B2BE0C6BDE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3397" name="任意多边形 6647">
                        <a:extLst>
                          <a:ext uri="{FF2B5EF4-FFF2-40B4-BE49-F238E27FC236}">
                            <a16:creationId xmlns:a16="http://schemas.microsoft.com/office/drawing/2014/main" id="{342181E7-3308-4FC1-9B6B-2175138435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98" name="任意多边形 6648">
                        <a:extLst>
                          <a:ext uri="{FF2B5EF4-FFF2-40B4-BE49-F238E27FC236}">
                            <a16:creationId xmlns:a16="http://schemas.microsoft.com/office/drawing/2014/main" id="{74AE88F4-D96C-49B8-A842-F9C5B1E3E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99" name="任意多边形 6649">
                        <a:extLst>
                          <a:ext uri="{FF2B5EF4-FFF2-40B4-BE49-F238E27FC236}">
                            <a16:creationId xmlns:a16="http://schemas.microsoft.com/office/drawing/2014/main" id="{E9FD2DB2-D1C5-4A5D-B14D-1E509EEF71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359" name="组合 3358">
                  <a:extLst>
                    <a:ext uri="{FF2B5EF4-FFF2-40B4-BE49-F238E27FC236}">
                      <a16:creationId xmlns:a16="http://schemas.microsoft.com/office/drawing/2014/main" id="{944EB76E-D4F6-4562-9640-CDC910880751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3376" name="任意多边形 6626">
                    <a:extLst>
                      <a:ext uri="{FF2B5EF4-FFF2-40B4-BE49-F238E27FC236}">
                        <a16:creationId xmlns:a16="http://schemas.microsoft.com/office/drawing/2014/main" id="{A4D988E6-B7B0-4B75-82C7-245C21DEA5E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377" name="任意多边形 6627">
                    <a:extLst>
                      <a:ext uri="{FF2B5EF4-FFF2-40B4-BE49-F238E27FC236}">
                        <a16:creationId xmlns:a16="http://schemas.microsoft.com/office/drawing/2014/main" id="{9C1B105D-7352-49C9-92AD-0FB927D00003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378" name="组合 3377">
                    <a:extLst>
                      <a:ext uri="{FF2B5EF4-FFF2-40B4-BE49-F238E27FC236}">
                        <a16:creationId xmlns:a16="http://schemas.microsoft.com/office/drawing/2014/main" id="{4EFBF3FA-31D6-45A4-85BF-438843540EF5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3379" name="组合 3378">
                      <a:extLst>
                        <a:ext uri="{FF2B5EF4-FFF2-40B4-BE49-F238E27FC236}">
                          <a16:creationId xmlns:a16="http://schemas.microsoft.com/office/drawing/2014/main" id="{FB63FACC-5960-4A7C-BCC8-B4A33B494D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3388" name="任意多边形 6638">
                        <a:extLst>
                          <a:ext uri="{FF2B5EF4-FFF2-40B4-BE49-F238E27FC236}">
                            <a16:creationId xmlns:a16="http://schemas.microsoft.com/office/drawing/2014/main" id="{2E3B502A-8672-49FE-884E-F9B51F0BEA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89" name="任意多边形 6639">
                        <a:extLst>
                          <a:ext uri="{FF2B5EF4-FFF2-40B4-BE49-F238E27FC236}">
                            <a16:creationId xmlns:a16="http://schemas.microsoft.com/office/drawing/2014/main" id="{A36DED49-85B2-466A-9DF8-E7D5BADD29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90" name="任意多边形 6640">
                        <a:extLst>
                          <a:ext uri="{FF2B5EF4-FFF2-40B4-BE49-F238E27FC236}">
                            <a16:creationId xmlns:a16="http://schemas.microsoft.com/office/drawing/2014/main" id="{FA772007-CB0C-4AEC-9959-5A80310F1A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80" name="组合 3379">
                      <a:extLst>
                        <a:ext uri="{FF2B5EF4-FFF2-40B4-BE49-F238E27FC236}">
                          <a16:creationId xmlns:a16="http://schemas.microsoft.com/office/drawing/2014/main" id="{8CD3F398-670D-424A-A8DB-70CC702974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3385" name="任意多边形 6635">
                        <a:extLst>
                          <a:ext uri="{FF2B5EF4-FFF2-40B4-BE49-F238E27FC236}">
                            <a16:creationId xmlns:a16="http://schemas.microsoft.com/office/drawing/2014/main" id="{8F19610C-EEE1-4E7A-BB79-FBDA9BBD45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86" name="任意多边形 6636">
                        <a:extLst>
                          <a:ext uri="{FF2B5EF4-FFF2-40B4-BE49-F238E27FC236}">
                            <a16:creationId xmlns:a16="http://schemas.microsoft.com/office/drawing/2014/main" id="{F6873524-B6D0-4230-B750-EB2BD0C1BC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87" name="任意多边形 6637">
                        <a:extLst>
                          <a:ext uri="{FF2B5EF4-FFF2-40B4-BE49-F238E27FC236}">
                            <a16:creationId xmlns:a16="http://schemas.microsoft.com/office/drawing/2014/main" id="{8E987EEB-8565-4D83-8D80-5C2BC8FAB9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81" name="组合 3380">
                      <a:extLst>
                        <a:ext uri="{FF2B5EF4-FFF2-40B4-BE49-F238E27FC236}">
                          <a16:creationId xmlns:a16="http://schemas.microsoft.com/office/drawing/2014/main" id="{10745936-E6A4-4831-9F10-60A94B587C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3382" name="任意多边形 6632">
                        <a:extLst>
                          <a:ext uri="{FF2B5EF4-FFF2-40B4-BE49-F238E27FC236}">
                            <a16:creationId xmlns:a16="http://schemas.microsoft.com/office/drawing/2014/main" id="{27157680-84B2-46EF-B1E8-FA67CF9326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83" name="任意多边形 6633">
                        <a:extLst>
                          <a:ext uri="{FF2B5EF4-FFF2-40B4-BE49-F238E27FC236}">
                            <a16:creationId xmlns:a16="http://schemas.microsoft.com/office/drawing/2014/main" id="{42F62E95-8871-41E3-8F70-9C31C68003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84" name="任意多边形 6634">
                        <a:extLst>
                          <a:ext uri="{FF2B5EF4-FFF2-40B4-BE49-F238E27FC236}">
                            <a16:creationId xmlns:a16="http://schemas.microsoft.com/office/drawing/2014/main" id="{605F711B-511F-456B-93B4-61C5D8CA3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360" name="组合 3359">
                  <a:extLst>
                    <a:ext uri="{FF2B5EF4-FFF2-40B4-BE49-F238E27FC236}">
                      <a16:creationId xmlns:a16="http://schemas.microsoft.com/office/drawing/2014/main" id="{BED1C357-6D70-487E-9665-3AFCACBACFE9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3361" name="任意多边形 6611">
                    <a:extLst>
                      <a:ext uri="{FF2B5EF4-FFF2-40B4-BE49-F238E27FC236}">
                        <a16:creationId xmlns:a16="http://schemas.microsoft.com/office/drawing/2014/main" id="{C3BDE4E9-BD30-415C-98CE-637DB76C5FC2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362" name="任意多边形 6612">
                    <a:extLst>
                      <a:ext uri="{FF2B5EF4-FFF2-40B4-BE49-F238E27FC236}">
                        <a16:creationId xmlns:a16="http://schemas.microsoft.com/office/drawing/2014/main" id="{BA4E15BF-1269-4CCB-8F16-D8F89241934C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363" name="组合 3362">
                    <a:extLst>
                      <a:ext uri="{FF2B5EF4-FFF2-40B4-BE49-F238E27FC236}">
                        <a16:creationId xmlns:a16="http://schemas.microsoft.com/office/drawing/2014/main" id="{1BF56D84-FF0C-40D7-81D4-01D196F8481B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3364" name="组合 3363">
                      <a:extLst>
                        <a:ext uri="{FF2B5EF4-FFF2-40B4-BE49-F238E27FC236}">
                          <a16:creationId xmlns:a16="http://schemas.microsoft.com/office/drawing/2014/main" id="{C433B890-E97D-40BE-9C98-2DF5DE1640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3373" name="任意多边形 6623">
                        <a:extLst>
                          <a:ext uri="{FF2B5EF4-FFF2-40B4-BE49-F238E27FC236}">
                            <a16:creationId xmlns:a16="http://schemas.microsoft.com/office/drawing/2014/main" id="{EA8A922E-3E29-4D0A-9F78-BAC00878EE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74" name="任意多边形 6624">
                        <a:extLst>
                          <a:ext uri="{FF2B5EF4-FFF2-40B4-BE49-F238E27FC236}">
                            <a16:creationId xmlns:a16="http://schemas.microsoft.com/office/drawing/2014/main" id="{F602787E-0B02-4909-B30D-977680E9C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75" name="任意多边形 6625">
                        <a:extLst>
                          <a:ext uri="{FF2B5EF4-FFF2-40B4-BE49-F238E27FC236}">
                            <a16:creationId xmlns:a16="http://schemas.microsoft.com/office/drawing/2014/main" id="{E4CDD111-EA4B-41AD-86DF-443DB9FD6E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65" name="组合 3364">
                      <a:extLst>
                        <a:ext uri="{FF2B5EF4-FFF2-40B4-BE49-F238E27FC236}">
                          <a16:creationId xmlns:a16="http://schemas.microsoft.com/office/drawing/2014/main" id="{AC8353D3-84C9-4767-8512-7601362176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3370" name="任意多边形 6620">
                        <a:extLst>
                          <a:ext uri="{FF2B5EF4-FFF2-40B4-BE49-F238E27FC236}">
                            <a16:creationId xmlns:a16="http://schemas.microsoft.com/office/drawing/2014/main" id="{CA891758-6F46-4D15-AA8A-E20F6B15BB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71" name="任意多边形 6621">
                        <a:extLst>
                          <a:ext uri="{FF2B5EF4-FFF2-40B4-BE49-F238E27FC236}">
                            <a16:creationId xmlns:a16="http://schemas.microsoft.com/office/drawing/2014/main" id="{4D4256A6-7A79-4569-8343-966D35FF9E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72" name="任意多边形 6622">
                        <a:extLst>
                          <a:ext uri="{FF2B5EF4-FFF2-40B4-BE49-F238E27FC236}">
                            <a16:creationId xmlns:a16="http://schemas.microsoft.com/office/drawing/2014/main" id="{65729682-6D50-41B3-8864-9528E98CD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66" name="组合 3365">
                      <a:extLst>
                        <a:ext uri="{FF2B5EF4-FFF2-40B4-BE49-F238E27FC236}">
                          <a16:creationId xmlns:a16="http://schemas.microsoft.com/office/drawing/2014/main" id="{3D32A97D-5B6E-4EB3-97E0-9214A707FF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3367" name="任意多边形 6617">
                        <a:extLst>
                          <a:ext uri="{FF2B5EF4-FFF2-40B4-BE49-F238E27FC236}">
                            <a16:creationId xmlns:a16="http://schemas.microsoft.com/office/drawing/2014/main" id="{78B64588-0FBA-43A2-ACBB-81AF03894B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68" name="任意多边形 6618">
                        <a:extLst>
                          <a:ext uri="{FF2B5EF4-FFF2-40B4-BE49-F238E27FC236}">
                            <a16:creationId xmlns:a16="http://schemas.microsoft.com/office/drawing/2014/main" id="{A7CAC114-BD7F-464B-B50F-720D78F623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69" name="任意多边形 6619">
                        <a:extLst>
                          <a:ext uri="{FF2B5EF4-FFF2-40B4-BE49-F238E27FC236}">
                            <a16:creationId xmlns:a16="http://schemas.microsoft.com/office/drawing/2014/main" id="{3311B0B3-8288-4291-A2F7-3608E75204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064" name="组合 3063">
                <a:extLst>
                  <a:ext uri="{FF2B5EF4-FFF2-40B4-BE49-F238E27FC236}">
                    <a16:creationId xmlns:a16="http://schemas.microsoft.com/office/drawing/2014/main" id="{10BAB8BA-194C-4C05-8A94-1E5C335C2F7B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3259" name="组合 3258">
                  <a:extLst>
                    <a:ext uri="{FF2B5EF4-FFF2-40B4-BE49-F238E27FC236}">
                      <a16:creationId xmlns:a16="http://schemas.microsoft.com/office/drawing/2014/main" id="{88F60C30-57B2-4C02-8B31-DDD5AB433DB8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3340" name="任意多边形 6590">
                    <a:extLst>
                      <a:ext uri="{FF2B5EF4-FFF2-40B4-BE49-F238E27FC236}">
                        <a16:creationId xmlns:a16="http://schemas.microsoft.com/office/drawing/2014/main" id="{97F0F013-D114-4DC3-9E9F-8AF5F7F8A974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341" name="任意多边形 6591">
                    <a:extLst>
                      <a:ext uri="{FF2B5EF4-FFF2-40B4-BE49-F238E27FC236}">
                        <a16:creationId xmlns:a16="http://schemas.microsoft.com/office/drawing/2014/main" id="{5942F82D-FCD9-482A-8DF4-BF8F92921BCA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342" name="组合 3341">
                    <a:extLst>
                      <a:ext uri="{FF2B5EF4-FFF2-40B4-BE49-F238E27FC236}">
                        <a16:creationId xmlns:a16="http://schemas.microsoft.com/office/drawing/2014/main" id="{AB153912-B09F-42E0-A8CD-A80DEA7500CC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3343" name="组合 3342">
                      <a:extLst>
                        <a:ext uri="{FF2B5EF4-FFF2-40B4-BE49-F238E27FC236}">
                          <a16:creationId xmlns:a16="http://schemas.microsoft.com/office/drawing/2014/main" id="{ABC0A379-8CD8-4BDD-8B70-6AB70DF25A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3352" name="任意多边形 6602">
                        <a:extLst>
                          <a:ext uri="{FF2B5EF4-FFF2-40B4-BE49-F238E27FC236}">
                            <a16:creationId xmlns:a16="http://schemas.microsoft.com/office/drawing/2014/main" id="{B64C8CE5-2963-46F0-812B-08FD5906C8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53" name="任意多边形 6603">
                        <a:extLst>
                          <a:ext uri="{FF2B5EF4-FFF2-40B4-BE49-F238E27FC236}">
                            <a16:creationId xmlns:a16="http://schemas.microsoft.com/office/drawing/2014/main" id="{AFDB7A4C-E53F-4323-A893-BCF7171DBE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54" name="任意多边形 6604">
                        <a:extLst>
                          <a:ext uri="{FF2B5EF4-FFF2-40B4-BE49-F238E27FC236}">
                            <a16:creationId xmlns:a16="http://schemas.microsoft.com/office/drawing/2014/main" id="{095F5CA6-8C24-42C5-9DC8-144EC7E707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44" name="组合 3343">
                      <a:extLst>
                        <a:ext uri="{FF2B5EF4-FFF2-40B4-BE49-F238E27FC236}">
                          <a16:creationId xmlns:a16="http://schemas.microsoft.com/office/drawing/2014/main" id="{409C7627-0EE1-4624-BE30-EE2A41A07C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3349" name="任意多边形 6599">
                        <a:extLst>
                          <a:ext uri="{FF2B5EF4-FFF2-40B4-BE49-F238E27FC236}">
                            <a16:creationId xmlns:a16="http://schemas.microsoft.com/office/drawing/2014/main" id="{A0EA9183-0841-4F6C-9990-43542A80C9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50" name="任意多边形 6600">
                        <a:extLst>
                          <a:ext uri="{FF2B5EF4-FFF2-40B4-BE49-F238E27FC236}">
                            <a16:creationId xmlns:a16="http://schemas.microsoft.com/office/drawing/2014/main" id="{CCAAFA07-B837-4BF9-BF32-BE92775B53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51" name="任意多边形 6601">
                        <a:extLst>
                          <a:ext uri="{FF2B5EF4-FFF2-40B4-BE49-F238E27FC236}">
                            <a16:creationId xmlns:a16="http://schemas.microsoft.com/office/drawing/2014/main" id="{3AD1F82C-46CD-41CE-AE97-3E98BD0808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45" name="组合 3344">
                      <a:extLst>
                        <a:ext uri="{FF2B5EF4-FFF2-40B4-BE49-F238E27FC236}">
                          <a16:creationId xmlns:a16="http://schemas.microsoft.com/office/drawing/2014/main" id="{72B341A6-BDEC-406D-A3A9-A960192145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3346" name="任意多边形 6596">
                        <a:extLst>
                          <a:ext uri="{FF2B5EF4-FFF2-40B4-BE49-F238E27FC236}">
                            <a16:creationId xmlns:a16="http://schemas.microsoft.com/office/drawing/2014/main" id="{8A476703-53DC-4542-859F-7C40D97644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47" name="任意多边形 6597">
                        <a:extLst>
                          <a:ext uri="{FF2B5EF4-FFF2-40B4-BE49-F238E27FC236}">
                            <a16:creationId xmlns:a16="http://schemas.microsoft.com/office/drawing/2014/main" id="{F910548E-D796-4D7A-8897-2F78A436EE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48" name="任意多边形 6598">
                        <a:extLst>
                          <a:ext uri="{FF2B5EF4-FFF2-40B4-BE49-F238E27FC236}">
                            <a16:creationId xmlns:a16="http://schemas.microsoft.com/office/drawing/2014/main" id="{83F162D3-A0C3-43C3-9204-2EDBCBB693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60" name="组合 3259">
                  <a:extLst>
                    <a:ext uri="{FF2B5EF4-FFF2-40B4-BE49-F238E27FC236}">
                      <a16:creationId xmlns:a16="http://schemas.microsoft.com/office/drawing/2014/main" id="{7010B8F7-60CD-4D4F-AAA7-0561BC2A74F5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3325" name="任意多边形 6575">
                    <a:extLst>
                      <a:ext uri="{FF2B5EF4-FFF2-40B4-BE49-F238E27FC236}">
                        <a16:creationId xmlns:a16="http://schemas.microsoft.com/office/drawing/2014/main" id="{F05FAC07-40FE-4CCF-8827-BD09185B99F2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326" name="任意多边形 6576">
                    <a:extLst>
                      <a:ext uri="{FF2B5EF4-FFF2-40B4-BE49-F238E27FC236}">
                        <a16:creationId xmlns:a16="http://schemas.microsoft.com/office/drawing/2014/main" id="{FB02F746-0B5D-499F-AE27-F3C637081968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327" name="组合 3326">
                    <a:extLst>
                      <a:ext uri="{FF2B5EF4-FFF2-40B4-BE49-F238E27FC236}">
                        <a16:creationId xmlns:a16="http://schemas.microsoft.com/office/drawing/2014/main" id="{C6D4F351-4A76-4C67-B0B3-CD025830CEEB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3328" name="组合 3327">
                      <a:extLst>
                        <a:ext uri="{FF2B5EF4-FFF2-40B4-BE49-F238E27FC236}">
                          <a16:creationId xmlns:a16="http://schemas.microsoft.com/office/drawing/2014/main" id="{CEEF7848-FEBD-4B0F-81E9-8A3A2A4CD9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3337" name="任意多边形 6587">
                        <a:extLst>
                          <a:ext uri="{FF2B5EF4-FFF2-40B4-BE49-F238E27FC236}">
                            <a16:creationId xmlns:a16="http://schemas.microsoft.com/office/drawing/2014/main" id="{7E46A7E7-778A-42E8-8D15-2CA600E571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38" name="任意多边形 6588">
                        <a:extLst>
                          <a:ext uri="{FF2B5EF4-FFF2-40B4-BE49-F238E27FC236}">
                            <a16:creationId xmlns:a16="http://schemas.microsoft.com/office/drawing/2014/main" id="{5629EEA5-DBC8-47FF-B64B-BDEDC2733A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39" name="任意多边形 6589">
                        <a:extLst>
                          <a:ext uri="{FF2B5EF4-FFF2-40B4-BE49-F238E27FC236}">
                            <a16:creationId xmlns:a16="http://schemas.microsoft.com/office/drawing/2014/main" id="{2BFAF7E3-778B-4DEB-B6E8-EC637C92D4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29" name="组合 3328">
                      <a:extLst>
                        <a:ext uri="{FF2B5EF4-FFF2-40B4-BE49-F238E27FC236}">
                          <a16:creationId xmlns:a16="http://schemas.microsoft.com/office/drawing/2014/main" id="{F5A1AE13-7F53-4C8B-8763-B00414CF1A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3334" name="任意多边形 6584">
                        <a:extLst>
                          <a:ext uri="{FF2B5EF4-FFF2-40B4-BE49-F238E27FC236}">
                            <a16:creationId xmlns:a16="http://schemas.microsoft.com/office/drawing/2014/main" id="{EDDC0815-F04E-469A-B69E-57C036BF40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35" name="任意多边形 6585">
                        <a:extLst>
                          <a:ext uri="{FF2B5EF4-FFF2-40B4-BE49-F238E27FC236}">
                            <a16:creationId xmlns:a16="http://schemas.microsoft.com/office/drawing/2014/main" id="{91953DB2-B31F-487F-A100-012E09CE3C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36" name="任意多边形 6586">
                        <a:extLst>
                          <a:ext uri="{FF2B5EF4-FFF2-40B4-BE49-F238E27FC236}">
                            <a16:creationId xmlns:a16="http://schemas.microsoft.com/office/drawing/2014/main" id="{B7D80CBD-F08F-4E6F-BD8E-A72CFEC1A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30" name="组合 3329">
                      <a:extLst>
                        <a:ext uri="{FF2B5EF4-FFF2-40B4-BE49-F238E27FC236}">
                          <a16:creationId xmlns:a16="http://schemas.microsoft.com/office/drawing/2014/main" id="{FAFEE659-69FF-4A01-8DA7-FBF5FF52E3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3331" name="任意多边形 6581">
                        <a:extLst>
                          <a:ext uri="{FF2B5EF4-FFF2-40B4-BE49-F238E27FC236}">
                            <a16:creationId xmlns:a16="http://schemas.microsoft.com/office/drawing/2014/main" id="{5D7F0E39-0E31-482B-8A72-E29C25741D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32" name="任意多边形 6582">
                        <a:extLst>
                          <a:ext uri="{FF2B5EF4-FFF2-40B4-BE49-F238E27FC236}">
                            <a16:creationId xmlns:a16="http://schemas.microsoft.com/office/drawing/2014/main" id="{1229FDE9-F21B-44A5-9E1E-93CE88FBFA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33" name="任意多边形 6583">
                        <a:extLst>
                          <a:ext uri="{FF2B5EF4-FFF2-40B4-BE49-F238E27FC236}">
                            <a16:creationId xmlns:a16="http://schemas.microsoft.com/office/drawing/2014/main" id="{2C7E93FB-04CB-4CCC-8A72-626A1CEA5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61" name="组合 3260">
                  <a:extLst>
                    <a:ext uri="{FF2B5EF4-FFF2-40B4-BE49-F238E27FC236}">
                      <a16:creationId xmlns:a16="http://schemas.microsoft.com/office/drawing/2014/main" id="{34A1C880-72D1-4C7C-8FCA-7595030A02C6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3310" name="任意多边形 6560">
                    <a:extLst>
                      <a:ext uri="{FF2B5EF4-FFF2-40B4-BE49-F238E27FC236}">
                        <a16:creationId xmlns:a16="http://schemas.microsoft.com/office/drawing/2014/main" id="{C6E00263-4727-45FC-91CE-E93FACE4A173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311" name="任意多边形 6561">
                    <a:extLst>
                      <a:ext uri="{FF2B5EF4-FFF2-40B4-BE49-F238E27FC236}">
                        <a16:creationId xmlns:a16="http://schemas.microsoft.com/office/drawing/2014/main" id="{20582FAC-BFF0-4246-9D6D-16404F441DB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312" name="组合 3311">
                    <a:extLst>
                      <a:ext uri="{FF2B5EF4-FFF2-40B4-BE49-F238E27FC236}">
                        <a16:creationId xmlns:a16="http://schemas.microsoft.com/office/drawing/2014/main" id="{23CA34B3-A4AD-4D24-9E3F-6A8FBA267F53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3313" name="组合 3312">
                      <a:extLst>
                        <a:ext uri="{FF2B5EF4-FFF2-40B4-BE49-F238E27FC236}">
                          <a16:creationId xmlns:a16="http://schemas.microsoft.com/office/drawing/2014/main" id="{E2015AAE-85B8-4AC8-9260-A039B2C9FE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3322" name="任意多边形 6572">
                        <a:extLst>
                          <a:ext uri="{FF2B5EF4-FFF2-40B4-BE49-F238E27FC236}">
                            <a16:creationId xmlns:a16="http://schemas.microsoft.com/office/drawing/2014/main" id="{8D58D57A-5BA2-436E-BF7B-B4902FD883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23" name="任意多边形 6573">
                        <a:extLst>
                          <a:ext uri="{FF2B5EF4-FFF2-40B4-BE49-F238E27FC236}">
                            <a16:creationId xmlns:a16="http://schemas.microsoft.com/office/drawing/2014/main" id="{C8374AF7-5237-45F4-9B30-8FCF82F91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24" name="任意多边形 6574">
                        <a:extLst>
                          <a:ext uri="{FF2B5EF4-FFF2-40B4-BE49-F238E27FC236}">
                            <a16:creationId xmlns:a16="http://schemas.microsoft.com/office/drawing/2014/main" id="{49F2F893-6945-48AD-8CD7-A51938699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14" name="组合 3313">
                      <a:extLst>
                        <a:ext uri="{FF2B5EF4-FFF2-40B4-BE49-F238E27FC236}">
                          <a16:creationId xmlns:a16="http://schemas.microsoft.com/office/drawing/2014/main" id="{CCD8A338-9E12-46C1-8008-1AA7004AB6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3319" name="任意多边形 6569">
                        <a:extLst>
                          <a:ext uri="{FF2B5EF4-FFF2-40B4-BE49-F238E27FC236}">
                            <a16:creationId xmlns:a16="http://schemas.microsoft.com/office/drawing/2014/main" id="{02D6DFC9-78FB-4055-8670-07A8DBE703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20" name="任意多边形 6570">
                        <a:extLst>
                          <a:ext uri="{FF2B5EF4-FFF2-40B4-BE49-F238E27FC236}">
                            <a16:creationId xmlns:a16="http://schemas.microsoft.com/office/drawing/2014/main" id="{2EC45747-30F1-4790-A4C7-0D1D5D7F93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21" name="任意多边形 6571">
                        <a:extLst>
                          <a:ext uri="{FF2B5EF4-FFF2-40B4-BE49-F238E27FC236}">
                            <a16:creationId xmlns:a16="http://schemas.microsoft.com/office/drawing/2014/main" id="{36599F9E-5DD8-4A4E-ADB4-74A65D6998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15" name="组合 3314">
                      <a:extLst>
                        <a:ext uri="{FF2B5EF4-FFF2-40B4-BE49-F238E27FC236}">
                          <a16:creationId xmlns:a16="http://schemas.microsoft.com/office/drawing/2014/main" id="{224BE641-102C-4587-9D1D-58F3806C19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3316" name="任意多边形 6566">
                        <a:extLst>
                          <a:ext uri="{FF2B5EF4-FFF2-40B4-BE49-F238E27FC236}">
                            <a16:creationId xmlns:a16="http://schemas.microsoft.com/office/drawing/2014/main" id="{60FF3DD8-CC60-4FA6-8312-1C536F3884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17" name="任意多边形 6567">
                        <a:extLst>
                          <a:ext uri="{FF2B5EF4-FFF2-40B4-BE49-F238E27FC236}">
                            <a16:creationId xmlns:a16="http://schemas.microsoft.com/office/drawing/2014/main" id="{9C28F42B-B0FA-4E8C-B7D0-7CEEB870F3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18" name="任意多边形 6568">
                        <a:extLst>
                          <a:ext uri="{FF2B5EF4-FFF2-40B4-BE49-F238E27FC236}">
                            <a16:creationId xmlns:a16="http://schemas.microsoft.com/office/drawing/2014/main" id="{5BF38F7D-4B67-4BF5-94B5-AB23C968F3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62" name="组合 3261">
                  <a:extLst>
                    <a:ext uri="{FF2B5EF4-FFF2-40B4-BE49-F238E27FC236}">
                      <a16:creationId xmlns:a16="http://schemas.microsoft.com/office/drawing/2014/main" id="{81720F3F-B143-4B70-A886-484B06B1EAFF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3295" name="任意多边形 6545">
                    <a:extLst>
                      <a:ext uri="{FF2B5EF4-FFF2-40B4-BE49-F238E27FC236}">
                        <a16:creationId xmlns:a16="http://schemas.microsoft.com/office/drawing/2014/main" id="{85B2C806-6957-4C06-B94C-B66C1BECAD2B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96" name="任意多边形 6546">
                    <a:extLst>
                      <a:ext uri="{FF2B5EF4-FFF2-40B4-BE49-F238E27FC236}">
                        <a16:creationId xmlns:a16="http://schemas.microsoft.com/office/drawing/2014/main" id="{6B14E0B3-242A-4894-8055-E8F449BC9D7D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97" name="组合 3296">
                    <a:extLst>
                      <a:ext uri="{FF2B5EF4-FFF2-40B4-BE49-F238E27FC236}">
                        <a16:creationId xmlns:a16="http://schemas.microsoft.com/office/drawing/2014/main" id="{3030D8A3-E452-4CFF-BC53-737A95E38EA5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3298" name="组合 3297">
                      <a:extLst>
                        <a:ext uri="{FF2B5EF4-FFF2-40B4-BE49-F238E27FC236}">
                          <a16:creationId xmlns:a16="http://schemas.microsoft.com/office/drawing/2014/main" id="{063F4479-FDEF-4FAE-B488-0C64A2C453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3307" name="任意多边形 6557">
                        <a:extLst>
                          <a:ext uri="{FF2B5EF4-FFF2-40B4-BE49-F238E27FC236}">
                            <a16:creationId xmlns:a16="http://schemas.microsoft.com/office/drawing/2014/main" id="{D68C6CDF-AA98-4FA9-9963-E66E6B01C9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08" name="任意多边形 6558">
                        <a:extLst>
                          <a:ext uri="{FF2B5EF4-FFF2-40B4-BE49-F238E27FC236}">
                            <a16:creationId xmlns:a16="http://schemas.microsoft.com/office/drawing/2014/main" id="{1DABCAAF-2E23-4D84-BE59-2C90F8844E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09" name="任意多边形 6559">
                        <a:extLst>
                          <a:ext uri="{FF2B5EF4-FFF2-40B4-BE49-F238E27FC236}">
                            <a16:creationId xmlns:a16="http://schemas.microsoft.com/office/drawing/2014/main" id="{A210A799-0169-4B1F-8D74-2E4B4D316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99" name="组合 3298">
                      <a:extLst>
                        <a:ext uri="{FF2B5EF4-FFF2-40B4-BE49-F238E27FC236}">
                          <a16:creationId xmlns:a16="http://schemas.microsoft.com/office/drawing/2014/main" id="{95A84A51-EE0E-49D5-9614-786B182955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3304" name="任意多边形 6554">
                        <a:extLst>
                          <a:ext uri="{FF2B5EF4-FFF2-40B4-BE49-F238E27FC236}">
                            <a16:creationId xmlns:a16="http://schemas.microsoft.com/office/drawing/2014/main" id="{ECA65899-C9F1-4387-9803-E3E8AE64A7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05" name="任意多边形 6555">
                        <a:extLst>
                          <a:ext uri="{FF2B5EF4-FFF2-40B4-BE49-F238E27FC236}">
                            <a16:creationId xmlns:a16="http://schemas.microsoft.com/office/drawing/2014/main" id="{C00F9B4E-0B9C-444F-BDC1-AB3A2D5826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06" name="任意多边形 6556">
                        <a:extLst>
                          <a:ext uri="{FF2B5EF4-FFF2-40B4-BE49-F238E27FC236}">
                            <a16:creationId xmlns:a16="http://schemas.microsoft.com/office/drawing/2014/main" id="{E25B53A4-7996-4B9E-8995-6C44E9574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300" name="组合 3299">
                      <a:extLst>
                        <a:ext uri="{FF2B5EF4-FFF2-40B4-BE49-F238E27FC236}">
                          <a16:creationId xmlns:a16="http://schemas.microsoft.com/office/drawing/2014/main" id="{E91BC5D8-BBEF-4FD2-9424-AEB7E5044E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3301" name="任意多边形 6551">
                        <a:extLst>
                          <a:ext uri="{FF2B5EF4-FFF2-40B4-BE49-F238E27FC236}">
                            <a16:creationId xmlns:a16="http://schemas.microsoft.com/office/drawing/2014/main" id="{313CA8F8-DAB9-4607-A2C6-4B367160F3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02" name="任意多边形 6552">
                        <a:extLst>
                          <a:ext uri="{FF2B5EF4-FFF2-40B4-BE49-F238E27FC236}">
                            <a16:creationId xmlns:a16="http://schemas.microsoft.com/office/drawing/2014/main" id="{FBA58261-1864-4576-B509-053C7B1DFC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303" name="任意多边形 6553">
                        <a:extLst>
                          <a:ext uri="{FF2B5EF4-FFF2-40B4-BE49-F238E27FC236}">
                            <a16:creationId xmlns:a16="http://schemas.microsoft.com/office/drawing/2014/main" id="{F1201EE4-E82A-43A3-8D28-C2A8CC4626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63" name="组合 3262">
                  <a:extLst>
                    <a:ext uri="{FF2B5EF4-FFF2-40B4-BE49-F238E27FC236}">
                      <a16:creationId xmlns:a16="http://schemas.microsoft.com/office/drawing/2014/main" id="{26439D9A-2CDA-4BD6-B574-93272FCE5A1F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3280" name="任意多边形 6530">
                    <a:extLst>
                      <a:ext uri="{FF2B5EF4-FFF2-40B4-BE49-F238E27FC236}">
                        <a16:creationId xmlns:a16="http://schemas.microsoft.com/office/drawing/2014/main" id="{97D57820-B3B4-4FFC-99F7-1C4194D71FBF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81" name="任意多边形 6531">
                    <a:extLst>
                      <a:ext uri="{FF2B5EF4-FFF2-40B4-BE49-F238E27FC236}">
                        <a16:creationId xmlns:a16="http://schemas.microsoft.com/office/drawing/2014/main" id="{2F5499F2-29E6-4269-A5CB-193DCBECC84F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82" name="组合 3281">
                    <a:extLst>
                      <a:ext uri="{FF2B5EF4-FFF2-40B4-BE49-F238E27FC236}">
                        <a16:creationId xmlns:a16="http://schemas.microsoft.com/office/drawing/2014/main" id="{E625E56A-8784-403F-9F28-E8B5B06FA262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3283" name="组合 3282">
                      <a:extLst>
                        <a:ext uri="{FF2B5EF4-FFF2-40B4-BE49-F238E27FC236}">
                          <a16:creationId xmlns:a16="http://schemas.microsoft.com/office/drawing/2014/main" id="{C2D6C280-0DFF-4FF0-9E20-ABDA2006A7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3292" name="任意多边形 6542">
                        <a:extLst>
                          <a:ext uri="{FF2B5EF4-FFF2-40B4-BE49-F238E27FC236}">
                            <a16:creationId xmlns:a16="http://schemas.microsoft.com/office/drawing/2014/main" id="{957B0632-6834-44F8-A717-7CC8CB3B95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93" name="任意多边形 6543">
                        <a:extLst>
                          <a:ext uri="{FF2B5EF4-FFF2-40B4-BE49-F238E27FC236}">
                            <a16:creationId xmlns:a16="http://schemas.microsoft.com/office/drawing/2014/main" id="{E18DA1A8-E89F-4722-A4DA-6CCF0A02A5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94" name="任意多边形 6544">
                        <a:extLst>
                          <a:ext uri="{FF2B5EF4-FFF2-40B4-BE49-F238E27FC236}">
                            <a16:creationId xmlns:a16="http://schemas.microsoft.com/office/drawing/2014/main" id="{AD9A4431-D883-4CB6-B641-689611A765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84" name="组合 3283">
                      <a:extLst>
                        <a:ext uri="{FF2B5EF4-FFF2-40B4-BE49-F238E27FC236}">
                          <a16:creationId xmlns:a16="http://schemas.microsoft.com/office/drawing/2014/main" id="{CDB77FB0-234B-4A76-9738-A37D02AB29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3289" name="任意多边形 6539">
                        <a:extLst>
                          <a:ext uri="{FF2B5EF4-FFF2-40B4-BE49-F238E27FC236}">
                            <a16:creationId xmlns:a16="http://schemas.microsoft.com/office/drawing/2014/main" id="{22CE14F0-5640-4C79-812C-F5904D3121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90" name="任意多边形 6540">
                        <a:extLst>
                          <a:ext uri="{FF2B5EF4-FFF2-40B4-BE49-F238E27FC236}">
                            <a16:creationId xmlns:a16="http://schemas.microsoft.com/office/drawing/2014/main" id="{7C83E673-40ED-45B2-A784-B60363B65D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91" name="任意多边形 6541">
                        <a:extLst>
                          <a:ext uri="{FF2B5EF4-FFF2-40B4-BE49-F238E27FC236}">
                            <a16:creationId xmlns:a16="http://schemas.microsoft.com/office/drawing/2014/main" id="{4A8C8CF4-B045-4D54-BB58-3545240E8A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85" name="组合 3284">
                      <a:extLst>
                        <a:ext uri="{FF2B5EF4-FFF2-40B4-BE49-F238E27FC236}">
                          <a16:creationId xmlns:a16="http://schemas.microsoft.com/office/drawing/2014/main" id="{8801294C-021D-45DF-81F0-0201D99EA0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3286" name="任意多边形 6536">
                        <a:extLst>
                          <a:ext uri="{FF2B5EF4-FFF2-40B4-BE49-F238E27FC236}">
                            <a16:creationId xmlns:a16="http://schemas.microsoft.com/office/drawing/2014/main" id="{A93B9F8C-7A33-4445-82D5-0FD4718EEB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87" name="任意多边形 6537">
                        <a:extLst>
                          <a:ext uri="{FF2B5EF4-FFF2-40B4-BE49-F238E27FC236}">
                            <a16:creationId xmlns:a16="http://schemas.microsoft.com/office/drawing/2014/main" id="{2EC92514-1340-4C74-858F-5ED072A592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88" name="任意多边形 6538">
                        <a:extLst>
                          <a:ext uri="{FF2B5EF4-FFF2-40B4-BE49-F238E27FC236}">
                            <a16:creationId xmlns:a16="http://schemas.microsoft.com/office/drawing/2014/main" id="{043AC9E5-1E2C-4F60-8D29-471116F9D8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264" name="组合 3263">
                  <a:extLst>
                    <a:ext uri="{FF2B5EF4-FFF2-40B4-BE49-F238E27FC236}">
                      <a16:creationId xmlns:a16="http://schemas.microsoft.com/office/drawing/2014/main" id="{6F1EF112-741A-4A21-8BDB-9047ECA415A4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3265" name="任意多边形 6515">
                    <a:extLst>
                      <a:ext uri="{FF2B5EF4-FFF2-40B4-BE49-F238E27FC236}">
                        <a16:creationId xmlns:a16="http://schemas.microsoft.com/office/drawing/2014/main" id="{F3F7ED12-22BD-484B-9BF1-B0A8EF825560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66" name="任意多边形 6516">
                    <a:extLst>
                      <a:ext uri="{FF2B5EF4-FFF2-40B4-BE49-F238E27FC236}">
                        <a16:creationId xmlns:a16="http://schemas.microsoft.com/office/drawing/2014/main" id="{4DBEC140-3197-4AAA-84F7-A0D4A018315F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67" name="组合 3266">
                    <a:extLst>
                      <a:ext uri="{FF2B5EF4-FFF2-40B4-BE49-F238E27FC236}">
                        <a16:creationId xmlns:a16="http://schemas.microsoft.com/office/drawing/2014/main" id="{4A6931F4-0059-4593-A056-1C0B47F0C37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3268" name="组合 3267">
                      <a:extLst>
                        <a:ext uri="{FF2B5EF4-FFF2-40B4-BE49-F238E27FC236}">
                          <a16:creationId xmlns:a16="http://schemas.microsoft.com/office/drawing/2014/main" id="{F9867858-2143-4947-AD0A-DF8E9C37BA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3277" name="任意多边形 6527">
                        <a:extLst>
                          <a:ext uri="{FF2B5EF4-FFF2-40B4-BE49-F238E27FC236}">
                            <a16:creationId xmlns:a16="http://schemas.microsoft.com/office/drawing/2014/main" id="{941617A0-9227-4306-A9DC-88F0DB691F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78" name="任意多边形 6528">
                        <a:extLst>
                          <a:ext uri="{FF2B5EF4-FFF2-40B4-BE49-F238E27FC236}">
                            <a16:creationId xmlns:a16="http://schemas.microsoft.com/office/drawing/2014/main" id="{D9856303-95B5-437C-9175-9C6A8A9F3B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79" name="任意多边形 6529">
                        <a:extLst>
                          <a:ext uri="{FF2B5EF4-FFF2-40B4-BE49-F238E27FC236}">
                            <a16:creationId xmlns:a16="http://schemas.microsoft.com/office/drawing/2014/main" id="{0E91DD27-A9EB-493D-9AD2-4154FCB92B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69" name="组合 3268">
                      <a:extLst>
                        <a:ext uri="{FF2B5EF4-FFF2-40B4-BE49-F238E27FC236}">
                          <a16:creationId xmlns:a16="http://schemas.microsoft.com/office/drawing/2014/main" id="{988BF297-DBD6-45EB-9451-5BB2E93CAD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3274" name="任意多边形 6524">
                        <a:extLst>
                          <a:ext uri="{FF2B5EF4-FFF2-40B4-BE49-F238E27FC236}">
                            <a16:creationId xmlns:a16="http://schemas.microsoft.com/office/drawing/2014/main" id="{85C4DC4A-B106-4763-812B-FF61318E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75" name="任意多边形 6525">
                        <a:extLst>
                          <a:ext uri="{FF2B5EF4-FFF2-40B4-BE49-F238E27FC236}">
                            <a16:creationId xmlns:a16="http://schemas.microsoft.com/office/drawing/2014/main" id="{FE911CFA-88F3-44B7-92D0-FAE6CB7850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76" name="任意多边形 6526">
                        <a:extLst>
                          <a:ext uri="{FF2B5EF4-FFF2-40B4-BE49-F238E27FC236}">
                            <a16:creationId xmlns:a16="http://schemas.microsoft.com/office/drawing/2014/main" id="{775C20CC-65D9-4C4B-9025-140CFE107F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70" name="组合 3269">
                      <a:extLst>
                        <a:ext uri="{FF2B5EF4-FFF2-40B4-BE49-F238E27FC236}">
                          <a16:creationId xmlns:a16="http://schemas.microsoft.com/office/drawing/2014/main" id="{F4C16A4F-CBAD-4560-B821-68B6B4CCC2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3271" name="任意多边形 6521">
                        <a:extLst>
                          <a:ext uri="{FF2B5EF4-FFF2-40B4-BE49-F238E27FC236}">
                            <a16:creationId xmlns:a16="http://schemas.microsoft.com/office/drawing/2014/main" id="{BA76F421-8EEC-4649-9F5B-8448E28CD0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72" name="任意多边形 6522">
                        <a:extLst>
                          <a:ext uri="{FF2B5EF4-FFF2-40B4-BE49-F238E27FC236}">
                            <a16:creationId xmlns:a16="http://schemas.microsoft.com/office/drawing/2014/main" id="{66BCAFC6-F81F-4D9B-84AA-8456746546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73" name="任意多边形 6523">
                        <a:extLst>
                          <a:ext uri="{FF2B5EF4-FFF2-40B4-BE49-F238E27FC236}">
                            <a16:creationId xmlns:a16="http://schemas.microsoft.com/office/drawing/2014/main" id="{A47CA27C-265C-4F8A-B04C-E18C62848C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065" name="组合 3064">
                <a:extLst>
                  <a:ext uri="{FF2B5EF4-FFF2-40B4-BE49-F238E27FC236}">
                    <a16:creationId xmlns:a16="http://schemas.microsoft.com/office/drawing/2014/main" id="{24EC2102-D919-4F14-9C63-981E3A446DCA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3163" name="组合 3162">
                  <a:extLst>
                    <a:ext uri="{FF2B5EF4-FFF2-40B4-BE49-F238E27FC236}">
                      <a16:creationId xmlns:a16="http://schemas.microsoft.com/office/drawing/2014/main" id="{B6530F14-D994-4A87-8194-271DDA9A382B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3244" name="任意多边形 6494">
                    <a:extLst>
                      <a:ext uri="{FF2B5EF4-FFF2-40B4-BE49-F238E27FC236}">
                        <a16:creationId xmlns:a16="http://schemas.microsoft.com/office/drawing/2014/main" id="{BB45A290-36CB-4467-AB2F-CFE56FB0244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45" name="任意多边形 6495">
                    <a:extLst>
                      <a:ext uri="{FF2B5EF4-FFF2-40B4-BE49-F238E27FC236}">
                        <a16:creationId xmlns:a16="http://schemas.microsoft.com/office/drawing/2014/main" id="{4D3BB070-9960-43D6-B481-54F8D01DCF60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46" name="组合 3245">
                    <a:extLst>
                      <a:ext uri="{FF2B5EF4-FFF2-40B4-BE49-F238E27FC236}">
                        <a16:creationId xmlns:a16="http://schemas.microsoft.com/office/drawing/2014/main" id="{028267D8-53A3-4AC2-B247-9572E1B79A1F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3247" name="组合 3246">
                      <a:extLst>
                        <a:ext uri="{FF2B5EF4-FFF2-40B4-BE49-F238E27FC236}">
                          <a16:creationId xmlns:a16="http://schemas.microsoft.com/office/drawing/2014/main" id="{15806C6A-1827-456A-8C04-7BF0750D60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3256" name="任意多边形 6506">
                        <a:extLst>
                          <a:ext uri="{FF2B5EF4-FFF2-40B4-BE49-F238E27FC236}">
                            <a16:creationId xmlns:a16="http://schemas.microsoft.com/office/drawing/2014/main" id="{7817E7C8-9AE5-462E-AA7B-23BA8D457A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57" name="任意多边形 6507">
                        <a:extLst>
                          <a:ext uri="{FF2B5EF4-FFF2-40B4-BE49-F238E27FC236}">
                            <a16:creationId xmlns:a16="http://schemas.microsoft.com/office/drawing/2014/main" id="{8C1873DB-E475-4D29-80C2-64CACF411D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58" name="任意多边形 6508">
                        <a:extLst>
                          <a:ext uri="{FF2B5EF4-FFF2-40B4-BE49-F238E27FC236}">
                            <a16:creationId xmlns:a16="http://schemas.microsoft.com/office/drawing/2014/main" id="{106B4047-ED4C-475D-B5D7-B31CE388C5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48" name="组合 3247">
                      <a:extLst>
                        <a:ext uri="{FF2B5EF4-FFF2-40B4-BE49-F238E27FC236}">
                          <a16:creationId xmlns:a16="http://schemas.microsoft.com/office/drawing/2014/main" id="{0C07C994-B3F3-4F08-9B55-8E2A7B4B82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3253" name="任意多边形 6503">
                        <a:extLst>
                          <a:ext uri="{FF2B5EF4-FFF2-40B4-BE49-F238E27FC236}">
                            <a16:creationId xmlns:a16="http://schemas.microsoft.com/office/drawing/2014/main" id="{0AF438A5-5E74-4AE4-B0E1-A4EB731CA0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54" name="任意多边形 6504">
                        <a:extLst>
                          <a:ext uri="{FF2B5EF4-FFF2-40B4-BE49-F238E27FC236}">
                            <a16:creationId xmlns:a16="http://schemas.microsoft.com/office/drawing/2014/main" id="{F9F4F0ED-1329-4A7F-B45A-B4DAD0302D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55" name="任意多边形 6505">
                        <a:extLst>
                          <a:ext uri="{FF2B5EF4-FFF2-40B4-BE49-F238E27FC236}">
                            <a16:creationId xmlns:a16="http://schemas.microsoft.com/office/drawing/2014/main" id="{46C60B58-DDFE-454F-8D59-051C8CA980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49" name="组合 3248">
                      <a:extLst>
                        <a:ext uri="{FF2B5EF4-FFF2-40B4-BE49-F238E27FC236}">
                          <a16:creationId xmlns:a16="http://schemas.microsoft.com/office/drawing/2014/main" id="{81F071EB-8F70-4D61-97F8-320F176CF9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3250" name="任意多边形 6500">
                        <a:extLst>
                          <a:ext uri="{FF2B5EF4-FFF2-40B4-BE49-F238E27FC236}">
                            <a16:creationId xmlns:a16="http://schemas.microsoft.com/office/drawing/2014/main" id="{8EEBEE2F-1993-40C4-BEC7-2F0D872572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51" name="任意多边形 6501">
                        <a:extLst>
                          <a:ext uri="{FF2B5EF4-FFF2-40B4-BE49-F238E27FC236}">
                            <a16:creationId xmlns:a16="http://schemas.microsoft.com/office/drawing/2014/main" id="{D2DE5741-8531-4129-8400-E3274989FD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52" name="任意多边形 6502">
                        <a:extLst>
                          <a:ext uri="{FF2B5EF4-FFF2-40B4-BE49-F238E27FC236}">
                            <a16:creationId xmlns:a16="http://schemas.microsoft.com/office/drawing/2014/main" id="{3A3B98D1-25CC-4F20-B8A3-A70CE0AB0C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164" name="组合 3163">
                  <a:extLst>
                    <a:ext uri="{FF2B5EF4-FFF2-40B4-BE49-F238E27FC236}">
                      <a16:creationId xmlns:a16="http://schemas.microsoft.com/office/drawing/2014/main" id="{E30D88E0-3BFA-4896-96C1-4AB8EBC1B315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3229" name="任意多边形 6479">
                    <a:extLst>
                      <a:ext uri="{FF2B5EF4-FFF2-40B4-BE49-F238E27FC236}">
                        <a16:creationId xmlns:a16="http://schemas.microsoft.com/office/drawing/2014/main" id="{4C2A5940-1745-488E-ABC9-8E289949486F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30" name="任意多边形 6480">
                    <a:extLst>
                      <a:ext uri="{FF2B5EF4-FFF2-40B4-BE49-F238E27FC236}">
                        <a16:creationId xmlns:a16="http://schemas.microsoft.com/office/drawing/2014/main" id="{E255B004-9141-4482-8D40-7D815A6703C1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31" name="组合 3230">
                    <a:extLst>
                      <a:ext uri="{FF2B5EF4-FFF2-40B4-BE49-F238E27FC236}">
                        <a16:creationId xmlns:a16="http://schemas.microsoft.com/office/drawing/2014/main" id="{90EAB4F2-B858-43A3-9B82-47F307F75F4E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3232" name="组合 3231">
                      <a:extLst>
                        <a:ext uri="{FF2B5EF4-FFF2-40B4-BE49-F238E27FC236}">
                          <a16:creationId xmlns:a16="http://schemas.microsoft.com/office/drawing/2014/main" id="{EFD37C92-13B3-4161-9C5B-176894E4D5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3241" name="任意多边形 6491">
                        <a:extLst>
                          <a:ext uri="{FF2B5EF4-FFF2-40B4-BE49-F238E27FC236}">
                            <a16:creationId xmlns:a16="http://schemas.microsoft.com/office/drawing/2014/main" id="{6CC62E95-8F2A-4957-9A15-51153CB67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42" name="任意多边形 6492">
                        <a:extLst>
                          <a:ext uri="{FF2B5EF4-FFF2-40B4-BE49-F238E27FC236}">
                            <a16:creationId xmlns:a16="http://schemas.microsoft.com/office/drawing/2014/main" id="{3B08D124-A920-4969-85E5-F049C2C269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43" name="任意多边形 6493">
                        <a:extLst>
                          <a:ext uri="{FF2B5EF4-FFF2-40B4-BE49-F238E27FC236}">
                            <a16:creationId xmlns:a16="http://schemas.microsoft.com/office/drawing/2014/main" id="{DF0D284B-3854-4AF9-887A-943944DFA5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33" name="组合 3232">
                      <a:extLst>
                        <a:ext uri="{FF2B5EF4-FFF2-40B4-BE49-F238E27FC236}">
                          <a16:creationId xmlns:a16="http://schemas.microsoft.com/office/drawing/2014/main" id="{729AE315-6E2B-4007-B37B-5CAC60A859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3238" name="任意多边形 6488">
                        <a:extLst>
                          <a:ext uri="{FF2B5EF4-FFF2-40B4-BE49-F238E27FC236}">
                            <a16:creationId xmlns:a16="http://schemas.microsoft.com/office/drawing/2014/main" id="{18FA218F-7924-4D4F-BC75-97676595F2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39" name="任意多边形 6489">
                        <a:extLst>
                          <a:ext uri="{FF2B5EF4-FFF2-40B4-BE49-F238E27FC236}">
                            <a16:creationId xmlns:a16="http://schemas.microsoft.com/office/drawing/2014/main" id="{45CE77FF-D17E-4EB8-A4A8-F3BBD54E30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40" name="任意多边形 6490">
                        <a:extLst>
                          <a:ext uri="{FF2B5EF4-FFF2-40B4-BE49-F238E27FC236}">
                            <a16:creationId xmlns:a16="http://schemas.microsoft.com/office/drawing/2014/main" id="{07075E4F-08E1-45F5-BB90-B480724A86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34" name="组合 3233">
                      <a:extLst>
                        <a:ext uri="{FF2B5EF4-FFF2-40B4-BE49-F238E27FC236}">
                          <a16:creationId xmlns:a16="http://schemas.microsoft.com/office/drawing/2014/main" id="{C5018B0B-6FEF-4256-9D37-D4EFBF205F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3235" name="任意多边形 6485">
                        <a:extLst>
                          <a:ext uri="{FF2B5EF4-FFF2-40B4-BE49-F238E27FC236}">
                            <a16:creationId xmlns:a16="http://schemas.microsoft.com/office/drawing/2014/main" id="{7634835A-F5C3-4A02-862A-07989F46CC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36" name="任意多边形 6486">
                        <a:extLst>
                          <a:ext uri="{FF2B5EF4-FFF2-40B4-BE49-F238E27FC236}">
                            <a16:creationId xmlns:a16="http://schemas.microsoft.com/office/drawing/2014/main" id="{75F2E902-0A8B-46F9-A6E3-C76FBB669C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37" name="任意多边形 6487">
                        <a:extLst>
                          <a:ext uri="{FF2B5EF4-FFF2-40B4-BE49-F238E27FC236}">
                            <a16:creationId xmlns:a16="http://schemas.microsoft.com/office/drawing/2014/main" id="{BC8C73A8-2992-4851-85F5-CE537BFCC6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165" name="组合 3164">
                  <a:extLst>
                    <a:ext uri="{FF2B5EF4-FFF2-40B4-BE49-F238E27FC236}">
                      <a16:creationId xmlns:a16="http://schemas.microsoft.com/office/drawing/2014/main" id="{5B344098-FC2B-428E-AB3A-62266DAC22AC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3214" name="任意多边形 6464">
                    <a:extLst>
                      <a:ext uri="{FF2B5EF4-FFF2-40B4-BE49-F238E27FC236}">
                        <a16:creationId xmlns:a16="http://schemas.microsoft.com/office/drawing/2014/main" id="{A7479397-7191-449F-AB32-4D4FB6BBC66C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15" name="任意多边形 6465">
                    <a:extLst>
                      <a:ext uri="{FF2B5EF4-FFF2-40B4-BE49-F238E27FC236}">
                        <a16:creationId xmlns:a16="http://schemas.microsoft.com/office/drawing/2014/main" id="{10DC9FF7-2BB3-4E6B-BD15-BE054D8BEDD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16" name="组合 3215">
                    <a:extLst>
                      <a:ext uri="{FF2B5EF4-FFF2-40B4-BE49-F238E27FC236}">
                        <a16:creationId xmlns:a16="http://schemas.microsoft.com/office/drawing/2014/main" id="{E1374FEF-64DB-40D1-8D5C-98BC21C62460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3217" name="组合 3216">
                      <a:extLst>
                        <a:ext uri="{FF2B5EF4-FFF2-40B4-BE49-F238E27FC236}">
                          <a16:creationId xmlns:a16="http://schemas.microsoft.com/office/drawing/2014/main" id="{9FE18E52-8B0E-4B9F-A3FE-17CB54AADE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3226" name="任意多边形 6476">
                        <a:extLst>
                          <a:ext uri="{FF2B5EF4-FFF2-40B4-BE49-F238E27FC236}">
                            <a16:creationId xmlns:a16="http://schemas.microsoft.com/office/drawing/2014/main" id="{5F020C37-8DA5-4023-A29B-45C6269C66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27" name="任意多边形 6477">
                        <a:extLst>
                          <a:ext uri="{FF2B5EF4-FFF2-40B4-BE49-F238E27FC236}">
                            <a16:creationId xmlns:a16="http://schemas.microsoft.com/office/drawing/2014/main" id="{6540EC9D-D811-41C0-8B5A-5BCFBDB5D9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28" name="任意多边形 6478">
                        <a:extLst>
                          <a:ext uri="{FF2B5EF4-FFF2-40B4-BE49-F238E27FC236}">
                            <a16:creationId xmlns:a16="http://schemas.microsoft.com/office/drawing/2014/main" id="{21B56D43-9BC9-469F-9564-B2346DA351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18" name="组合 3217">
                      <a:extLst>
                        <a:ext uri="{FF2B5EF4-FFF2-40B4-BE49-F238E27FC236}">
                          <a16:creationId xmlns:a16="http://schemas.microsoft.com/office/drawing/2014/main" id="{96EF0D2A-3988-4AA1-9F55-5C7AED3885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3223" name="任意多边形 6473">
                        <a:extLst>
                          <a:ext uri="{FF2B5EF4-FFF2-40B4-BE49-F238E27FC236}">
                            <a16:creationId xmlns:a16="http://schemas.microsoft.com/office/drawing/2014/main" id="{88B9A897-6FB9-4A9E-8745-1A13A68508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24" name="任意多边形 6474">
                        <a:extLst>
                          <a:ext uri="{FF2B5EF4-FFF2-40B4-BE49-F238E27FC236}">
                            <a16:creationId xmlns:a16="http://schemas.microsoft.com/office/drawing/2014/main" id="{3376C0C7-646B-46CB-ABC3-8590DFB407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25" name="任意多边形 6475">
                        <a:extLst>
                          <a:ext uri="{FF2B5EF4-FFF2-40B4-BE49-F238E27FC236}">
                            <a16:creationId xmlns:a16="http://schemas.microsoft.com/office/drawing/2014/main" id="{9795F96D-D18D-42BA-9060-31F8C9BA70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19" name="组合 3218">
                      <a:extLst>
                        <a:ext uri="{FF2B5EF4-FFF2-40B4-BE49-F238E27FC236}">
                          <a16:creationId xmlns:a16="http://schemas.microsoft.com/office/drawing/2014/main" id="{34B580C1-E111-4835-B426-2BF7A895B1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3220" name="任意多边形 6470">
                        <a:extLst>
                          <a:ext uri="{FF2B5EF4-FFF2-40B4-BE49-F238E27FC236}">
                            <a16:creationId xmlns:a16="http://schemas.microsoft.com/office/drawing/2014/main" id="{7498FEF1-3AEF-46A0-8572-A60F3DE52B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21" name="任意多边形 6471">
                        <a:extLst>
                          <a:ext uri="{FF2B5EF4-FFF2-40B4-BE49-F238E27FC236}">
                            <a16:creationId xmlns:a16="http://schemas.microsoft.com/office/drawing/2014/main" id="{80D80659-3015-40F9-BED6-DF1B80E32E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22" name="任意多边形 6472">
                        <a:extLst>
                          <a:ext uri="{FF2B5EF4-FFF2-40B4-BE49-F238E27FC236}">
                            <a16:creationId xmlns:a16="http://schemas.microsoft.com/office/drawing/2014/main" id="{1911D262-FC17-498B-8930-A19BA67A18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166" name="组合 3165">
                  <a:extLst>
                    <a:ext uri="{FF2B5EF4-FFF2-40B4-BE49-F238E27FC236}">
                      <a16:creationId xmlns:a16="http://schemas.microsoft.com/office/drawing/2014/main" id="{F22CE974-D254-4079-B83E-9F9C659BAFCD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3199" name="任意多边形 6449">
                    <a:extLst>
                      <a:ext uri="{FF2B5EF4-FFF2-40B4-BE49-F238E27FC236}">
                        <a16:creationId xmlns:a16="http://schemas.microsoft.com/office/drawing/2014/main" id="{7B9CFECA-C613-4ACF-82EE-A3F6D31051AC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200" name="任意多边形 6450">
                    <a:extLst>
                      <a:ext uri="{FF2B5EF4-FFF2-40B4-BE49-F238E27FC236}">
                        <a16:creationId xmlns:a16="http://schemas.microsoft.com/office/drawing/2014/main" id="{266FC776-C6E9-454D-9187-63724B0B6B7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201" name="组合 3200">
                    <a:extLst>
                      <a:ext uri="{FF2B5EF4-FFF2-40B4-BE49-F238E27FC236}">
                        <a16:creationId xmlns:a16="http://schemas.microsoft.com/office/drawing/2014/main" id="{42115B9E-E68C-4B48-B686-3A83E6FAD105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3202" name="组合 3201">
                      <a:extLst>
                        <a:ext uri="{FF2B5EF4-FFF2-40B4-BE49-F238E27FC236}">
                          <a16:creationId xmlns:a16="http://schemas.microsoft.com/office/drawing/2014/main" id="{94367DDF-F035-4BCE-9F78-C1CEB5D10B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3211" name="任意多边形 6461">
                        <a:extLst>
                          <a:ext uri="{FF2B5EF4-FFF2-40B4-BE49-F238E27FC236}">
                            <a16:creationId xmlns:a16="http://schemas.microsoft.com/office/drawing/2014/main" id="{072B98C7-AC24-450F-AB91-1532A6488C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12" name="任意多边形 6462">
                        <a:extLst>
                          <a:ext uri="{FF2B5EF4-FFF2-40B4-BE49-F238E27FC236}">
                            <a16:creationId xmlns:a16="http://schemas.microsoft.com/office/drawing/2014/main" id="{570C2242-9D21-481F-AE97-074234CEEA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13" name="任意多边形 6463">
                        <a:extLst>
                          <a:ext uri="{FF2B5EF4-FFF2-40B4-BE49-F238E27FC236}">
                            <a16:creationId xmlns:a16="http://schemas.microsoft.com/office/drawing/2014/main" id="{F4C3C545-AF79-49C4-A468-BFFA56E2E0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03" name="组合 3202">
                      <a:extLst>
                        <a:ext uri="{FF2B5EF4-FFF2-40B4-BE49-F238E27FC236}">
                          <a16:creationId xmlns:a16="http://schemas.microsoft.com/office/drawing/2014/main" id="{8487FCF0-CB43-40A2-882E-842A5F100E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3208" name="任意多边形 6458">
                        <a:extLst>
                          <a:ext uri="{FF2B5EF4-FFF2-40B4-BE49-F238E27FC236}">
                            <a16:creationId xmlns:a16="http://schemas.microsoft.com/office/drawing/2014/main" id="{32D9CA5D-D599-4C49-A3DF-6606E468E3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09" name="任意多边形 6459">
                        <a:extLst>
                          <a:ext uri="{FF2B5EF4-FFF2-40B4-BE49-F238E27FC236}">
                            <a16:creationId xmlns:a16="http://schemas.microsoft.com/office/drawing/2014/main" id="{DD8E8425-069C-45F6-8389-A209BFBE36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10" name="任意多边形 6460">
                        <a:extLst>
                          <a:ext uri="{FF2B5EF4-FFF2-40B4-BE49-F238E27FC236}">
                            <a16:creationId xmlns:a16="http://schemas.microsoft.com/office/drawing/2014/main" id="{3A46BF55-67F6-4F93-8D8F-714865F06A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204" name="组合 3203">
                      <a:extLst>
                        <a:ext uri="{FF2B5EF4-FFF2-40B4-BE49-F238E27FC236}">
                          <a16:creationId xmlns:a16="http://schemas.microsoft.com/office/drawing/2014/main" id="{13B88A67-D8FD-4D31-8FF4-62A5AA1DB0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3205" name="任意多边形 6455">
                        <a:extLst>
                          <a:ext uri="{FF2B5EF4-FFF2-40B4-BE49-F238E27FC236}">
                            <a16:creationId xmlns:a16="http://schemas.microsoft.com/office/drawing/2014/main" id="{7ACD1D75-3520-4939-AAE5-6D634CA671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06" name="任意多边形 6456">
                        <a:extLst>
                          <a:ext uri="{FF2B5EF4-FFF2-40B4-BE49-F238E27FC236}">
                            <a16:creationId xmlns:a16="http://schemas.microsoft.com/office/drawing/2014/main" id="{91F3886C-8D9B-49FE-96D4-05F6DDF3ED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207" name="任意多边形 6457">
                        <a:extLst>
                          <a:ext uri="{FF2B5EF4-FFF2-40B4-BE49-F238E27FC236}">
                            <a16:creationId xmlns:a16="http://schemas.microsoft.com/office/drawing/2014/main" id="{14119281-50AD-4B2C-9CC4-14B228F85B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167" name="组合 3166">
                  <a:extLst>
                    <a:ext uri="{FF2B5EF4-FFF2-40B4-BE49-F238E27FC236}">
                      <a16:creationId xmlns:a16="http://schemas.microsoft.com/office/drawing/2014/main" id="{1C017DB0-641D-4E8E-9A47-493FC265E310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3184" name="任意多边形 6434">
                    <a:extLst>
                      <a:ext uri="{FF2B5EF4-FFF2-40B4-BE49-F238E27FC236}">
                        <a16:creationId xmlns:a16="http://schemas.microsoft.com/office/drawing/2014/main" id="{3C77E34E-4045-4A0A-9AEE-9C46E2418B37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185" name="任意多边形 6435">
                    <a:extLst>
                      <a:ext uri="{FF2B5EF4-FFF2-40B4-BE49-F238E27FC236}">
                        <a16:creationId xmlns:a16="http://schemas.microsoft.com/office/drawing/2014/main" id="{D71BBFC6-77AE-43F2-9A5C-6817014B347D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186" name="组合 3185">
                    <a:extLst>
                      <a:ext uri="{FF2B5EF4-FFF2-40B4-BE49-F238E27FC236}">
                        <a16:creationId xmlns:a16="http://schemas.microsoft.com/office/drawing/2014/main" id="{A293D89A-28F7-49C9-BB20-3E31F9792D46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3187" name="组合 3186">
                      <a:extLst>
                        <a:ext uri="{FF2B5EF4-FFF2-40B4-BE49-F238E27FC236}">
                          <a16:creationId xmlns:a16="http://schemas.microsoft.com/office/drawing/2014/main" id="{EF49CEAC-1D15-4850-A412-1BBB497751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3196" name="任意多边形 6446">
                        <a:extLst>
                          <a:ext uri="{FF2B5EF4-FFF2-40B4-BE49-F238E27FC236}">
                            <a16:creationId xmlns:a16="http://schemas.microsoft.com/office/drawing/2014/main" id="{9663CC21-5ADD-4CDE-B2BF-8A8A7B7F9B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97" name="任意多边形 6447">
                        <a:extLst>
                          <a:ext uri="{FF2B5EF4-FFF2-40B4-BE49-F238E27FC236}">
                            <a16:creationId xmlns:a16="http://schemas.microsoft.com/office/drawing/2014/main" id="{2A62C44D-46F8-4A0C-94BD-E44116671C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98" name="任意多边形 6448">
                        <a:extLst>
                          <a:ext uri="{FF2B5EF4-FFF2-40B4-BE49-F238E27FC236}">
                            <a16:creationId xmlns:a16="http://schemas.microsoft.com/office/drawing/2014/main" id="{D67F982B-B932-494D-B76D-A9D72247F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88" name="组合 3187">
                      <a:extLst>
                        <a:ext uri="{FF2B5EF4-FFF2-40B4-BE49-F238E27FC236}">
                          <a16:creationId xmlns:a16="http://schemas.microsoft.com/office/drawing/2014/main" id="{A21C8B08-4E02-4A11-BBA3-014E5B02E9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3193" name="任意多边形 6443">
                        <a:extLst>
                          <a:ext uri="{FF2B5EF4-FFF2-40B4-BE49-F238E27FC236}">
                            <a16:creationId xmlns:a16="http://schemas.microsoft.com/office/drawing/2014/main" id="{AA927DC5-2D7B-45EC-80CC-490862F17A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94" name="任意多边形 6444">
                        <a:extLst>
                          <a:ext uri="{FF2B5EF4-FFF2-40B4-BE49-F238E27FC236}">
                            <a16:creationId xmlns:a16="http://schemas.microsoft.com/office/drawing/2014/main" id="{384A322B-9AFC-48E5-96BD-2B7C7D4A81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95" name="任意多边形 6445">
                        <a:extLst>
                          <a:ext uri="{FF2B5EF4-FFF2-40B4-BE49-F238E27FC236}">
                            <a16:creationId xmlns:a16="http://schemas.microsoft.com/office/drawing/2014/main" id="{7AAD28FE-40B4-42F9-BCC7-C89AF49C0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89" name="组合 3188">
                      <a:extLst>
                        <a:ext uri="{FF2B5EF4-FFF2-40B4-BE49-F238E27FC236}">
                          <a16:creationId xmlns:a16="http://schemas.microsoft.com/office/drawing/2014/main" id="{1AE4FEE3-AF4F-492E-B39C-E1368A70C8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3190" name="任意多边形 6440">
                        <a:extLst>
                          <a:ext uri="{FF2B5EF4-FFF2-40B4-BE49-F238E27FC236}">
                            <a16:creationId xmlns:a16="http://schemas.microsoft.com/office/drawing/2014/main" id="{8B8D2E46-DF04-45C7-9AA1-C6D449A3F2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91" name="任意多边形 6441">
                        <a:extLst>
                          <a:ext uri="{FF2B5EF4-FFF2-40B4-BE49-F238E27FC236}">
                            <a16:creationId xmlns:a16="http://schemas.microsoft.com/office/drawing/2014/main" id="{0E9FCC2F-282C-45DE-93FE-CD9B677AE8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92" name="任意多边形 6442">
                        <a:extLst>
                          <a:ext uri="{FF2B5EF4-FFF2-40B4-BE49-F238E27FC236}">
                            <a16:creationId xmlns:a16="http://schemas.microsoft.com/office/drawing/2014/main" id="{088EB5C8-6847-431A-8539-A8CD3ADC59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168" name="组合 3167">
                  <a:extLst>
                    <a:ext uri="{FF2B5EF4-FFF2-40B4-BE49-F238E27FC236}">
                      <a16:creationId xmlns:a16="http://schemas.microsoft.com/office/drawing/2014/main" id="{D30136B4-FFCB-46A7-88C6-B399F52FD1F1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3169" name="任意多边形 6419">
                    <a:extLst>
                      <a:ext uri="{FF2B5EF4-FFF2-40B4-BE49-F238E27FC236}">
                        <a16:creationId xmlns:a16="http://schemas.microsoft.com/office/drawing/2014/main" id="{C06FC457-8E91-452E-9074-822330FD130F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170" name="任意多边形 6420">
                    <a:extLst>
                      <a:ext uri="{FF2B5EF4-FFF2-40B4-BE49-F238E27FC236}">
                        <a16:creationId xmlns:a16="http://schemas.microsoft.com/office/drawing/2014/main" id="{EE15D4A7-1663-45EB-883D-D2F5C172D6D7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171" name="组合 3170">
                    <a:extLst>
                      <a:ext uri="{FF2B5EF4-FFF2-40B4-BE49-F238E27FC236}">
                        <a16:creationId xmlns:a16="http://schemas.microsoft.com/office/drawing/2014/main" id="{84D5C306-A4F3-4543-9AE6-102AAC1CDC4E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3172" name="组合 3171">
                      <a:extLst>
                        <a:ext uri="{FF2B5EF4-FFF2-40B4-BE49-F238E27FC236}">
                          <a16:creationId xmlns:a16="http://schemas.microsoft.com/office/drawing/2014/main" id="{7383262D-3024-4882-BA6A-A14455E576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3181" name="任意多边形 6431">
                        <a:extLst>
                          <a:ext uri="{FF2B5EF4-FFF2-40B4-BE49-F238E27FC236}">
                            <a16:creationId xmlns:a16="http://schemas.microsoft.com/office/drawing/2014/main" id="{9D4C9E39-9176-42F5-97B2-24BD190943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82" name="任意多边形 6432">
                        <a:extLst>
                          <a:ext uri="{FF2B5EF4-FFF2-40B4-BE49-F238E27FC236}">
                            <a16:creationId xmlns:a16="http://schemas.microsoft.com/office/drawing/2014/main" id="{69AF977F-DA5B-456C-90E9-0C503EC9A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83" name="任意多边形 6433">
                        <a:extLst>
                          <a:ext uri="{FF2B5EF4-FFF2-40B4-BE49-F238E27FC236}">
                            <a16:creationId xmlns:a16="http://schemas.microsoft.com/office/drawing/2014/main" id="{C186AD7C-0F56-42F9-9D9D-7C625B3847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73" name="组合 3172">
                      <a:extLst>
                        <a:ext uri="{FF2B5EF4-FFF2-40B4-BE49-F238E27FC236}">
                          <a16:creationId xmlns:a16="http://schemas.microsoft.com/office/drawing/2014/main" id="{8E07D1C5-C7C8-482C-81D9-2F4C83F419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3178" name="任意多边形 6428">
                        <a:extLst>
                          <a:ext uri="{FF2B5EF4-FFF2-40B4-BE49-F238E27FC236}">
                            <a16:creationId xmlns:a16="http://schemas.microsoft.com/office/drawing/2014/main" id="{326CE108-3128-4C41-8AFA-9FD50DEE8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79" name="任意多边形 6429">
                        <a:extLst>
                          <a:ext uri="{FF2B5EF4-FFF2-40B4-BE49-F238E27FC236}">
                            <a16:creationId xmlns:a16="http://schemas.microsoft.com/office/drawing/2014/main" id="{D6D7D865-329C-44C6-AABE-B61560C711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80" name="任意多边形 6430">
                        <a:extLst>
                          <a:ext uri="{FF2B5EF4-FFF2-40B4-BE49-F238E27FC236}">
                            <a16:creationId xmlns:a16="http://schemas.microsoft.com/office/drawing/2014/main" id="{11CD4982-50C5-48A3-84B4-65C982A5B6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74" name="组合 3173">
                      <a:extLst>
                        <a:ext uri="{FF2B5EF4-FFF2-40B4-BE49-F238E27FC236}">
                          <a16:creationId xmlns:a16="http://schemas.microsoft.com/office/drawing/2014/main" id="{EC588890-41CE-4151-8871-B82E634020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3175" name="任意多边形 6425">
                        <a:extLst>
                          <a:ext uri="{FF2B5EF4-FFF2-40B4-BE49-F238E27FC236}">
                            <a16:creationId xmlns:a16="http://schemas.microsoft.com/office/drawing/2014/main" id="{157589C7-AFBB-473F-B5B7-BE9A23F03D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76" name="任意多边形 6426">
                        <a:extLst>
                          <a:ext uri="{FF2B5EF4-FFF2-40B4-BE49-F238E27FC236}">
                            <a16:creationId xmlns:a16="http://schemas.microsoft.com/office/drawing/2014/main" id="{BD3DC6D4-6850-4D2A-AD3E-6CB77FF97A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77" name="任意多边形 6427">
                        <a:extLst>
                          <a:ext uri="{FF2B5EF4-FFF2-40B4-BE49-F238E27FC236}">
                            <a16:creationId xmlns:a16="http://schemas.microsoft.com/office/drawing/2014/main" id="{B5F51D31-3813-4ED3-83B6-9B7448764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066" name="组合 3065">
                <a:extLst>
                  <a:ext uri="{FF2B5EF4-FFF2-40B4-BE49-F238E27FC236}">
                    <a16:creationId xmlns:a16="http://schemas.microsoft.com/office/drawing/2014/main" id="{E56477FE-A6B6-4721-AEB8-A067C5D085A8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3067" name="组合 3066">
                  <a:extLst>
                    <a:ext uri="{FF2B5EF4-FFF2-40B4-BE49-F238E27FC236}">
                      <a16:creationId xmlns:a16="http://schemas.microsoft.com/office/drawing/2014/main" id="{16FD62ED-335D-4399-8733-6B04AC538F5E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3148" name="任意多边形 6398">
                    <a:extLst>
                      <a:ext uri="{FF2B5EF4-FFF2-40B4-BE49-F238E27FC236}">
                        <a16:creationId xmlns:a16="http://schemas.microsoft.com/office/drawing/2014/main" id="{B633E7E3-E969-49AA-A41B-21C556FB59A7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149" name="任意多边形 6399">
                    <a:extLst>
                      <a:ext uri="{FF2B5EF4-FFF2-40B4-BE49-F238E27FC236}">
                        <a16:creationId xmlns:a16="http://schemas.microsoft.com/office/drawing/2014/main" id="{D02C219B-231A-4630-ADD2-5EA693D0393B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150" name="组合 3149">
                    <a:extLst>
                      <a:ext uri="{FF2B5EF4-FFF2-40B4-BE49-F238E27FC236}">
                        <a16:creationId xmlns:a16="http://schemas.microsoft.com/office/drawing/2014/main" id="{16FF8A25-B273-41B9-9B6F-156F8F9004BB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3151" name="组合 3150">
                      <a:extLst>
                        <a:ext uri="{FF2B5EF4-FFF2-40B4-BE49-F238E27FC236}">
                          <a16:creationId xmlns:a16="http://schemas.microsoft.com/office/drawing/2014/main" id="{D4FDE149-84D6-45DA-A644-9A842A6498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3160" name="任意多边形 6410">
                        <a:extLst>
                          <a:ext uri="{FF2B5EF4-FFF2-40B4-BE49-F238E27FC236}">
                            <a16:creationId xmlns:a16="http://schemas.microsoft.com/office/drawing/2014/main" id="{498DC8C3-D417-4086-AEB4-CA4C6A193A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61" name="任意多边形 6411">
                        <a:extLst>
                          <a:ext uri="{FF2B5EF4-FFF2-40B4-BE49-F238E27FC236}">
                            <a16:creationId xmlns:a16="http://schemas.microsoft.com/office/drawing/2014/main" id="{5AD0F748-58FC-495F-A0E0-3E0B6B483A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62" name="任意多边形 6412">
                        <a:extLst>
                          <a:ext uri="{FF2B5EF4-FFF2-40B4-BE49-F238E27FC236}">
                            <a16:creationId xmlns:a16="http://schemas.microsoft.com/office/drawing/2014/main" id="{4ADBDF12-6057-42DA-8B4C-9F17D288A9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52" name="组合 3151">
                      <a:extLst>
                        <a:ext uri="{FF2B5EF4-FFF2-40B4-BE49-F238E27FC236}">
                          <a16:creationId xmlns:a16="http://schemas.microsoft.com/office/drawing/2014/main" id="{974BA6D5-2247-4023-BEDE-E4FB638AEA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3157" name="任意多边形 6407">
                        <a:extLst>
                          <a:ext uri="{FF2B5EF4-FFF2-40B4-BE49-F238E27FC236}">
                            <a16:creationId xmlns:a16="http://schemas.microsoft.com/office/drawing/2014/main" id="{6A53CF15-EA30-46F0-8205-878A39C486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58" name="任意多边形 6408">
                        <a:extLst>
                          <a:ext uri="{FF2B5EF4-FFF2-40B4-BE49-F238E27FC236}">
                            <a16:creationId xmlns:a16="http://schemas.microsoft.com/office/drawing/2014/main" id="{F355F6D3-9ADE-4314-A9DF-62503B9ADB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59" name="任意多边形 6409">
                        <a:extLst>
                          <a:ext uri="{FF2B5EF4-FFF2-40B4-BE49-F238E27FC236}">
                            <a16:creationId xmlns:a16="http://schemas.microsoft.com/office/drawing/2014/main" id="{DC294FC2-8025-45A0-A64A-0FCA13D973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53" name="组合 3152">
                      <a:extLst>
                        <a:ext uri="{FF2B5EF4-FFF2-40B4-BE49-F238E27FC236}">
                          <a16:creationId xmlns:a16="http://schemas.microsoft.com/office/drawing/2014/main" id="{4A7FFED8-4400-4472-BF9A-21B2098EE7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3154" name="任意多边形 6404">
                        <a:extLst>
                          <a:ext uri="{FF2B5EF4-FFF2-40B4-BE49-F238E27FC236}">
                            <a16:creationId xmlns:a16="http://schemas.microsoft.com/office/drawing/2014/main" id="{16ED7EE3-2544-4907-9DD8-1890E2499C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55" name="任意多边形 6405">
                        <a:extLst>
                          <a:ext uri="{FF2B5EF4-FFF2-40B4-BE49-F238E27FC236}">
                            <a16:creationId xmlns:a16="http://schemas.microsoft.com/office/drawing/2014/main" id="{0C3E627F-45E9-40EA-8553-AB29CA033E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56" name="任意多边形 6406">
                        <a:extLst>
                          <a:ext uri="{FF2B5EF4-FFF2-40B4-BE49-F238E27FC236}">
                            <a16:creationId xmlns:a16="http://schemas.microsoft.com/office/drawing/2014/main" id="{A9E1F8B5-151F-4B55-B64F-822175212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068" name="组合 3067">
                  <a:extLst>
                    <a:ext uri="{FF2B5EF4-FFF2-40B4-BE49-F238E27FC236}">
                      <a16:creationId xmlns:a16="http://schemas.microsoft.com/office/drawing/2014/main" id="{2BF77D4A-CB8A-436F-BFD9-9693C3A96E69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3133" name="任意多边形 6383">
                    <a:extLst>
                      <a:ext uri="{FF2B5EF4-FFF2-40B4-BE49-F238E27FC236}">
                        <a16:creationId xmlns:a16="http://schemas.microsoft.com/office/drawing/2014/main" id="{1BBAF33C-105B-4002-87EC-0CF8C441C991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134" name="任意多边形 6384">
                    <a:extLst>
                      <a:ext uri="{FF2B5EF4-FFF2-40B4-BE49-F238E27FC236}">
                        <a16:creationId xmlns:a16="http://schemas.microsoft.com/office/drawing/2014/main" id="{6F68EBE7-2F6F-4969-B28D-54019BF46E03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135" name="组合 3134">
                    <a:extLst>
                      <a:ext uri="{FF2B5EF4-FFF2-40B4-BE49-F238E27FC236}">
                        <a16:creationId xmlns:a16="http://schemas.microsoft.com/office/drawing/2014/main" id="{31E68952-FC81-4D30-AA31-C38FF4345BF1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3136" name="组合 3135">
                      <a:extLst>
                        <a:ext uri="{FF2B5EF4-FFF2-40B4-BE49-F238E27FC236}">
                          <a16:creationId xmlns:a16="http://schemas.microsoft.com/office/drawing/2014/main" id="{05F1486C-4885-4794-9C0E-AB0DFE345A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3145" name="任意多边形 6395">
                        <a:extLst>
                          <a:ext uri="{FF2B5EF4-FFF2-40B4-BE49-F238E27FC236}">
                            <a16:creationId xmlns:a16="http://schemas.microsoft.com/office/drawing/2014/main" id="{DC5018A5-A1ED-4166-A111-95D755632A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46" name="任意多边形 6396">
                        <a:extLst>
                          <a:ext uri="{FF2B5EF4-FFF2-40B4-BE49-F238E27FC236}">
                            <a16:creationId xmlns:a16="http://schemas.microsoft.com/office/drawing/2014/main" id="{169BE190-9CA7-4418-985D-AAB8592AD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47" name="任意多边形 6397">
                        <a:extLst>
                          <a:ext uri="{FF2B5EF4-FFF2-40B4-BE49-F238E27FC236}">
                            <a16:creationId xmlns:a16="http://schemas.microsoft.com/office/drawing/2014/main" id="{AB58862F-1A80-430B-A203-74B7E24F9A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37" name="组合 3136">
                      <a:extLst>
                        <a:ext uri="{FF2B5EF4-FFF2-40B4-BE49-F238E27FC236}">
                          <a16:creationId xmlns:a16="http://schemas.microsoft.com/office/drawing/2014/main" id="{9DDAF568-BE0E-469C-BB75-58C692CA96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3142" name="任意多边形 6392">
                        <a:extLst>
                          <a:ext uri="{FF2B5EF4-FFF2-40B4-BE49-F238E27FC236}">
                            <a16:creationId xmlns:a16="http://schemas.microsoft.com/office/drawing/2014/main" id="{63D4C107-EFEE-4AE9-B918-C04F6E1EE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43" name="任意多边形 6393">
                        <a:extLst>
                          <a:ext uri="{FF2B5EF4-FFF2-40B4-BE49-F238E27FC236}">
                            <a16:creationId xmlns:a16="http://schemas.microsoft.com/office/drawing/2014/main" id="{B24A9FFE-E508-4A48-B800-F49086AEE4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44" name="任意多边形 6394">
                        <a:extLst>
                          <a:ext uri="{FF2B5EF4-FFF2-40B4-BE49-F238E27FC236}">
                            <a16:creationId xmlns:a16="http://schemas.microsoft.com/office/drawing/2014/main" id="{7FCB37E9-D4ED-401F-9A5F-8E10A152DD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38" name="组合 3137">
                      <a:extLst>
                        <a:ext uri="{FF2B5EF4-FFF2-40B4-BE49-F238E27FC236}">
                          <a16:creationId xmlns:a16="http://schemas.microsoft.com/office/drawing/2014/main" id="{D304725B-48C5-447D-B647-C8DE2D06D3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3139" name="任意多边形 6389">
                        <a:extLst>
                          <a:ext uri="{FF2B5EF4-FFF2-40B4-BE49-F238E27FC236}">
                            <a16:creationId xmlns:a16="http://schemas.microsoft.com/office/drawing/2014/main" id="{CEDEFDAA-25D1-4D60-A471-64C2573B42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40" name="任意多边形 6390">
                        <a:extLst>
                          <a:ext uri="{FF2B5EF4-FFF2-40B4-BE49-F238E27FC236}">
                            <a16:creationId xmlns:a16="http://schemas.microsoft.com/office/drawing/2014/main" id="{967BD5A4-8B4A-41B9-B84B-F96C3DEE64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41" name="任意多边形 6391">
                        <a:extLst>
                          <a:ext uri="{FF2B5EF4-FFF2-40B4-BE49-F238E27FC236}">
                            <a16:creationId xmlns:a16="http://schemas.microsoft.com/office/drawing/2014/main" id="{4FB01037-BF24-4341-BF0C-83EA33ACA0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069" name="组合 3068">
                  <a:extLst>
                    <a:ext uri="{FF2B5EF4-FFF2-40B4-BE49-F238E27FC236}">
                      <a16:creationId xmlns:a16="http://schemas.microsoft.com/office/drawing/2014/main" id="{C04658B3-CADB-4AA5-A9BB-F23252968BFB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3118" name="任意多边形 6368">
                    <a:extLst>
                      <a:ext uri="{FF2B5EF4-FFF2-40B4-BE49-F238E27FC236}">
                        <a16:creationId xmlns:a16="http://schemas.microsoft.com/office/drawing/2014/main" id="{DB8EF9AD-063B-45D5-9677-981084B457CB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119" name="任意多边形 6369">
                    <a:extLst>
                      <a:ext uri="{FF2B5EF4-FFF2-40B4-BE49-F238E27FC236}">
                        <a16:creationId xmlns:a16="http://schemas.microsoft.com/office/drawing/2014/main" id="{0E9ADA3C-31F2-425C-8A1C-98DB14BA88D8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120" name="组合 3119">
                    <a:extLst>
                      <a:ext uri="{FF2B5EF4-FFF2-40B4-BE49-F238E27FC236}">
                        <a16:creationId xmlns:a16="http://schemas.microsoft.com/office/drawing/2014/main" id="{4119C128-C67C-49AD-8057-8E794EC23BA6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3121" name="组合 3120">
                      <a:extLst>
                        <a:ext uri="{FF2B5EF4-FFF2-40B4-BE49-F238E27FC236}">
                          <a16:creationId xmlns:a16="http://schemas.microsoft.com/office/drawing/2014/main" id="{D73C5AFB-F3A9-48F9-B4BA-1A06E3419C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3130" name="任意多边形 6380">
                        <a:extLst>
                          <a:ext uri="{FF2B5EF4-FFF2-40B4-BE49-F238E27FC236}">
                            <a16:creationId xmlns:a16="http://schemas.microsoft.com/office/drawing/2014/main" id="{D9581F5C-F3ED-431F-9B31-8D8888B383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31" name="任意多边形 6381">
                        <a:extLst>
                          <a:ext uri="{FF2B5EF4-FFF2-40B4-BE49-F238E27FC236}">
                            <a16:creationId xmlns:a16="http://schemas.microsoft.com/office/drawing/2014/main" id="{5F64242F-2A5A-4F8B-8076-2EC4FD66D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32" name="任意多边形 6382">
                        <a:extLst>
                          <a:ext uri="{FF2B5EF4-FFF2-40B4-BE49-F238E27FC236}">
                            <a16:creationId xmlns:a16="http://schemas.microsoft.com/office/drawing/2014/main" id="{CEAE27CD-5662-4CBA-A0A8-D0C11D2102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22" name="组合 3121">
                      <a:extLst>
                        <a:ext uri="{FF2B5EF4-FFF2-40B4-BE49-F238E27FC236}">
                          <a16:creationId xmlns:a16="http://schemas.microsoft.com/office/drawing/2014/main" id="{D75B9619-94EF-4033-A3EF-5CE215907B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3127" name="任意多边形 6377">
                        <a:extLst>
                          <a:ext uri="{FF2B5EF4-FFF2-40B4-BE49-F238E27FC236}">
                            <a16:creationId xmlns:a16="http://schemas.microsoft.com/office/drawing/2014/main" id="{F4ADCF2A-7B28-4C8B-B8F6-7ACE3FD535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28" name="任意多边形 6378">
                        <a:extLst>
                          <a:ext uri="{FF2B5EF4-FFF2-40B4-BE49-F238E27FC236}">
                            <a16:creationId xmlns:a16="http://schemas.microsoft.com/office/drawing/2014/main" id="{BCAD66E5-0E32-4575-96D6-33A3B81289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29" name="任意多边形 6379">
                        <a:extLst>
                          <a:ext uri="{FF2B5EF4-FFF2-40B4-BE49-F238E27FC236}">
                            <a16:creationId xmlns:a16="http://schemas.microsoft.com/office/drawing/2014/main" id="{62279E91-2EC1-4655-B0B2-CA7F960362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23" name="组合 3122">
                      <a:extLst>
                        <a:ext uri="{FF2B5EF4-FFF2-40B4-BE49-F238E27FC236}">
                          <a16:creationId xmlns:a16="http://schemas.microsoft.com/office/drawing/2014/main" id="{50CC3453-80B0-40A5-ADC0-DC91816DEC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3124" name="任意多边形 6374">
                        <a:extLst>
                          <a:ext uri="{FF2B5EF4-FFF2-40B4-BE49-F238E27FC236}">
                            <a16:creationId xmlns:a16="http://schemas.microsoft.com/office/drawing/2014/main" id="{F63B44E4-4AE9-4167-BE8F-7C1902A51D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25" name="任意多边形 6375">
                        <a:extLst>
                          <a:ext uri="{FF2B5EF4-FFF2-40B4-BE49-F238E27FC236}">
                            <a16:creationId xmlns:a16="http://schemas.microsoft.com/office/drawing/2014/main" id="{14F2CEAE-EC15-4A6C-B615-3279D8134A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26" name="任意多边形 6376">
                        <a:extLst>
                          <a:ext uri="{FF2B5EF4-FFF2-40B4-BE49-F238E27FC236}">
                            <a16:creationId xmlns:a16="http://schemas.microsoft.com/office/drawing/2014/main" id="{249D2D71-90FE-4982-A03F-CB30B759A6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070" name="组合 3069">
                  <a:extLst>
                    <a:ext uri="{FF2B5EF4-FFF2-40B4-BE49-F238E27FC236}">
                      <a16:creationId xmlns:a16="http://schemas.microsoft.com/office/drawing/2014/main" id="{2A653B55-3B41-4A72-BA24-D473F5C6BDCF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3103" name="任意多边形 6353">
                    <a:extLst>
                      <a:ext uri="{FF2B5EF4-FFF2-40B4-BE49-F238E27FC236}">
                        <a16:creationId xmlns:a16="http://schemas.microsoft.com/office/drawing/2014/main" id="{0C58E0DA-06D2-420C-95F2-5B80B62825CF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104" name="任意多边形 6354">
                    <a:extLst>
                      <a:ext uri="{FF2B5EF4-FFF2-40B4-BE49-F238E27FC236}">
                        <a16:creationId xmlns:a16="http://schemas.microsoft.com/office/drawing/2014/main" id="{43ED3668-BF08-4C0A-A861-A0D766CD9C1A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105" name="组合 3104">
                    <a:extLst>
                      <a:ext uri="{FF2B5EF4-FFF2-40B4-BE49-F238E27FC236}">
                        <a16:creationId xmlns:a16="http://schemas.microsoft.com/office/drawing/2014/main" id="{1373C252-814A-47D2-972B-938E352CAC84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3106" name="组合 3105">
                      <a:extLst>
                        <a:ext uri="{FF2B5EF4-FFF2-40B4-BE49-F238E27FC236}">
                          <a16:creationId xmlns:a16="http://schemas.microsoft.com/office/drawing/2014/main" id="{E8CC32EF-D643-4CC2-A419-98671D17CC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3115" name="任意多边形 6365">
                        <a:extLst>
                          <a:ext uri="{FF2B5EF4-FFF2-40B4-BE49-F238E27FC236}">
                            <a16:creationId xmlns:a16="http://schemas.microsoft.com/office/drawing/2014/main" id="{3528E118-DDB2-4AA1-AC20-8628070E1E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16" name="任意多边形 6366">
                        <a:extLst>
                          <a:ext uri="{FF2B5EF4-FFF2-40B4-BE49-F238E27FC236}">
                            <a16:creationId xmlns:a16="http://schemas.microsoft.com/office/drawing/2014/main" id="{F4C5BDDC-A603-463E-9CA0-D07F29B1D2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17" name="任意多边形 6367">
                        <a:extLst>
                          <a:ext uri="{FF2B5EF4-FFF2-40B4-BE49-F238E27FC236}">
                            <a16:creationId xmlns:a16="http://schemas.microsoft.com/office/drawing/2014/main" id="{AAC9E1E3-D303-457E-B51E-C3A8783607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07" name="组合 3106">
                      <a:extLst>
                        <a:ext uri="{FF2B5EF4-FFF2-40B4-BE49-F238E27FC236}">
                          <a16:creationId xmlns:a16="http://schemas.microsoft.com/office/drawing/2014/main" id="{F251E65A-3E41-492A-A9F6-9DEC80AE3B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3112" name="任意多边形 6362">
                        <a:extLst>
                          <a:ext uri="{FF2B5EF4-FFF2-40B4-BE49-F238E27FC236}">
                            <a16:creationId xmlns:a16="http://schemas.microsoft.com/office/drawing/2014/main" id="{1E70BA22-F9BF-4688-BB63-A432C38549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13" name="任意多边形 6363">
                        <a:extLst>
                          <a:ext uri="{FF2B5EF4-FFF2-40B4-BE49-F238E27FC236}">
                            <a16:creationId xmlns:a16="http://schemas.microsoft.com/office/drawing/2014/main" id="{BCDDA8E8-46F2-43E5-92EE-5B8F1548A8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14" name="任意多边形 6364">
                        <a:extLst>
                          <a:ext uri="{FF2B5EF4-FFF2-40B4-BE49-F238E27FC236}">
                            <a16:creationId xmlns:a16="http://schemas.microsoft.com/office/drawing/2014/main" id="{9DB0AE72-5648-4E28-9C1D-B262F187B5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108" name="组合 3107">
                      <a:extLst>
                        <a:ext uri="{FF2B5EF4-FFF2-40B4-BE49-F238E27FC236}">
                          <a16:creationId xmlns:a16="http://schemas.microsoft.com/office/drawing/2014/main" id="{2D89D909-3A12-40CE-A8E2-D8BE55D838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3109" name="任意多边形 6359">
                        <a:extLst>
                          <a:ext uri="{FF2B5EF4-FFF2-40B4-BE49-F238E27FC236}">
                            <a16:creationId xmlns:a16="http://schemas.microsoft.com/office/drawing/2014/main" id="{389D9A40-C4A9-43BB-8284-54331003E3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10" name="任意多边形 6360">
                        <a:extLst>
                          <a:ext uri="{FF2B5EF4-FFF2-40B4-BE49-F238E27FC236}">
                            <a16:creationId xmlns:a16="http://schemas.microsoft.com/office/drawing/2014/main" id="{71F3DDDF-3141-44A8-A200-9688CFFAF3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11" name="任意多边形 6361">
                        <a:extLst>
                          <a:ext uri="{FF2B5EF4-FFF2-40B4-BE49-F238E27FC236}">
                            <a16:creationId xmlns:a16="http://schemas.microsoft.com/office/drawing/2014/main" id="{0B0280A7-C2A2-4E99-A20B-6B2473C919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071" name="组合 3070">
                  <a:extLst>
                    <a:ext uri="{FF2B5EF4-FFF2-40B4-BE49-F238E27FC236}">
                      <a16:creationId xmlns:a16="http://schemas.microsoft.com/office/drawing/2014/main" id="{C3E68CEE-A481-4EF6-8B67-D62E90148FC0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3088" name="任意多边形 6338">
                    <a:extLst>
                      <a:ext uri="{FF2B5EF4-FFF2-40B4-BE49-F238E27FC236}">
                        <a16:creationId xmlns:a16="http://schemas.microsoft.com/office/drawing/2014/main" id="{5AA24925-3A20-4AA7-8846-0C2D5774E60C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089" name="任意多边形 6339">
                    <a:extLst>
                      <a:ext uri="{FF2B5EF4-FFF2-40B4-BE49-F238E27FC236}">
                        <a16:creationId xmlns:a16="http://schemas.microsoft.com/office/drawing/2014/main" id="{69969139-4C91-456A-B50F-497985D29A01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090" name="组合 3089">
                    <a:extLst>
                      <a:ext uri="{FF2B5EF4-FFF2-40B4-BE49-F238E27FC236}">
                        <a16:creationId xmlns:a16="http://schemas.microsoft.com/office/drawing/2014/main" id="{081066DB-8000-49A5-9C34-3E61DE90AD1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3091" name="组合 3090">
                      <a:extLst>
                        <a:ext uri="{FF2B5EF4-FFF2-40B4-BE49-F238E27FC236}">
                          <a16:creationId xmlns:a16="http://schemas.microsoft.com/office/drawing/2014/main" id="{A0322A60-7D5E-4BFC-BDA6-3550329B0A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3100" name="任意多边形 6350">
                        <a:extLst>
                          <a:ext uri="{FF2B5EF4-FFF2-40B4-BE49-F238E27FC236}">
                            <a16:creationId xmlns:a16="http://schemas.microsoft.com/office/drawing/2014/main" id="{8F49A789-A632-43FC-AF71-D875133677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01" name="任意多边形 6351">
                        <a:extLst>
                          <a:ext uri="{FF2B5EF4-FFF2-40B4-BE49-F238E27FC236}">
                            <a16:creationId xmlns:a16="http://schemas.microsoft.com/office/drawing/2014/main" id="{C92B4A87-D790-42BC-BC18-4D73B6556F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102" name="任意多边形 6352">
                        <a:extLst>
                          <a:ext uri="{FF2B5EF4-FFF2-40B4-BE49-F238E27FC236}">
                            <a16:creationId xmlns:a16="http://schemas.microsoft.com/office/drawing/2014/main" id="{E703C7DC-B6B4-46FC-8C65-14D3A82679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92" name="组合 3091">
                      <a:extLst>
                        <a:ext uri="{FF2B5EF4-FFF2-40B4-BE49-F238E27FC236}">
                          <a16:creationId xmlns:a16="http://schemas.microsoft.com/office/drawing/2014/main" id="{5CBE8902-B542-4292-AED8-6B29ED15D9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3097" name="任意多边形 6347">
                        <a:extLst>
                          <a:ext uri="{FF2B5EF4-FFF2-40B4-BE49-F238E27FC236}">
                            <a16:creationId xmlns:a16="http://schemas.microsoft.com/office/drawing/2014/main" id="{670A9F80-7E99-464C-9B72-A2CD84C5FC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98" name="任意多边形 6348">
                        <a:extLst>
                          <a:ext uri="{FF2B5EF4-FFF2-40B4-BE49-F238E27FC236}">
                            <a16:creationId xmlns:a16="http://schemas.microsoft.com/office/drawing/2014/main" id="{7EF3C382-97C4-4FCA-95B0-69AEDDAE46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99" name="任意多边形 6349">
                        <a:extLst>
                          <a:ext uri="{FF2B5EF4-FFF2-40B4-BE49-F238E27FC236}">
                            <a16:creationId xmlns:a16="http://schemas.microsoft.com/office/drawing/2014/main" id="{9403015F-75D8-4059-A5BB-16BB234B69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93" name="组合 3092">
                      <a:extLst>
                        <a:ext uri="{FF2B5EF4-FFF2-40B4-BE49-F238E27FC236}">
                          <a16:creationId xmlns:a16="http://schemas.microsoft.com/office/drawing/2014/main" id="{85525F94-496E-4FA2-997A-3D8C98C557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3094" name="任意多边形 6344">
                        <a:extLst>
                          <a:ext uri="{FF2B5EF4-FFF2-40B4-BE49-F238E27FC236}">
                            <a16:creationId xmlns:a16="http://schemas.microsoft.com/office/drawing/2014/main" id="{6D4B6D5F-8A5B-4AF0-AA37-ED3EE6E602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95" name="任意多边形 6345">
                        <a:extLst>
                          <a:ext uri="{FF2B5EF4-FFF2-40B4-BE49-F238E27FC236}">
                            <a16:creationId xmlns:a16="http://schemas.microsoft.com/office/drawing/2014/main" id="{7E5BE70F-B251-44DD-B31E-CE2CA457E5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96" name="任意多边形 6346">
                        <a:extLst>
                          <a:ext uri="{FF2B5EF4-FFF2-40B4-BE49-F238E27FC236}">
                            <a16:creationId xmlns:a16="http://schemas.microsoft.com/office/drawing/2014/main" id="{1B0D3530-40E3-4DC7-AF34-2E46393684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072" name="组合 3071">
                  <a:extLst>
                    <a:ext uri="{FF2B5EF4-FFF2-40B4-BE49-F238E27FC236}">
                      <a16:creationId xmlns:a16="http://schemas.microsoft.com/office/drawing/2014/main" id="{BB72F9A6-9B38-423C-9067-AE119AFBA358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3073" name="任意多边形 6323">
                    <a:extLst>
                      <a:ext uri="{FF2B5EF4-FFF2-40B4-BE49-F238E27FC236}">
                        <a16:creationId xmlns:a16="http://schemas.microsoft.com/office/drawing/2014/main" id="{C127787B-60D5-4839-9F64-227E64AE0C78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074" name="任意多边形 6324">
                    <a:extLst>
                      <a:ext uri="{FF2B5EF4-FFF2-40B4-BE49-F238E27FC236}">
                        <a16:creationId xmlns:a16="http://schemas.microsoft.com/office/drawing/2014/main" id="{C9325CE6-66FB-4CC4-8387-655FEB87C3E4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075" name="组合 3074">
                    <a:extLst>
                      <a:ext uri="{FF2B5EF4-FFF2-40B4-BE49-F238E27FC236}">
                        <a16:creationId xmlns:a16="http://schemas.microsoft.com/office/drawing/2014/main" id="{1623C15E-1B82-4517-A1A2-6535AC31DF55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3076" name="组合 3075">
                      <a:extLst>
                        <a:ext uri="{FF2B5EF4-FFF2-40B4-BE49-F238E27FC236}">
                          <a16:creationId xmlns:a16="http://schemas.microsoft.com/office/drawing/2014/main" id="{5F2FC293-0490-4F59-A211-19D6611ECA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3085" name="任意多边形 6335">
                        <a:extLst>
                          <a:ext uri="{FF2B5EF4-FFF2-40B4-BE49-F238E27FC236}">
                            <a16:creationId xmlns:a16="http://schemas.microsoft.com/office/drawing/2014/main" id="{E2F646D5-D6D2-4225-BEB7-5A8CA54CB1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86" name="任意多边形 6336">
                        <a:extLst>
                          <a:ext uri="{FF2B5EF4-FFF2-40B4-BE49-F238E27FC236}">
                            <a16:creationId xmlns:a16="http://schemas.microsoft.com/office/drawing/2014/main" id="{46DFDA36-C8B2-444E-A309-5A68D511B6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87" name="任意多边形 6337">
                        <a:extLst>
                          <a:ext uri="{FF2B5EF4-FFF2-40B4-BE49-F238E27FC236}">
                            <a16:creationId xmlns:a16="http://schemas.microsoft.com/office/drawing/2014/main" id="{56D4AA64-8687-49E4-A6F0-E71EF6CBBE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77" name="组合 3076">
                      <a:extLst>
                        <a:ext uri="{FF2B5EF4-FFF2-40B4-BE49-F238E27FC236}">
                          <a16:creationId xmlns:a16="http://schemas.microsoft.com/office/drawing/2014/main" id="{0C38ED9B-08D9-4E1C-9B7B-18940E8AD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3082" name="任意多边形 6332">
                        <a:extLst>
                          <a:ext uri="{FF2B5EF4-FFF2-40B4-BE49-F238E27FC236}">
                            <a16:creationId xmlns:a16="http://schemas.microsoft.com/office/drawing/2014/main" id="{15E3E988-9B5A-4A3C-AA93-64C1D2C111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83" name="任意多边形 6333">
                        <a:extLst>
                          <a:ext uri="{FF2B5EF4-FFF2-40B4-BE49-F238E27FC236}">
                            <a16:creationId xmlns:a16="http://schemas.microsoft.com/office/drawing/2014/main" id="{CD9EC95B-452C-4514-9934-CBD29B3E45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84" name="任意多边形 6334">
                        <a:extLst>
                          <a:ext uri="{FF2B5EF4-FFF2-40B4-BE49-F238E27FC236}">
                            <a16:creationId xmlns:a16="http://schemas.microsoft.com/office/drawing/2014/main" id="{AE2A2FF4-1DED-4DC5-A06D-203F0D687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078" name="组合 3077">
                      <a:extLst>
                        <a:ext uri="{FF2B5EF4-FFF2-40B4-BE49-F238E27FC236}">
                          <a16:creationId xmlns:a16="http://schemas.microsoft.com/office/drawing/2014/main" id="{E5B4B4FF-BFF6-4A17-A816-E542B4676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3079" name="任意多边形 6329">
                        <a:extLst>
                          <a:ext uri="{FF2B5EF4-FFF2-40B4-BE49-F238E27FC236}">
                            <a16:creationId xmlns:a16="http://schemas.microsoft.com/office/drawing/2014/main" id="{30F9FC95-8E30-45E9-8FF4-D2A7A002A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80" name="任意多边形 6330">
                        <a:extLst>
                          <a:ext uri="{FF2B5EF4-FFF2-40B4-BE49-F238E27FC236}">
                            <a16:creationId xmlns:a16="http://schemas.microsoft.com/office/drawing/2014/main" id="{42DBA72D-301C-4C44-93FB-B9CB780909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081" name="任意多边形 6331">
                        <a:extLst>
                          <a:ext uri="{FF2B5EF4-FFF2-40B4-BE49-F238E27FC236}">
                            <a16:creationId xmlns:a16="http://schemas.microsoft.com/office/drawing/2014/main" id="{FA20B91A-EB59-4BFC-A1F7-23C3017AB6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sp>
        <p:nvSpPr>
          <p:cNvPr id="2518" name="矩形 2517">
            <a:extLst>
              <a:ext uri="{FF2B5EF4-FFF2-40B4-BE49-F238E27FC236}">
                <a16:creationId xmlns:a16="http://schemas.microsoft.com/office/drawing/2014/main" id="{47A00E3F-A152-4FEC-8042-5EBFCC6493DC}"/>
              </a:ext>
            </a:extLst>
          </p:cNvPr>
          <p:cNvSpPr/>
          <p:nvPr/>
        </p:nvSpPr>
        <p:spPr>
          <a:xfrm>
            <a:off x="1840139" y="5378344"/>
            <a:ext cx="864000" cy="463550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lnSpc>
                <a:spcPct val="120000"/>
              </a:lnSpc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这里是内容</a:t>
            </a:r>
            <a:endParaRPr lang="en-US" altLang="zh-CN" sz="800" kern="0" dirty="0">
              <a:solidFill>
                <a:prstClr val="black"/>
              </a:solidFill>
              <a:latin typeface="+mn-ea"/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区域样式</a:t>
            </a:r>
          </a:p>
        </p:txBody>
      </p:sp>
      <p:sp>
        <p:nvSpPr>
          <p:cNvPr id="3492" name="圆角矩形 6730">
            <a:extLst>
              <a:ext uri="{FF2B5EF4-FFF2-40B4-BE49-F238E27FC236}">
                <a16:creationId xmlns:a16="http://schemas.microsoft.com/office/drawing/2014/main" id="{85EE9BA9-D266-42A3-8721-A783F47592F9}"/>
              </a:ext>
            </a:extLst>
          </p:cNvPr>
          <p:cNvSpPr/>
          <p:nvPr/>
        </p:nvSpPr>
        <p:spPr>
          <a:xfrm>
            <a:off x="5518574" y="1206896"/>
            <a:ext cx="1908000" cy="214729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93" name="文本框 3492">
            <a:extLst>
              <a:ext uri="{FF2B5EF4-FFF2-40B4-BE49-F238E27FC236}">
                <a16:creationId xmlns:a16="http://schemas.microsoft.com/office/drawing/2014/main" id="{52CA43F8-88B0-4E40-9E81-36A6D6B4A2F4}"/>
              </a:ext>
            </a:extLst>
          </p:cNvPr>
          <p:cNvSpPr txBox="1"/>
          <p:nvPr/>
        </p:nvSpPr>
        <p:spPr>
          <a:xfrm>
            <a:off x="6088370" y="1309511"/>
            <a:ext cx="76840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1050" kern="0" dirty="0">
                <a:solidFill>
                  <a:prstClr val="black"/>
                </a:solidFill>
                <a:latin typeface="+mn-ea"/>
              </a:rPr>
              <a:t>内容小标题</a:t>
            </a:r>
          </a:p>
        </p:txBody>
      </p:sp>
      <p:grpSp>
        <p:nvGrpSpPr>
          <p:cNvPr id="3537" name="组合 3536">
            <a:extLst>
              <a:ext uri="{FF2B5EF4-FFF2-40B4-BE49-F238E27FC236}">
                <a16:creationId xmlns:a16="http://schemas.microsoft.com/office/drawing/2014/main" id="{16F8AEB9-D975-4C69-9836-AF1EA2F766C0}"/>
              </a:ext>
            </a:extLst>
          </p:cNvPr>
          <p:cNvGrpSpPr/>
          <p:nvPr/>
        </p:nvGrpSpPr>
        <p:grpSpPr>
          <a:xfrm>
            <a:off x="5662574" y="2248296"/>
            <a:ext cx="1620000" cy="1017211"/>
            <a:chOff x="5662574" y="2248296"/>
            <a:chExt cx="1620000" cy="1017211"/>
          </a:xfrm>
        </p:grpSpPr>
        <p:sp>
          <p:nvSpPr>
            <p:cNvPr id="3501" name="矩形 3500">
              <a:extLst>
                <a:ext uri="{FF2B5EF4-FFF2-40B4-BE49-F238E27FC236}">
                  <a16:creationId xmlns:a16="http://schemas.microsoft.com/office/drawing/2014/main" id="{6BE83AB6-3286-4A93-B304-403481280B79}"/>
                </a:ext>
              </a:extLst>
            </p:cNvPr>
            <p:cNvSpPr/>
            <p:nvPr/>
          </p:nvSpPr>
          <p:spPr>
            <a:xfrm>
              <a:off x="5662574" y="2248296"/>
              <a:ext cx="1620000" cy="101721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02" name="圆角矩形 6732">
              <a:extLst>
                <a:ext uri="{FF2B5EF4-FFF2-40B4-BE49-F238E27FC236}">
                  <a16:creationId xmlns:a16="http://schemas.microsoft.com/office/drawing/2014/main" id="{B5F9F465-6E30-41A6-9698-1053E17443D4}"/>
                </a:ext>
              </a:extLst>
            </p:cNvPr>
            <p:cNvSpPr/>
            <p:nvPr/>
          </p:nvSpPr>
          <p:spPr>
            <a:xfrm>
              <a:off x="5793553" y="2308472"/>
              <a:ext cx="222587" cy="6480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B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03" name="文本框 3502">
              <a:extLst>
                <a:ext uri="{FF2B5EF4-FFF2-40B4-BE49-F238E27FC236}">
                  <a16:creationId xmlns:a16="http://schemas.microsoft.com/office/drawing/2014/main" id="{CAF23542-0FE0-4AD2-BEF7-885E00AF7F42}"/>
                </a:ext>
              </a:extLst>
            </p:cNvPr>
            <p:cNvSpPr txBox="1"/>
            <p:nvPr/>
          </p:nvSpPr>
          <p:spPr>
            <a:xfrm>
              <a:off x="6119012" y="2370484"/>
              <a:ext cx="1012508" cy="21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10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r>
                <a:rPr lang="zh-CN" altLang="en-US" sz="700"/>
                <a:t>内容</a:t>
              </a:r>
              <a:r>
                <a:rPr lang="en-US" altLang="zh-CN" sz="700" dirty="0"/>
                <a:t>1</a:t>
              </a:r>
            </a:p>
          </p:txBody>
        </p:sp>
        <p:sp>
          <p:nvSpPr>
            <p:cNvPr id="3504" name="文本框 3503">
              <a:extLst>
                <a:ext uri="{FF2B5EF4-FFF2-40B4-BE49-F238E27FC236}">
                  <a16:creationId xmlns:a16="http://schemas.microsoft.com/office/drawing/2014/main" id="{42713C4D-8739-4A86-A52D-5CB3BDB5BC04}"/>
                </a:ext>
              </a:extLst>
            </p:cNvPr>
            <p:cNvSpPr txBox="1"/>
            <p:nvPr/>
          </p:nvSpPr>
          <p:spPr>
            <a:xfrm>
              <a:off x="6110425" y="2686196"/>
              <a:ext cx="1021671" cy="200055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2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05" name="文本框 3504">
              <a:extLst>
                <a:ext uri="{FF2B5EF4-FFF2-40B4-BE49-F238E27FC236}">
                  <a16:creationId xmlns:a16="http://schemas.microsoft.com/office/drawing/2014/main" id="{D34F9E0A-E9F5-4D02-8C2C-8090309F9126}"/>
                </a:ext>
              </a:extLst>
            </p:cNvPr>
            <p:cNvSpPr txBox="1"/>
            <p:nvPr/>
          </p:nvSpPr>
          <p:spPr>
            <a:xfrm>
              <a:off x="6072152" y="3026411"/>
              <a:ext cx="80084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>
                <a:defRPr/>
              </a:pPr>
              <a:r>
                <a:rPr lang="zh-CN" altLang="en-US" sz="800" kern="0" dirty="0">
                  <a:solidFill>
                    <a:prstClr val="black"/>
                  </a:solidFill>
                  <a:latin typeface="+mn-ea"/>
                </a:rPr>
                <a:t>内容样式</a:t>
              </a:r>
            </a:p>
          </p:txBody>
        </p:sp>
      </p:grpSp>
      <p:grpSp>
        <p:nvGrpSpPr>
          <p:cNvPr id="3495" name="组合 3494">
            <a:extLst>
              <a:ext uri="{FF2B5EF4-FFF2-40B4-BE49-F238E27FC236}">
                <a16:creationId xmlns:a16="http://schemas.microsoft.com/office/drawing/2014/main" id="{FA8B638A-6934-478E-852F-F282E521F1B0}"/>
              </a:ext>
            </a:extLst>
          </p:cNvPr>
          <p:cNvGrpSpPr/>
          <p:nvPr/>
        </p:nvGrpSpPr>
        <p:grpSpPr>
          <a:xfrm>
            <a:off x="5990303" y="1581547"/>
            <a:ext cx="964542" cy="279400"/>
            <a:chOff x="3689350" y="2032000"/>
            <a:chExt cx="908050" cy="279400"/>
          </a:xfrm>
        </p:grpSpPr>
        <p:grpSp>
          <p:nvGrpSpPr>
            <p:cNvPr id="3497" name="组合 3496">
              <a:extLst>
                <a:ext uri="{FF2B5EF4-FFF2-40B4-BE49-F238E27FC236}">
                  <a16:creationId xmlns:a16="http://schemas.microsoft.com/office/drawing/2014/main" id="{E0BFD4F8-5674-4584-B907-1C7B6BA1FB23}"/>
                </a:ext>
              </a:extLst>
            </p:cNvPr>
            <p:cNvGrpSpPr/>
            <p:nvPr/>
          </p:nvGrpSpPr>
          <p:grpSpPr>
            <a:xfrm>
              <a:off x="3689350" y="2032000"/>
              <a:ext cx="704850" cy="273050"/>
              <a:chOff x="3689350" y="2032000"/>
              <a:chExt cx="704850" cy="273050"/>
            </a:xfrm>
          </p:grpSpPr>
          <p:sp>
            <p:nvSpPr>
              <p:cNvPr id="3499" name="椭圆 3498">
                <a:extLst>
                  <a:ext uri="{FF2B5EF4-FFF2-40B4-BE49-F238E27FC236}">
                    <a16:creationId xmlns:a16="http://schemas.microsoft.com/office/drawing/2014/main" id="{ADB45729-8593-4CB6-9D9E-21F37AF7419B}"/>
                  </a:ext>
                </a:extLst>
              </p:cNvPr>
              <p:cNvSpPr/>
              <p:nvPr/>
            </p:nvSpPr>
            <p:spPr>
              <a:xfrm>
                <a:off x="3689350" y="203200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500" name="椭圆 3499">
                <a:extLst>
                  <a:ext uri="{FF2B5EF4-FFF2-40B4-BE49-F238E27FC236}">
                    <a16:creationId xmlns:a16="http://schemas.microsoft.com/office/drawing/2014/main" id="{51061FCB-F78F-4BBE-B6F5-F50422E51C65}"/>
                  </a:ext>
                </a:extLst>
              </p:cNvPr>
              <p:cNvSpPr/>
              <p:nvPr/>
            </p:nvSpPr>
            <p:spPr>
              <a:xfrm>
                <a:off x="3790950" y="203200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3498" name="椭圆 3497">
              <a:extLst>
                <a:ext uri="{FF2B5EF4-FFF2-40B4-BE49-F238E27FC236}">
                  <a16:creationId xmlns:a16="http://schemas.microsoft.com/office/drawing/2014/main" id="{B346D9C3-D3E1-454B-9600-66DA73110D76}"/>
                </a:ext>
              </a:extLst>
            </p:cNvPr>
            <p:cNvSpPr/>
            <p:nvPr/>
          </p:nvSpPr>
          <p:spPr>
            <a:xfrm>
              <a:off x="3924300" y="203835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应用</a:t>
              </a:r>
            </a:p>
          </p:txBody>
        </p:sp>
      </p:grpSp>
      <p:sp>
        <p:nvSpPr>
          <p:cNvPr id="3496" name="下箭头 6739">
            <a:extLst>
              <a:ext uri="{FF2B5EF4-FFF2-40B4-BE49-F238E27FC236}">
                <a16:creationId xmlns:a16="http://schemas.microsoft.com/office/drawing/2014/main" id="{0AE96155-5E09-4678-82F4-86E297BF2C07}"/>
              </a:ext>
            </a:extLst>
          </p:cNvPr>
          <p:cNvSpPr/>
          <p:nvPr/>
        </p:nvSpPr>
        <p:spPr>
          <a:xfrm>
            <a:off x="6388261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08" name="圆角矩形 6730">
            <a:extLst>
              <a:ext uri="{FF2B5EF4-FFF2-40B4-BE49-F238E27FC236}">
                <a16:creationId xmlns:a16="http://schemas.microsoft.com/office/drawing/2014/main" id="{51C1B183-3A0D-4D69-BA25-093C15566882}"/>
              </a:ext>
            </a:extLst>
          </p:cNvPr>
          <p:cNvSpPr/>
          <p:nvPr/>
        </p:nvSpPr>
        <p:spPr>
          <a:xfrm>
            <a:off x="9630234" y="1206896"/>
            <a:ext cx="1908000" cy="214729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09" name="文本框 3508">
            <a:extLst>
              <a:ext uri="{FF2B5EF4-FFF2-40B4-BE49-F238E27FC236}">
                <a16:creationId xmlns:a16="http://schemas.microsoft.com/office/drawing/2014/main" id="{EB8F7FE0-3480-4433-BEAA-2C451E38DA44}"/>
              </a:ext>
            </a:extLst>
          </p:cNvPr>
          <p:cNvSpPr txBox="1"/>
          <p:nvPr/>
        </p:nvSpPr>
        <p:spPr>
          <a:xfrm>
            <a:off x="10200030" y="1309511"/>
            <a:ext cx="76840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1050" kern="0" dirty="0">
                <a:solidFill>
                  <a:prstClr val="black"/>
                </a:solidFill>
                <a:latin typeface="+mn-ea"/>
              </a:rPr>
              <a:t>内容小标题</a:t>
            </a:r>
          </a:p>
        </p:txBody>
      </p:sp>
      <p:grpSp>
        <p:nvGrpSpPr>
          <p:cNvPr id="3538" name="组合 3537">
            <a:extLst>
              <a:ext uri="{FF2B5EF4-FFF2-40B4-BE49-F238E27FC236}">
                <a16:creationId xmlns:a16="http://schemas.microsoft.com/office/drawing/2014/main" id="{D312ED7E-5DA7-42FB-BB17-97ADBE3A2EC2}"/>
              </a:ext>
            </a:extLst>
          </p:cNvPr>
          <p:cNvGrpSpPr/>
          <p:nvPr/>
        </p:nvGrpSpPr>
        <p:grpSpPr>
          <a:xfrm>
            <a:off x="9774234" y="2248296"/>
            <a:ext cx="1620000" cy="1017211"/>
            <a:chOff x="9774234" y="2248296"/>
            <a:chExt cx="1620000" cy="1017211"/>
          </a:xfrm>
        </p:grpSpPr>
        <p:sp>
          <p:nvSpPr>
            <p:cNvPr id="3510" name="矩形 3509">
              <a:extLst>
                <a:ext uri="{FF2B5EF4-FFF2-40B4-BE49-F238E27FC236}">
                  <a16:creationId xmlns:a16="http://schemas.microsoft.com/office/drawing/2014/main" id="{6EBAA95D-0548-4114-8588-55B33597B0C6}"/>
                </a:ext>
              </a:extLst>
            </p:cNvPr>
            <p:cNvSpPr/>
            <p:nvPr/>
          </p:nvSpPr>
          <p:spPr>
            <a:xfrm>
              <a:off x="9774234" y="2248296"/>
              <a:ext cx="1620000" cy="101721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11" name="圆角矩形 6732">
              <a:extLst>
                <a:ext uri="{FF2B5EF4-FFF2-40B4-BE49-F238E27FC236}">
                  <a16:creationId xmlns:a16="http://schemas.microsoft.com/office/drawing/2014/main" id="{4358395D-CF75-4BDC-B896-50D68FA13D77}"/>
                </a:ext>
              </a:extLst>
            </p:cNvPr>
            <p:cNvSpPr/>
            <p:nvPr/>
          </p:nvSpPr>
          <p:spPr>
            <a:xfrm>
              <a:off x="9905213" y="2308472"/>
              <a:ext cx="222587" cy="6480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D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12" name="文本框 3511">
              <a:extLst>
                <a:ext uri="{FF2B5EF4-FFF2-40B4-BE49-F238E27FC236}">
                  <a16:creationId xmlns:a16="http://schemas.microsoft.com/office/drawing/2014/main" id="{82342F50-C8BC-409C-A7DE-AF9D45CC0970}"/>
                </a:ext>
              </a:extLst>
            </p:cNvPr>
            <p:cNvSpPr txBox="1"/>
            <p:nvPr/>
          </p:nvSpPr>
          <p:spPr>
            <a:xfrm>
              <a:off x="10230672" y="2370484"/>
              <a:ext cx="1012508" cy="21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r>
                <a:rPr lang="zh-CN" altLang="en-US"/>
                <a:t>内容</a:t>
              </a:r>
              <a:r>
                <a:rPr lang="en-US" altLang="zh-CN" dirty="0"/>
                <a:t>1</a:t>
              </a:r>
            </a:p>
          </p:txBody>
        </p:sp>
        <p:sp>
          <p:nvSpPr>
            <p:cNvPr id="3513" name="文本框 3512">
              <a:extLst>
                <a:ext uri="{FF2B5EF4-FFF2-40B4-BE49-F238E27FC236}">
                  <a16:creationId xmlns:a16="http://schemas.microsoft.com/office/drawing/2014/main" id="{291FF094-69E4-4934-A9F1-42AC1D469463}"/>
                </a:ext>
              </a:extLst>
            </p:cNvPr>
            <p:cNvSpPr txBox="1"/>
            <p:nvPr/>
          </p:nvSpPr>
          <p:spPr>
            <a:xfrm>
              <a:off x="10222085" y="2686196"/>
              <a:ext cx="1021671" cy="200055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2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14" name="文本框 3513">
              <a:extLst>
                <a:ext uri="{FF2B5EF4-FFF2-40B4-BE49-F238E27FC236}">
                  <a16:creationId xmlns:a16="http://schemas.microsoft.com/office/drawing/2014/main" id="{FC35949F-6BD5-49AD-A2EC-C87033D34725}"/>
                </a:ext>
              </a:extLst>
            </p:cNvPr>
            <p:cNvSpPr txBox="1"/>
            <p:nvPr/>
          </p:nvSpPr>
          <p:spPr>
            <a:xfrm>
              <a:off x="10183812" y="3026411"/>
              <a:ext cx="80084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>
                <a:defRPr/>
              </a:pPr>
              <a:r>
                <a:rPr lang="zh-CN" altLang="en-US" sz="800" kern="0" dirty="0">
                  <a:solidFill>
                    <a:prstClr val="black"/>
                  </a:solidFill>
                  <a:latin typeface="+mn-ea"/>
                </a:rPr>
                <a:t>内容样式</a:t>
              </a:r>
            </a:p>
          </p:txBody>
        </p:sp>
      </p:grpSp>
      <p:grpSp>
        <p:nvGrpSpPr>
          <p:cNvPr id="3515" name="组合 3514">
            <a:extLst>
              <a:ext uri="{FF2B5EF4-FFF2-40B4-BE49-F238E27FC236}">
                <a16:creationId xmlns:a16="http://schemas.microsoft.com/office/drawing/2014/main" id="{068DD5AF-20EC-4480-9257-A94E8111547C}"/>
              </a:ext>
            </a:extLst>
          </p:cNvPr>
          <p:cNvGrpSpPr/>
          <p:nvPr/>
        </p:nvGrpSpPr>
        <p:grpSpPr>
          <a:xfrm>
            <a:off x="10101963" y="1581547"/>
            <a:ext cx="964542" cy="279400"/>
            <a:chOff x="3689350" y="2032000"/>
            <a:chExt cx="908050" cy="279400"/>
          </a:xfrm>
        </p:grpSpPr>
        <p:grpSp>
          <p:nvGrpSpPr>
            <p:cNvPr id="3517" name="组合 3516">
              <a:extLst>
                <a:ext uri="{FF2B5EF4-FFF2-40B4-BE49-F238E27FC236}">
                  <a16:creationId xmlns:a16="http://schemas.microsoft.com/office/drawing/2014/main" id="{3C06219D-5DB5-4D75-92CA-681B394A9332}"/>
                </a:ext>
              </a:extLst>
            </p:cNvPr>
            <p:cNvGrpSpPr/>
            <p:nvPr/>
          </p:nvGrpSpPr>
          <p:grpSpPr>
            <a:xfrm>
              <a:off x="3689350" y="2032000"/>
              <a:ext cx="704850" cy="273050"/>
              <a:chOff x="3689350" y="2032000"/>
              <a:chExt cx="704850" cy="273050"/>
            </a:xfrm>
          </p:grpSpPr>
          <p:sp>
            <p:nvSpPr>
              <p:cNvPr id="3519" name="椭圆 3518">
                <a:extLst>
                  <a:ext uri="{FF2B5EF4-FFF2-40B4-BE49-F238E27FC236}">
                    <a16:creationId xmlns:a16="http://schemas.microsoft.com/office/drawing/2014/main" id="{C6C4795B-C6C4-4AF4-9C7F-0BAC11ABEFA8}"/>
                  </a:ext>
                </a:extLst>
              </p:cNvPr>
              <p:cNvSpPr/>
              <p:nvPr/>
            </p:nvSpPr>
            <p:spPr>
              <a:xfrm>
                <a:off x="3689350" y="203200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520" name="椭圆 3519">
                <a:extLst>
                  <a:ext uri="{FF2B5EF4-FFF2-40B4-BE49-F238E27FC236}">
                    <a16:creationId xmlns:a16="http://schemas.microsoft.com/office/drawing/2014/main" id="{5E2C4CEF-0645-40BF-840A-D8BB38A228FA}"/>
                  </a:ext>
                </a:extLst>
              </p:cNvPr>
              <p:cNvSpPr/>
              <p:nvPr/>
            </p:nvSpPr>
            <p:spPr>
              <a:xfrm>
                <a:off x="3790950" y="203200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3518" name="椭圆 3517">
              <a:extLst>
                <a:ext uri="{FF2B5EF4-FFF2-40B4-BE49-F238E27FC236}">
                  <a16:creationId xmlns:a16="http://schemas.microsoft.com/office/drawing/2014/main" id="{D6E75459-7E9D-4C97-9681-EA094B1FCC49}"/>
                </a:ext>
              </a:extLst>
            </p:cNvPr>
            <p:cNvSpPr/>
            <p:nvPr/>
          </p:nvSpPr>
          <p:spPr>
            <a:xfrm>
              <a:off x="3924300" y="203835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应用</a:t>
              </a:r>
            </a:p>
          </p:txBody>
        </p:sp>
      </p:grpSp>
      <p:sp>
        <p:nvSpPr>
          <p:cNvPr id="3516" name="下箭头 6739">
            <a:extLst>
              <a:ext uri="{FF2B5EF4-FFF2-40B4-BE49-F238E27FC236}">
                <a16:creationId xmlns:a16="http://schemas.microsoft.com/office/drawing/2014/main" id="{8D80FAE1-CBC1-4613-9B40-A5644265295D}"/>
              </a:ext>
            </a:extLst>
          </p:cNvPr>
          <p:cNvSpPr/>
          <p:nvPr/>
        </p:nvSpPr>
        <p:spPr>
          <a:xfrm>
            <a:off x="10499921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22" name="圆角矩形 6730">
            <a:extLst>
              <a:ext uri="{FF2B5EF4-FFF2-40B4-BE49-F238E27FC236}">
                <a16:creationId xmlns:a16="http://schemas.microsoft.com/office/drawing/2014/main" id="{2D799091-9A28-4EB8-8B78-B2B9352188A6}"/>
              </a:ext>
            </a:extLst>
          </p:cNvPr>
          <p:cNvSpPr/>
          <p:nvPr/>
        </p:nvSpPr>
        <p:spPr>
          <a:xfrm>
            <a:off x="7577736" y="1206896"/>
            <a:ext cx="1908000" cy="214729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23" name="文本框 3522">
            <a:extLst>
              <a:ext uri="{FF2B5EF4-FFF2-40B4-BE49-F238E27FC236}">
                <a16:creationId xmlns:a16="http://schemas.microsoft.com/office/drawing/2014/main" id="{9557838E-8E1C-49E5-B090-BE08A2A04A40}"/>
              </a:ext>
            </a:extLst>
          </p:cNvPr>
          <p:cNvSpPr txBox="1"/>
          <p:nvPr/>
        </p:nvSpPr>
        <p:spPr>
          <a:xfrm>
            <a:off x="8147532" y="1309511"/>
            <a:ext cx="76840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1050" kern="0" dirty="0">
                <a:solidFill>
                  <a:prstClr val="black"/>
                </a:solidFill>
                <a:latin typeface="+mn-ea"/>
              </a:rPr>
              <a:t>内容小标题</a:t>
            </a:r>
          </a:p>
        </p:txBody>
      </p:sp>
      <p:grpSp>
        <p:nvGrpSpPr>
          <p:cNvPr id="3539" name="组合 3538">
            <a:extLst>
              <a:ext uri="{FF2B5EF4-FFF2-40B4-BE49-F238E27FC236}">
                <a16:creationId xmlns:a16="http://schemas.microsoft.com/office/drawing/2014/main" id="{C766A882-1498-47EB-AC22-EDF388DF0489}"/>
              </a:ext>
            </a:extLst>
          </p:cNvPr>
          <p:cNvGrpSpPr/>
          <p:nvPr/>
        </p:nvGrpSpPr>
        <p:grpSpPr>
          <a:xfrm>
            <a:off x="7721736" y="2248296"/>
            <a:ext cx="1620000" cy="1017211"/>
            <a:chOff x="7721736" y="2248296"/>
            <a:chExt cx="1620000" cy="1017211"/>
          </a:xfrm>
        </p:grpSpPr>
        <p:sp>
          <p:nvSpPr>
            <p:cNvPr id="3524" name="矩形 3523">
              <a:extLst>
                <a:ext uri="{FF2B5EF4-FFF2-40B4-BE49-F238E27FC236}">
                  <a16:creationId xmlns:a16="http://schemas.microsoft.com/office/drawing/2014/main" id="{6CDABFD6-7AAD-4977-903A-9DF1D3403CDD}"/>
                </a:ext>
              </a:extLst>
            </p:cNvPr>
            <p:cNvSpPr/>
            <p:nvPr/>
          </p:nvSpPr>
          <p:spPr>
            <a:xfrm>
              <a:off x="7721736" y="2248296"/>
              <a:ext cx="1620000" cy="101721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25" name="圆角矩形 6732">
              <a:extLst>
                <a:ext uri="{FF2B5EF4-FFF2-40B4-BE49-F238E27FC236}">
                  <a16:creationId xmlns:a16="http://schemas.microsoft.com/office/drawing/2014/main" id="{1BB78AF9-BBF5-468B-BE18-A8A74C25620F}"/>
                </a:ext>
              </a:extLst>
            </p:cNvPr>
            <p:cNvSpPr/>
            <p:nvPr/>
          </p:nvSpPr>
          <p:spPr>
            <a:xfrm>
              <a:off x="7852715" y="2308472"/>
              <a:ext cx="222587" cy="6480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cs typeface="+mn-cs"/>
                </a:rPr>
                <a:t>C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26" name="文本框 3525">
              <a:extLst>
                <a:ext uri="{FF2B5EF4-FFF2-40B4-BE49-F238E27FC236}">
                  <a16:creationId xmlns:a16="http://schemas.microsoft.com/office/drawing/2014/main" id="{8AAB8338-3250-4C37-AF86-8EE51A7E4284}"/>
                </a:ext>
              </a:extLst>
            </p:cNvPr>
            <p:cNvSpPr txBox="1"/>
            <p:nvPr/>
          </p:nvSpPr>
          <p:spPr>
            <a:xfrm>
              <a:off x="8178174" y="2370484"/>
              <a:ext cx="1012508" cy="21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r>
                <a:rPr lang="zh-CN" altLang="en-US"/>
                <a:t>内容</a:t>
              </a:r>
              <a:r>
                <a:rPr lang="en-US" altLang="zh-CN" dirty="0"/>
                <a:t>1</a:t>
              </a:r>
            </a:p>
          </p:txBody>
        </p:sp>
        <p:sp>
          <p:nvSpPr>
            <p:cNvPr id="3527" name="文本框 3526">
              <a:extLst>
                <a:ext uri="{FF2B5EF4-FFF2-40B4-BE49-F238E27FC236}">
                  <a16:creationId xmlns:a16="http://schemas.microsoft.com/office/drawing/2014/main" id="{38AE3148-8B88-4B3C-A085-5FA3A1C23C34}"/>
                </a:ext>
              </a:extLst>
            </p:cNvPr>
            <p:cNvSpPr txBox="1"/>
            <p:nvPr/>
          </p:nvSpPr>
          <p:spPr>
            <a:xfrm>
              <a:off x="8169587" y="2686196"/>
              <a:ext cx="1021671" cy="200055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chemeClr val="bg1">
                  <a:lumMod val="40000"/>
                  <a:lumOff val="60000"/>
                </a:schemeClr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2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28" name="文本框 3527">
              <a:extLst>
                <a:ext uri="{FF2B5EF4-FFF2-40B4-BE49-F238E27FC236}">
                  <a16:creationId xmlns:a16="http://schemas.microsoft.com/office/drawing/2014/main" id="{22F6BD52-F454-4EB8-ADFA-A184A7D69D62}"/>
                </a:ext>
              </a:extLst>
            </p:cNvPr>
            <p:cNvSpPr txBox="1"/>
            <p:nvPr/>
          </p:nvSpPr>
          <p:spPr>
            <a:xfrm>
              <a:off x="8131314" y="3026411"/>
              <a:ext cx="80084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>
                <a:defRPr/>
              </a:pPr>
              <a:r>
                <a:rPr lang="zh-CN" altLang="en-US" sz="800" kern="0" dirty="0">
                  <a:solidFill>
                    <a:prstClr val="black"/>
                  </a:solidFill>
                  <a:latin typeface="+mn-ea"/>
                </a:rPr>
                <a:t>内容样式</a:t>
              </a:r>
            </a:p>
          </p:txBody>
        </p:sp>
      </p:grpSp>
      <p:grpSp>
        <p:nvGrpSpPr>
          <p:cNvPr id="3529" name="组合 3528">
            <a:extLst>
              <a:ext uri="{FF2B5EF4-FFF2-40B4-BE49-F238E27FC236}">
                <a16:creationId xmlns:a16="http://schemas.microsoft.com/office/drawing/2014/main" id="{2C6EADEB-6F46-40E2-B99E-D6A3A2820343}"/>
              </a:ext>
            </a:extLst>
          </p:cNvPr>
          <p:cNvGrpSpPr/>
          <p:nvPr/>
        </p:nvGrpSpPr>
        <p:grpSpPr>
          <a:xfrm>
            <a:off x="8049465" y="1581547"/>
            <a:ext cx="964542" cy="279400"/>
            <a:chOff x="3689350" y="2032000"/>
            <a:chExt cx="908050" cy="279400"/>
          </a:xfrm>
        </p:grpSpPr>
        <p:grpSp>
          <p:nvGrpSpPr>
            <p:cNvPr id="3531" name="组合 3530">
              <a:extLst>
                <a:ext uri="{FF2B5EF4-FFF2-40B4-BE49-F238E27FC236}">
                  <a16:creationId xmlns:a16="http://schemas.microsoft.com/office/drawing/2014/main" id="{F07939EF-C37E-493C-8FD4-80A94DE9B88C}"/>
                </a:ext>
              </a:extLst>
            </p:cNvPr>
            <p:cNvGrpSpPr/>
            <p:nvPr/>
          </p:nvGrpSpPr>
          <p:grpSpPr>
            <a:xfrm>
              <a:off x="3689350" y="2032000"/>
              <a:ext cx="704850" cy="273050"/>
              <a:chOff x="3689350" y="2032000"/>
              <a:chExt cx="704850" cy="273050"/>
            </a:xfrm>
          </p:grpSpPr>
          <p:sp>
            <p:nvSpPr>
              <p:cNvPr id="3533" name="椭圆 3532">
                <a:extLst>
                  <a:ext uri="{FF2B5EF4-FFF2-40B4-BE49-F238E27FC236}">
                    <a16:creationId xmlns:a16="http://schemas.microsoft.com/office/drawing/2014/main" id="{B71C127B-8F7E-4761-8CE8-EDF257B8D82D}"/>
                  </a:ext>
                </a:extLst>
              </p:cNvPr>
              <p:cNvSpPr/>
              <p:nvPr/>
            </p:nvSpPr>
            <p:spPr>
              <a:xfrm>
                <a:off x="3689350" y="203200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534" name="椭圆 3533">
                <a:extLst>
                  <a:ext uri="{FF2B5EF4-FFF2-40B4-BE49-F238E27FC236}">
                    <a16:creationId xmlns:a16="http://schemas.microsoft.com/office/drawing/2014/main" id="{DD778A3D-CB3B-4B26-9F20-3088DB727378}"/>
                  </a:ext>
                </a:extLst>
              </p:cNvPr>
              <p:cNvSpPr/>
              <p:nvPr/>
            </p:nvSpPr>
            <p:spPr>
              <a:xfrm>
                <a:off x="3790950" y="203200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chemeClr val="bg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3532" name="椭圆 3531">
              <a:extLst>
                <a:ext uri="{FF2B5EF4-FFF2-40B4-BE49-F238E27FC236}">
                  <a16:creationId xmlns:a16="http://schemas.microsoft.com/office/drawing/2014/main" id="{5438FFEA-DDC0-422B-AD5C-7E3197CF5486}"/>
                </a:ext>
              </a:extLst>
            </p:cNvPr>
            <p:cNvSpPr/>
            <p:nvPr/>
          </p:nvSpPr>
          <p:spPr>
            <a:xfrm>
              <a:off x="3924300" y="203835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应用</a:t>
              </a:r>
            </a:p>
          </p:txBody>
        </p:sp>
      </p:grpSp>
      <p:sp>
        <p:nvSpPr>
          <p:cNvPr id="3530" name="下箭头 6739">
            <a:extLst>
              <a:ext uri="{FF2B5EF4-FFF2-40B4-BE49-F238E27FC236}">
                <a16:creationId xmlns:a16="http://schemas.microsoft.com/office/drawing/2014/main" id="{08EF2ADD-7759-4646-9112-0D6CD5F8216D}"/>
              </a:ext>
            </a:extLst>
          </p:cNvPr>
          <p:cNvSpPr/>
          <p:nvPr/>
        </p:nvSpPr>
        <p:spPr>
          <a:xfrm>
            <a:off x="8447423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42" name="下箭头 6779">
            <a:extLst>
              <a:ext uri="{FF2B5EF4-FFF2-40B4-BE49-F238E27FC236}">
                <a16:creationId xmlns:a16="http://schemas.microsoft.com/office/drawing/2014/main" id="{C5B6E2A9-188D-49F8-BB3E-4DAF7545C50B}"/>
              </a:ext>
            </a:extLst>
          </p:cNvPr>
          <p:cNvSpPr/>
          <p:nvPr/>
        </p:nvSpPr>
        <p:spPr>
          <a:xfrm>
            <a:off x="4355156" y="4842824"/>
            <a:ext cx="143173" cy="284669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43" name="下箭头 6780">
            <a:extLst>
              <a:ext uri="{FF2B5EF4-FFF2-40B4-BE49-F238E27FC236}">
                <a16:creationId xmlns:a16="http://schemas.microsoft.com/office/drawing/2014/main" id="{6177DCDB-BE47-4C52-B346-97DC413E9A4B}"/>
              </a:ext>
            </a:extLst>
          </p:cNvPr>
          <p:cNvSpPr/>
          <p:nvPr/>
        </p:nvSpPr>
        <p:spPr>
          <a:xfrm>
            <a:off x="6400988" y="4836209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44" name="下箭头 6781">
            <a:extLst>
              <a:ext uri="{FF2B5EF4-FFF2-40B4-BE49-F238E27FC236}">
                <a16:creationId xmlns:a16="http://schemas.microsoft.com/office/drawing/2014/main" id="{52ACD8EC-CDDF-407B-81D6-31378633F7E7}"/>
              </a:ext>
            </a:extLst>
          </p:cNvPr>
          <p:cNvSpPr/>
          <p:nvPr/>
        </p:nvSpPr>
        <p:spPr>
          <a:xfrm>
            <a:off x="8460150" y="4840619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45" name="下箭头 6781">
            <a:extLst>
              <a:ext uri="{FF2B5EF4-FFF2-40B4-BE49-F238E27FC236}">
                <a16:creationId xmlns:a16="http://schemas.microsoft.com/office/drawing/2014/main" id="{BB81B657-CFDC-495F-9C38-A0843D29375F}"/>
              </a:ext>
            </a:extLst>
          </p:cNvPr>
          <p:cNvSpPr/>
          <p:nvPr/>
        </p:nvSpPr>
        <p:spPr>
          <a:xfrm>
            <a:off x="10512648" y="4840619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46" name="文本框 3545">
            <a:extLst>
              <a:ext uri="{FF2B5EF4-FFF2-40B4-BE49-F238E27FC236}">
                <a16:creationId xmlns:a16="http://schemas.microsoft.com/office/drawing/2014/main" id="{26967CD9-B055-473E-9A39-A7DDACA533FC}"/>
              </a:ext>
            </a:extLst>
          </p:cNvPr>
          <p:cNvSpPr txBox="1"/>
          <p:nvPr/>
        </p:nvSpPr>
        <p:spPr>
          <a:xfrm>
            <a:off x="4426583" y="4492061"/>
            <a:ext cx="6727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+mn-ea"/>
              </a:rPr>
              <a:t>内容样式</a:t>
            </a:r>
          </a:p>
        </p:txBody>
      </p:sp>
      <p:grpSp>
        <p:nvGrpSpPr>
          <p:cNvPr id="3460" name="组合 3459">
            <a:extLst>
              <a:ext uri="{FF2B5EF4-FFF2-40B4-BE49-F238E27FC236}">
                <a16:creationId xmlns:a16="http://schemas.microsoft.com/office/drawing/2014/main" id="{F625F2CB-863F-4C8B-B295-52672ED5520F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3461" name="矩形 3460">
              <a:hlinkClick r:id="rId2" action="ppaction://hlinksldjump"/>
              <a:extLst>
                <a:ext uri="{FF2B5EF4-FFF2-40B4-BE49-F238E27FC236}">
                  <a16:creationId xmlns:a16="http://schemas.microsoft.com/office/drawing/2014/main" id="{4FA8C2EA-7791-4D1E-B0F6-D81757D491D8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62" name="直接连接符 3461">
              <a:hlinkClick r:id="rId2" action="ppaction://hlinksldjump"/>
              <a:extLst>
                <a:ext uri="{FF2B5EF4-FFF2-40B4-BE49-F238E27FC236}">
                  <a16:creationId xmlns:a16="http://schemas.microsoft.com/office/drawing/2014/main" id="{94D367CD-48BD-4E46-B115-F00C1C45581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3996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956CE-BF75-4403-B5B9-1E00AAA3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页面参考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复杂架构图</a:t>
            </a:r>
          </a:p>
        </p:txBody>
      </p:sp>
      <p:sp>
        <p:nvSpPr>
          <p:cNvPr id="1449" name="矩形 1448">
            <a:extLst>
              <a:ext uri="{FF2B5EF4-FFF2-40B4-BE49-F238E27FC236}">
                <a16:creationId xmlns:a16="http://schemas.microsoft.com/office/drawing/2014/main" id="{68223676-2F45-40DA-B887-B1828E0F5909}"/>
              </a:ext>
            </a:extLst>
          </p:cNvPr>
          <p:cNvSpPr/>
          <p:nvPr/>
        </p:nvSpPr>
        <p:spPr>
          <a:xfrm>
            <a:off x="5774379" y="3176450"/>
            <a:ext cx="5903999" cy="176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0" name="矩形 1449">
            <a:extLst>
              <a:ext uri="{FF2B5EF4-FFF2-40B4-BE49-F238E27FC236}">
                <a16:creationId xmlns:a16="http://schemas.microsoft.com/office/drawing/2014/main" id="{99517CC4-3742-4B6E-A6EB-B29A6FF05302}"/>
              </a:ext>
            </a:extLst>
          </p:cNvPr>
          <p:cNvSpPr/>
          <p:nvPr/>
        </p:nvSpPr>
        <p:spPr>
          <a:xfrm>
            <a:off x="6782381" y="5084450"/>
            <a:ext cx="4896000" cy="10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1" name="矩形 1450">
            <a:extLst>
              <a:ext uri="{FF2B5EF4-FFF2-40B4-BE49-F238E27FC236}">
                <a16:creationId xmlns:a16="http://schemas.microsoft.com/office/drawing/2014/main" id="{BABC0218-FDE7-45B6-B919-F6E15F1759D9}"/>
              </a:ext>
            </a:extLst>
          </p:cNvPr>
          <p:cNvSpPr/>
          <p:nvPr/>
        </p:nvSpPr>
        <p:spPr>
          <a:xfrm>
            <a:off x="6890414" y="5192450"/>
            <a:ext cx="3671971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2" name="矩形 1451">
            <a:extLst>
              <a:ext uri="{FF2B5EF4-FFF2-40B4-BE49-F238E27FC236}">
                <a16:creationId xmlns:a16="http://schemas.microsoft.com/office/drawing/2014/main" id="{E8357643-11F8-4BFC-A742-D1AA6C8C9F71}"/>
              </a:ext>
            </a:extLst>
          </p:cNvPr>
          <p:cNvSpPr/>
          <p:nvPr/>
        </p:nvSpPr>
        <p:spPr>
          <a:xfrm>
            <a:off x="6890400" y="3824450"/>
            <a:ext cx="1800001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3" name="矩形 1452">
            <a:extLst>
              <a:ext uri="{FF2B5EF4-FFF2-40B4-BE49-F238E27FC236}">
                <a16:creationId xmlns:a16="http://schemas.microsoft.com/office/drawing/2014/main" id="{1CBCFD61-24E1-4380-9AA1-10C1316CE69D}"/>
              </a:ext>
            </a:extLst>
          </p:cNvPr>
          <p:cNvSpPr/>
          <p:nvPr/>
        </p:nvSpPr>
        <p:spPr>
          <a:xfrm>
            <a:off x="8762372" y="3824450"/>
            <a:ext cx="1800001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4" name="矩形 1453">
            <a:extLst>
              <a:ext uri="{FF2B5EF4-FFF2-40B4-BE49-F238E27FC236}">
                <a16:creationId xmlns:a16="http://schemas.microsoft.com/office/drawing/2014/main" id="{1F1A49DB-4F96-4D8B-ABB2-1F1C47604953}"/>
              </a:ext>
            </a:extLst>
          </p:cNvPr>
          <p:cNvSpPr/>
          <p:nvPr/>
        </p:nvSpPr>
        <p:spPr>
          <a:xfrm>
            <a:off x="6926399" y="4760450"/>
            <a:ext cx="3600000" cy="360000"/>
          </a:xfrm>
          <a:prstGeom prst="rect">
            <a:avLst/>
          </a:prstGeom>
          <a:solidFill>
            <a:srgbClr val="C0DAF6">
              <a:alpha val="40000"/>
            </a:srgbClr>
          </a:solidFill>
          <a:ln w="3175">
            <a:solidFill>
              <a:srgbClr val="99C3F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800" b="1" dirty="0">
              <a:solidFill>
                <a:srgbClr val="6DA1E1"/>
              </a:solidFill>
              <a:latin typeface="+mn-ea"/>
            </a:endParaRPr>
          </a:p>
        </p:txBody>
      </p:sp>
      <p:sp>
        <p:nvSpPr>
          <p:cNvPr id="1455" name="矩形 1454">
            <a:extLst>
              <a:ext uri="{FF2B5EF4-FFF2-40B4-BE49-F238E27FC236}">
                <a16:creationId xmlns:a16="http://schemas.microsoft.com/office/drawing/2014/main" id="{181D7201-0FF7-461B-8816-9C60DEB9CCD9}"/>
              </a:ext>
            </a:extLst>
          </p:cNvPr>
          <p:cNvSpPr/>
          <p:nvPr/>
        </p:nvSpPr>
        <p:spPr>
          <a:xfrm>
            <a:off x="518324" y="5084450"/>
            <a:ext cx="4032057" cy="10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6" name="矩形 1455">
            <a:extLst>
              <a:ext uri="{FF2B5EF4-FFF2-40B4-BE49-F238E27FC236}">
                <a16:creationId xmlns:a16="http://schemas.microsoft.com/office/drawing/2014/main" id="{180DDBA6-B2C4-424B-B328-2F5264C5F664}"/>
              </a:ext>
            </a:extLst>
          </p:cNvPr>
          <p:cNvSpPr/>
          <p:nvPr/>
        </p:nvSpPr>
        <p:spPr>
          <a:xfrm>
            <a:off x="518382" y="3176450"/>
            <a:ext cx="5040000" cy="176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7" name="矩形 1456">
            <a:extLst>
              <a:ext uri="{FF2B5EF4-FFF2-40B4-BE49-F238E27FC236}">
                <a16:creationId xmlns:a16="http://schemas.microsoft.com/office/drawing/2014/main" id="{07E1BE7E-0663-463E-A515-B68F81E91FB6}"/>
              </a:ext>
            </a:extLst>
          </p:cNvPr>
          <p:cNvSpPr/>
          <p:nvPr/>
        </p:nvSpPr>
        <p:spPr>
          <a:xfrm>
            <a:off x="1634392" y="5192450"/>
            <a:ext cx="1800009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8" name="矩形 1457">
            <a:extLst>
              <a:ext uri="{FF2B5EF4-FFF2-40B4-BE49-F238E27FC236}">
                <a16:creationId xmlns:a16="http://schemas.microsoft.com/office/drawing/2014/main" id="{94A74ACE-D3E7-4AC6-BF2C-D7703E2A3F98}"/>
              </a:ext>
            </a:extLst>
          </p:cNvPr>
          <p:cNvSpPr/>
          <p:nvPr/>
        </p:nvSpPr>
        <p:spPr>
          <a:xfrm>
            <a:off x="1634401" y="3824450"/>
            <a:ext cx="1800001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9" name="矩形 1458">
            <a:extLst>
              <a:ext uri="{FF2B5EF4-FFF2-40B4-BE49-F238E27FC236}">
                <a16:creationId xmlns:a16="http://schemas.microsoft.com/office/drawing/2014/main" id="{64E633FD-2CBB-4D1E-9C6A-043BEB3178EE}"/>
              </a:ext>
            </a:extLst>
          </p:cNvPr>
          <p:cNvSpPr/>
          <p:nvPr/>
        </p:nvSpPr>
        <p:spPr>
          <a:xfrm>
            <a:off x="1670401" y="4364450"/>
            <a:ext cx="1728000" cy="1152000"/>
          </a:xfrm>
          <a:prstGeom prst="rect">
            <a:avLst/>
          </a:prstGeom>
          <a:solidFill>
            <a:srgbClr val="C0DAF6">
              <a:alpha val="40000"/>
            </a:srgbClr>
          </a:solidFill>
          <a:ln w="3175">
            <a:solidFill>
              <a:srgbClr val="99C3F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800" b="1" dirty="0">
              <a:solidFill>
                <a:srgbClr val="6DA1E1"/>
              </a:solidFill>
              <a:latin typeface="+mn-ea"/>
            </a:endParaRPr>
          </a:p>
        </p:txBody>
      </p:sp>
      <p:sp>
        <p:nvSpPr>
          <p:cNvPr id="1460" name="矩形 1459">
            <a:extLst>
              <a:ext uri="{FF2B5EF4-FFF2-40B4-BE49-F238E27FC236}">
                <a16:creationId xmlns:a16="http://schemas.microsoft.com/office/drawing/2014/main" id="{E76F37FE-A9F7-443B-966B-1F4FC3803328}"/>
              </a:ext>
            </a:extLst>
          </p:cNvPr>
          <p:cNvSpPr/>
          <p:nvPr/>
        </p:nvSpPr>
        <p:spPr>
          <a:xfrm>
            <a:off x="626379" y="5192450"/>
            <a:ext cx="936022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1" name="矩形 1460">
            <a:extLst>
              <a:ext uri="{FF2B5EF4-FFF2-40B4-BE49-F238E27FC236}">
                <a16:creationId xmlns:a16="http://schemas.microsoft.com/office/drawing/2014/main" id="{C196AF54-819C-49D0-84ED-BF1CA17D23ED}"/>
              </a:ext>
            </a:extLst>
          </p:cNvPr>
          <p:cNvSpPr/>
          <p:nvPr/>
        </p:nvSpPr>
        <p:spPr>
          <a:xfrm>
            <a:off x="626400" y="3824450"/>
            <a:ext cx="936022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2" name="矩形 1461">
            <a:extLst>
              <a:ext uri="{FF2B5EF4-FFF2-40B4-BE49-F238E27FC236}">
                <a16:creationId xmlns:a16="http://schemas.microsoft.com/office/drawing/2014/main" id="{72F1EFC1-2A30-4418-AA80-0ECFA9C09861}"/>
              </a:ext>
            </a:extLst>
          </p:cNvPr>
          <p:cNvSpPr/>
          <p:nvPr/>
        </p:nvSpPr>
        <p:spPr>
          <a:xfrm>
            <a:off x="662411" y="4364450"/>
            <a:ext cx="864000" cy="1152000"/>
          </a:xfrm>
          <a:prstGeom prst="rect">
            <a:avLst/>
          </a:prstGeom>
          <a:solidFill>
            <a:srgbClr val="C0DAF6">
              <a:alpha val="40000"/>
            </a:srgbClr>
          </a:solidFill>
          <a:ln w="3175">
            <a:solidFill>
              <a:srgbClr val="99C3F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800" b="1" dirty="0">
              <a:solidFill>
                <a:srgbClr val="6DA1E1"/>
              </a:solidFill>
              <a:latin typeface="+mn-ea"/>
            </a:endParaRPr>
          </a:p>
        </p:txBody>
      </p:sp>
      <p:sp>
        <p:nvSpPr>
          <p:cNvPr id="1463" name="矩形 1462">
            <a:extLst>
              <a:ext uri="{FF2B5EF4-FFF2-40B4-BE49-F238E27FC236}">
                <a16:creationId xmlns:a16="http://schemas.microsoft.com/office/drawing/2014/main" id="{64319DFA-9D10-4B5F-8289-7B5EAC8CC1AA}"/>
              </a:ext>
            </a:extLst>
          </p:cNvPr>
          <p:cNvSpPr/>
          <p:nvPr/>
        </p:nvSpPr>
        <p:spPr>
          <a:xfrm>
            <a:off x="1706380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4" name="矩形 1463">
            <a:extLst>
              <a:ext uri="{FF2B5EF4-FFF2-40B4-BE49-F238E27FC236}">
                <a16:creationId xmlns:a16="http://schemas.microsoft.com/office/drawing/2014/main" id="{DBD1CB78-1F45-42DC-9B47-0DCFDFC593CD}"/>
              </a:ext>
            </a:extLst>
          </p:cNvPr>
          <p:cNvSpPr/>
          <p:nvPr/>
        </p:nvSpPr>
        <p:spPr>
          <a:xfrm>
            <a:off x="2138351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5" name="矩形 1464">
            <a:extLst>
              <a:ext uri="{FF2B5EF4-FFF2-40B4-BE49-F238E27FC236}">
                <a16:creationId xmlns:a16="http://schemas.microsoft.com/office/drawing/2014/main" id="{E2A089ED-4577-453D-B8F9-D65D9BF263F8}"/>
              </a:ext>
            </a:extLst>
          </p:cNvPr>
          <p:cNvSpPr/>
          <p:nvPr/>
        </p:nvSpPr>
        <p:spPr>
          <a:xfrm>
            <a:off x="2570401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6" name="矩形 1465">
            <a:extLst>
              <a:ext uri="{FF2B5EF4-FFF2-40B4-BE49-F238E27FC236}">
                <a16:creationId xmlns:a16="http://schemas.microsoft.com/office/drawing/2014/main" id="{F8D466D3-02B7-4EDE-B45E-BECA45E31111}"/>
              </a:ext>
            </a:extLst>
          </p:cNvPr>
          <p:cNvSpPr/>
          <p:nvPr/>
        </p:nvSpPr>
        <p:spPr>
          <a:xfrm>
            <a:off x="3038400" y="5264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7" name="矩形 1466">
            <a:extLst>
              <a:ext uri="{FF2B5EF4-FFF2-40B4-BE49-F238E27FC236}">
                <a16:creationId xmlns:a16="http://schemas.microsoft.com/office/drawing/2014/main" id="{9E174832-3E9E-4163-8923-7620FEA2F760}"/>
              </a:ext>
            </a:extLst>
          </p:cNvPr>
          <p:cNvSpPr/>
          <p:nvPr/>
        </p:nvSpPr>
        <p:spPr>
          <a:xfrm>
            <a:off x="1706380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8" name="矩形 1467">
            <a:extLst>
              <a:ext uri="{FF2B5EF4-FFF2-40B4-BE49-F238E27FC236}">
                <a16:creationId xmlns:a16="http://schemas.microsoft.com/office/drawing/2014/main" id="{1775A5CD-65AB-44AF-82F8-FD1B44D260E4}"/>
              </a:ext>
            </a:extLst>
          </p:cNvPr>
          <p:cNvSpPr/>
          <p:nvPr/>
        </p:nvSpPr>
        <p:spPr>
          <a:xfrm>
            <a:off x="2138351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9" name="矩形 1468">
            <a:extLst>
              <a:ext uri="{FF2B5EF4-FFF2-40B4-BE49-F238E27FC236}">
                <a16:creationId xmlns:a16="http://schemas.microsoft.com/office/drawing/2014/main" id="{01CBA12F-A352-4211-9818-AEAB535D7B11}"/>
              </a:ext>
            </a:extLst>
          </p:cNvPr>
          <p:cNvSpPr/>
          <p:nvPr/>
        </p:nvSpPr>
        <p:spPr>
          <a:xfrm>
            <a:off x="2570401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0" name="矩形 1469">
            <a:extLst>
              <a:ext uri="{FF2B5EF4-FFF2-40B4-BE49-F238E27FC236}">
                <a16:creationId xmlns:a16="http://schemas.microsoft.com/office/drawing/2014/main" id="{A2DB392D-DF16-4FAC-BF79-CFB44F62216F}"/>
              </a:ext>
            </a:extLst>
          </p:cNvPr>
          <p:cNvSpPr/>
          <p:nvPr/>
        </p:nvSpPr>
        <p:spPr>
          <a:xfrm>
            <a:off x="3038400" y="5768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71" name="直接连接符 1470">
            <a:extLst>
              <a:ext uri="{FF2B5EF4-FFF2-40B4-BE49-F238E27FC236}">
                <a16:creationId xmlns:a16="http://schemas.microsoft.com/office/drawing/2014/main" id="{D3FB575E-51AC-46C1-9C8A-07D44E8A4D04}"/>
              </a:ext>
            </a:extLst>
          </p:cNvPr>
          <p:cNvCxnSpPr>
            <a:cxnSpLocks/>
            <a:stCxn id="1467" idx="0"/>
            <a:endCxn id="1463" idx="2"/>
          </p:cNvCxnSpPr>
          <p:nvPr/>
        </p:nvCxnSpPr>
        <p:spPr>
          <a:xfrm flipV="1">
            <a:off x="1886380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直接连接符 1471">
            <a:extLst>
              <a:ext uri="{FF2B5EF4-FFF2-40B4-BE49-F238E27FC236}">
                <a16:creationId xmlns:a16="http://schemas.microsoft.com/office/drawing/2014/main" id="{E6B0500E-CDAB-49D5-8B4D-FB2AD453016B}"/>
              </a:ext>
            </a:extLst>
          </p:cNvPr>
          <p:cNvCxnSpPr>
            <a:cxnSpLocks/>
            <a:stCxn id="1468" idx="0"/>
            <a:endCxn id="1463" idx="2"/>
          </p:cNvCxnSpPr>
          <p:nvPr/>
        </p:nvCxnSpPr>
        <p:spPr>
          <a:xfrm flipH="1" flipV="1">
            <a:off x="1886380" y="5480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" name="直接连接符 1472">
            <a:extLst>
              <a:ext uri="{FF2B5EF4-FFF2-40B4-BE49-F238E27FC236}">
                <a16:creationId xmlns:a16="http://schemas.microsoft.com/office/drawing/2014/main" id="{D8AF912B-85C5-441A-ABD6-C1386C9F3519}"/>
              </a:ext>
            </a:extLst>
          </p:cNvPr>
          <p:cNvCxnSpPr>
            <a:cxnSpLocks/>
            <a:stCxn id="1469" idx="0"/>
            <a:endCxn id="1463" idx="2"/>
          </p:cNvCxnSpPr>
          <p:nvPr/>
        </p:nvCxnSpPr>
        <p:spPr>
          <a:xfrm flipH="1" flipV="1">
            <a:off x="1886380" y="5480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4" name="直接连接符 1473">
            <a:extLst>
              <a:ext uri="{FF2B5EF4-FFF2-40B4-BE49-F238E27FC236}">
                <a16:creationId xmlns:a16="http://schemas.microsoft.com/office/drawing/2014/main" id="{EE966124-31A2-4A60-9D00-3E82C5ACFF2C}"/>
              </a:ext>
            </a:extLst>
          </p:cNvPr>
          <p:cNvCxnSpPr>
            <a:cxnSpLocks/>
            <a:stCxn id="1470" idx="0"/>
            <a:endCxn id="1463" idx="2"/>
          </p:cNvCxnSpPr>
          <p:nvPr/>
        </p:nvCxnSpPr>
        <p:spPr>
          <a:xfrm flipH="1" flipV="1">
            <a:off x="1886380" y="5480450"/>
            <a:ext cx="131402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5" name="直接连接符 1474">
            <a:extLst>
              <a:ext uri="{FF2B5EF4-FFF2-40B4-BE49-F238E27FC236}">
                <a16:creationId xmlns:a16="http://schemas.microsoft.com/office/drawing/2014/main" id="{ADDBAE7E-2FDC-4030-A634-4B1B67CEA109}"/>
              </a:ext>
            </a:extLst>
          </p:cNvPr>
          <p:cNvCxnSpPr>
            <a:cxnSpLocks/>
            <a:stCxn id="1467" idx="0"/>
            <a:endCxn id="1464" idx="2"/>
          </p:cNvCxnSpPr>
          <p:nvPr/>
        </p:nvCxnSpPr>
        <p:spPr>
          <a:xfrm flipV="1">
            <a:off x="1886380" y="5480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6" name="直接连接符 1475">
            <a:extLst>
              <a:ext uri="{FF2B5EF4-FFF2-40B4-BE49-F238E27FC236}">
                <a16:creationId xmlns:a16="http://schemas.microsoft.com/office/drawing/2014/main" id="{5ECE1432-D040-44D0-ABC6-5C22ABC58C1B}"/>
              </a:ext>
            </a:extLst>
          </p:cNvPr>
          <p:cNvCxnSpPr>
            <a:cxnSpLocks/>
            <a:stCxn id="1468" idx="0"/>
            <a:endCxn id="1464" idx="2"/>
          </p:cNvCxnSpPr>
          <p:nvPr/>
        </p:nvCxnSpPr>
        <p:spPr>
          <a:xfrm flipV="1">
            <a:off x="2318351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直接连接符 1476">
            <a:extLst>
              <a:ext uri="{FF2B5EF4-FFF2-40B4-BE49-F238E27FC236}">
                <a16:creationId xmlns:a16="http://schemas.microsoft.com/office/drawing/2014/main" id="{A35B6438-09FD-4794-9B57-DDA16E2067F2}"/>
              </a:ext>
            </a:extLst>
          </p:cNvPr>
          <p:cNvCxnSpPr>
            <a:cxnSpLocks/>
            <a:stCxn id="1469" idx="0"/>
            <a:endCxn id="1464" idx="2"/>
          </p:cNvCxnSpPr>
          <p:nvPr/>
        </p:nvCxnSpPr>
        <p:spPr>
          <a:xfrm flipH="1" flipV="1">
            <a:off x="2318351" y="5480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直接连接符 1477">
            <a:extLst>
              <a:ext uri="{FF2B5EF4-FFF2-40B4-BE49-F238E27FC236}">
                <a16:creationId xmlns:a16="http://schemas.microsoft.com/office/drawing/2014/main" id="{0D519D74-A36C-4AEA-AFAF-719E702A72E6}"/>
              </a:ext>
            </a:extLst>
          </p:cNvPr>
          <p:cNvCxnSpPr>
            <a:cxnSpLocks/>
            <a:stCxn id="1470" idx="0"/>
            <a:endCxn id="1464" idx="2"/>
          </p:cNvCxnSpPr>
          <p:nvPr/>
        </p:nvCxnSpPr>
        <p:spPr>
          <a:xfrm flipH="1" flipV="1">
            <a:off x="2318351" y="5480450"/>
            <a:ext cx="88204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直接连接符 1478">
            <a:extLst>
              <a:ext uri="{FF2B5EF4-FFF2-40B4-BE49-F238E27FC236}">
                <a16:creationId xmlns:a16="http://schemas.microsoft.com/office/drawing/2014/main" id="{185855BE-2274-43C6-ABA7-EABC089290DF}"/>
              </a:ext>
            </a:extLst>
          </p:cNvPr>
          <p:cNvCxnSpPr>
            <a:cxnSpLocks/>
            <a:stCxn id="1467" idx="0"/>
            <a:endCxn id="1465" idx="2"/>
          </p:cNvCxnSpPr>
          <p:nvPr/>
        </p:nvCxnSpPr>
        <p:spPr>
          <a:xfrm flipV="1">
            <a:off x="1886380" y="5480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0" name="直接连接符 1479">
            <a:extLst>
              <a:ext uri="{FF2B5EF4-FFF2-40B4-BE49-F238E27FC236}">
                <a16:creationId xmlns:a16="http://schemas.microsoft.com/office/drawing/2014/main" id="{3C7C8359-B1EB-423F-AF89-759721843FA5}"/>
              </a:ext>
            </a:extLst>
          </p:cNvPr>
          <p:cNvCxnSpPr>
            <a:cxnSpLocks/>
            <a:stCxn id="1468" idx="0"/>
            <a:endCxn id="1465" idx="2"/>
          </p:cNvCxnSpPr>
          <p:nvPr/>
        </p:nvCxnSpPr>
        <p:spPr>
          <a:xfrm flipV="1">
            <a:off x="2318351" y="5480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" name="直接连接符 1480">
            <a:extLst>
              <a:ext uri="{FF2B5EF4-FFF2-40B4-BE49-F238E27FC236}">
                <a16:creationId xmlns:a16="http://schemas.microsoft.com/office/drawing/2014/main" id="{A74D38C6-B366-4906-B5AA-274C840D12AE}"/>
              </a:ext>
            </a:extLst>
          </p:cNvPr>
          <p:cNvCxnSpPr>
            <a:cxnSpLocks/>
            <a:stCxn id="1469" idx="0"/>
            <a:endCxn id="1465" idx="2"/>
          </p:cNvCxnSpPr>
          <p:nvPr/>
        </p:nvCxnSpPr>
        <p:spPr>
          <a:xfrm flipV="1">
            <a:off x="2750401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直接连接符 1481">
            <a:extLst>
              <a:ext uri="{FF2B5EF4-FFF2-40B4-BE49-F238E27FC236}">
                <a16:creationId xmlns:a16="http://schemas.microsoft.com/office/drawing/2014/main" id="{5F39A55D-CF07-40DA-B368-C92E4E51BD69}"/>
              </a:ext>
            </a:extLst>
          </p:cNvPr>
          <p:cNvCxnSpPr>
            <a:cxnSpLocks/>
            <a:stCxn id="1470" idx="0"/>
            <a:endCxn id="1465" idx="2"/>
          </p:cNvCxnSpPr>
          <p:nvPr/>
        </p:nvCxnSpPr>
        <p:spPr>
          <a:xfrm flipH="1" flipV="1">
            <a:off x="2750401" y="5480450"/>
            <a:ext cx="44999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直接连接符 1482">
            <a:extLst>
              <a:ext uri="{FF2B5EF4-FFF2-40B4-BE49-F238E27FC236}">
                <a16:creationId xmlns:a16="http://schemas.microsoft.com/office/drawing/2014/main" id="{6DB9FD3D-5E54-4455-9F56-71EE2C6427AC}"/>
              </a:ext>
            </a:extLst>
          </p:cNvPr>
          <p:cNvCxnSpPr>
            <a:cxnSpLocks/>
            <a:stCxn id="1467" idx="0"/>
            <a:endCxn id="1466" idx="2"/>
          </p:cNvCxnSpPr>
          <p:nvPr/>
        </p:nvCxnSpPr>
        <p:spPr>
          <a:xfrm flipV="1">
            <a:off x="1886380" y="5480450"/>
            <a:ext cx="131402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4" name="直接连接符 1483">
            <a:extLst>
              <a:ext uri="{FF2B5EF4-FFF2-40B4-BE49-F238E27FC236}">
                <a16:creationId xmlns:a16="http://schemas.microsoft.com/office/drawing/2014/main" id="{D0D4930A-8F1D-412B-9513-A41A23647C8E}"/>
              </a:ext>
            </a:extLst>
          </p:cNvPr>
          <p:cNvCxnSpPr>
            <a:cxnSpLocks/>
            <a:stCxn id="1468" idx="0"/>
            <a:endCxn id="1466" idx="2"/>
          </p:cNvCxnSpPr>
          <p:nvPr/>
        </p:nvCxnSpPr>
        <p:spPr>
          <a:xfrm flipV="1">
            <a:off x="2318351" y="5480450"/>
            <a:ext cx="88204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直接连接符 1484">
            <a:extLst>
              <a:ext uri="{FF2B5EF4-FFF2-40B4-BE49-F238E27FC236}">
                <a16:creationId xmlns:a16="http://schemas.microsoft.com/office/drawing/2014/main" id="{B76950B6-92DF-4C8C-B93A-B45A7AF2DDD1}"/>
              </a:ext>
            </a:extLst>
          </p:cNvPr>
          <p:cNvCxnSpPr>
            <a:cxnSpLocks/>
            <a:stCxn id="1469" idx="0"/>
            <a:endCxn id="1466" idx="2"/>
          </p:cNvCxnSpPr>
          <p:nvPr/>
        </p:nvCxnSpPr>
        <p:spPr>
          <a:xfrm flipV="1">
            <a:off x="2750401" y="5480450"/>
            <a:ext cx="44999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直接连接符 1485">
            <a:extLst>
              <a:ext uri="{FF2B5EF4-FFF2-40B4-BE49-F238E27FC236}">
                <a16:creationId xmlns:a16="http://schemas.microsoft.com/office/drawing/2014/main" id="{A69590B6-BC4C-4AD1-9D8F-E5DD24D5E1FA}"/>
              </a:ext>
            </a:extLst>
          </p:cNvPr>
          <p:cNvCxnSpPr>
            <a:cxnSpLocks/>
            <a:stCxn id="1470" idx="0"/>
            <a:endCxn id="1466" idx="2"/>
          </p:cNvCxnSpPr>
          <p:nvPr/>
        </p:nvCxnSpPr>
        <p:spPr>
          <a:xfrm flipV="1">
            <a:off x="3200400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7" name="矩形 1486">
            <a:extLst>
              <a:ext uri="{FF2B5EF4-FFF2-40B4-BE49-F238E27FC236}">
                <a16:creationId xmlns:a16="http://schemas.microsoft.com/office/drawing/2014/main" id="{4A9551A0-A0E8-4F07-9C79-35C4061B833B}"/>
              </a:ext>
            </a:extLst>
          </p:cNvPr>
          <p:cNvSpPr/>
          <p:nvPr/>
        </p:nvSpPr>
        <p:spPr>
          <a:xfrm>
            <a:off x="698366" y="5264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8" name="矩形 1487">
            <a:extLst>
              <a:ext uri="{FF2B5EF4-FFF2-40B4-BE49-F238E27FC236}">
                <a16:creationId xmlns:a16="http://schemas.microsoft.com/office/drawing/2014/main" id="{0E0C7BAC-5B11-4B5F-82B5-2DD69C9F42A6}"/>
              </a:ext>
            </a:extLst>
          </p:cNvPr>
          <p:cNvSpPr/>
          <p:nvPr/>
        </p:nvSpPr>
        <p:spPr>
          <a:xfrm>
            <a:off x="1166400" y="5264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9" name="矩形 1488">
            <a:extLst>
              <a:ext uri="{FF2B5EF4-FFF2-40B4-BE49-F238E27FC236}">
                <a16:creationId xmlns:a16="http://schemas.microsoft.com/office/drawing/2014/main" id="{78986A18-E182-4CB0-A018-F617DA76FE1E}"/>
              </a:ext>
            </a:extLst>
          </p:cNvPr>
          <p:cNvSpPr/>
          <p:nvPr/>
        </p:nvSpPr>
        <p:spPr>
          <a:xfrm>
            <a:off x="698366" y="5768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0" name="矩形 1489">
            <a:extLst>
              <a:ext uri="{FF2B5EF4-FFF2-40B4-BE49-F238E27FC236}">
                <a16:creationId xmlns:a16="http://schemas.microsoft.com/office/drawing/2014/main" id="{F1638826-DA8F-4F24-A862-4316FD2D4ABC}"/>
              </a:ext>
            </a:extLst>
          </p:cNvPr>
          <p:cNvSpPr/>
          <p:nvPr/>
        </p:nvSpPr>
        <p:spPr>
          <a:xfrm>
            <a:off x="1166400" y="5768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91" name="直接连接符 1490">
            <a:extLst>
              <a:ext uri="{FF2B5EF4-FFF2-40B4-BE49-F238E27FC236}">
                <a16:creationId xmlns:a16="http://schemas.microsoft.com/office/drawing/2014/main" id="{26225755-5B82-4C42-92DD-5CC46AC2D551}"/>
              </a:ext>
            </a:extLst>
          </p:cNvPr>
          <p:cNvCxnSpPr>
            <a:cxnSpLocks/>
            <a:stCxn id="1489" idx="0"/>
            <a:endCxn id="1487" idx="2"/>
          </p:cNvCxnSpPr>
          <p:nvPr/>
        </p:nvCxnSpPr>
        <p:spPr>
          <a:xfrm flipV="1">
            <a:off x="860366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2" name="直接连接符 1491">
            <a:extLst>
              <a:ext uri="{FF2B5EF4-FFF2-40B4-BE49-F238E27FC236}">
                <a16:creationId xmlns:a16="http://schemas.microsoft.com/office/drawing/2014/main" id="{1B5642C9-1076-49B0-9F69-FD5EB635F644}"/>
              </a:ext>
            </a:extLst>
          </p:cNvPr>
          <p:cNvCxnSpPr>
            <a:cxnSpLocks/>
            <a:stCxn id="1490" idx="0"/>
            <a:endCxn id="1487" idx="2"/>
          </p:cNvCxnSpPr>
          <p:nvPr/>
        </p:nvCxnSpPr>
        <p:spPr>
          <a:xfrm flipH="1" flipV="1">
            <a:off x="860366" y="5480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3" name="直接连接符 1492">
            <a:extLst>
              <a:ext uri="{FF2B5EF4-FFF2-40B4-BE49-F238E27FC236}">
                <a16:creationId xmlns:a16="http://schemas.microsoft.com/office/drawing/2014/main" id="{87DFF09A-3E11-4B77-A7D6-BED00B304E08}"/>
              </a:ext>
            </a:extLst>
          </p:cNvPr>
          <p:cNvCxnSpPr>
            <a:cxnSpLocks/>
            <a:stCxn id="1489" idx="0"/>
            <a:endCxn id="1488" idx="2"/>
          </p:cNvCxnSpPr>
          <p:nvPr/>
        </p:nvCxnSpPr>
        <p:spPr>
          <a:xfrm flipV="1">
            <a:off x="860366" y="5480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4" name="直接连接符 1493">
            <a:extLst>
              <a:ext uri="{FF2B5EF4-FFF2-40B4-BE49-F238E27FC236}">
                <a16:creationId xmlns:a16="http://schemas.microsoft.com/office/drawing/2014/main" id="{3C689B76-A490-4EF6-842E-2CB3B84B653C}"/>
              </a:ext>
            </a:extLst>
          </p:cNvPr>
          <p:cNvCxnSpPr>
            <a:cxnSpLocks/>
            <a:stCxn id="1490" idx="0"/>
            <a:endCxn id="1488" idx="2"/>
          </p:cNvCxnSpPr>
          <p:nvPr/>
        </p:nvCxnSpPr>
        <p:spPr>
          <a:xfrm flipV="1">
            <a:off x="1328400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5" name="矩形 1494">
            <a:extLst>
              <a:ext uri="{FF2B5EF4-FFF2-40B4-BE49-F238E27FC236}">
                <a16:creationId xmlns:a16="http://schemas.microsoft.com/office/drawing/2014/main" id="{6610B2D6-FC6C-4A36-90FD-8C8C209532FD}"/>
              </a:ext>
            </a:extLst>
          </p:cNvPr>
          <p:cNvSpPr/>
          <p:nvPr/>
        </p:nvSpPr>
        <p:spPr>
          <a:xfrm>
            <a:off x="1058337" y="5769537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6" name="矩形 1495">
            <a:extLst>
              <a:ext uri="{FF2B5EF4-FFF2-40B4-BE49-F238E27FC236}">
                <a16:creationId xmlns:a16="http://schemas.microsoft.com/office/drawing/2014/main" id="{3D2FED06-BF93-4AE8-BA58-96EE1A5CA762}"/>
              </a:ext>
            </a:extLst>
          </p:cNvPr>
          <p:cNvSpPr/>
          <p:nvPr/>
        </p:nvSpPr>
        <p:spPr>
          <a:xfrm>
            <a:off x="2948400" y="5769537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7" name="矩形 1496">
            <a:extLst>
              <a:ext uri="{FF2B5EF4-FFF2-40B4-BE49-F238E27FC236}">
                <a16:creationId xmlns:a16="http://schemas.microsoft.com/office/drawing/2014/main" id="{B7F530C4-8BC6-4A2E-8CB0-8E388DF483E0}"/>
              </a:ext>
            </a:extLst>
          </p:cNvPr>
          <p:cNvSpPr/>
          <p:nvPr/>
        </p:nvSpPr>
        <p:spPr>
          <a:xfrm>
            <a:off x="6962380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8" name="矩形 1497">
            <a:extLst>
              <a:ext uri="{FF2B5EF4-FFF2-40B4-BE49-F238E27FC236}">
                <a16:creationId xmlns:a16="http://schemas.microsoft.com/office/drawing/2014/main" id="{F68E2FF3-00B8-4317-A8B5-3E9993885272}"/>
              </a:ext>
            </a:extLst>
          </p:cNvPr>
          <p:cNvSpPr/>
          <p:nvPr/>
        </p:nvSpPr>
        <p:spPr>
          <a:xfrm>
            <a:off x="7394351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9" name="矩形 1498">
            <a:extLst>
              <a:ext uri="{FF2B5EF4-FFF2-40B4-BE49-F238E27FC236}">
                <a16:creationId xmlns:a16="http://schemas.microsoft.com/office/drawing/2014/main" id="{914F5C7F-5543-49B1-AE44-856CA4B113A5}"/>
              </a:ext>
            </a:extLst>
          </p:cNvPr>
          <p:cNvSpPr/>
          <p:nvPr/>
        </p:nvSpPr>
        <p:spPr>
          <a:xfrm>
            <a:off x="7826401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0" name="矩形 1499">
            <a:extLst>
              <a:ext uri="{FF2B5EF4-FFF2-40B4-BE49-F238E27FC236}">
                <a16:creationId xmlns:a16="http://schemas.microsoft.com/office/drawing/2014/main" id="{547B747F-23C2-443B-A909-755FDFA31395}"/>
              </a:ext>
            </a:extLst>
          </p:cNvPr>
          <p:cNvSpPr/>
          <p:nvPr/>
        </p:nvSpPr>
        <p:spPr>
          <a:xfrm>
            <a:off x="8258401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1" name="矩形 1500">
            <a:extLst>
              <a:ext uri="{FF2B5EF4-FFF2-40B4-BE49-F238E27FC236}">
                <a16:creationId xmlns:a16="http://schemas.microsoft.com/office/drawing/2014/main" id="{B393AB98-3C4C-42E9-B8F9-DB9E35D1CECE}"/>
              </a:ext>
            </a:extLst>
          </p:cNvPr>
          <p:cNvSpPr/>
          <p:nvPr/>
        </p:nvSpPr>
        <p:spPr>
          <a:xfrm>
            <a:off x="8834351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2" name="矩形 1501">
            <a:extLst>
              <a:ext uri="{FF2B5EF4-FFF2-40B4-BE49-F238E27FC236}">
                <a16:creationId xmlns:a16="http://schemas.microsoft.com/office/drawing/2014/main" id="{212C6B61-14D0-4518-99C3-F378DCDC43B0}"/>
              </a:ext>
            </a:extLst>
          </p:cNvPr>
          <p:cNvSpPr/>
          <p:nvPr/>
        </p:nvSpPr>
        <p:spPr>
          <a:xfrm>
            <a:off x="9266322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3" name="矩形 1502">
            <a:extLst>
              <a:ext uri="{FF2B5EF4-FFF2-40B4-BE49-F238E27FC236}">
                <a16:creationId xmlns:a16="http://schemas.microsoft.com/office/drawing/2014/main" id="{90183034-1F93-430E-B10C-0CA409E32FAB}"/>
              </a:ext>
            </a:extLst>
          </p:cNvPr>
          <p:cNvSpPr/>
          <p:nvPr/>
        </p:nvSpPr>
        <p:spPr>
          <a:xfrm>
            <a:off x="9698372" y="5264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4" name="矩形 1503">
            <a:extLst>
              <a:ext uri="{FF2B5EF4-FFF2-40B4-BE49-F238E27FC236}">
                <a16:creationId xmlns:a16="http://schemas.microsoft.com/office/drawing/2014/main" id="{8ABA4BFB-CB8E-427E-90E3-FB2681C0FA09}"/>
              </a:ext>
            </a:extLst>
          </p:cNvPr>
          <p:cNvSpPr/>
          <p:nvPr/>
        </p:nvSpPr>
        <p:spPr>
          <a:xfrm>
            <a:off x="10166400" y="5264450"/>
            <a:ext cx="288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5" name="矩形 1504">
            <a:extLst>
              <a:ext uri="{FF2B5EF4-FFF2-40B4-BE49-F238E27FC236}">
                <a16:creationId xmlns:a16="http://schemas.microsoft.com/office/drawing/2014/main" id="{87D660D3-CFAD-4562-AF4A-44748B477A3B}"/>
              </a:ext>
            </a:extLst>
          </p:cNvPr>
          <p:cNvSpPr/>
          <p:nvPr/>
        </p:nvSpPr>
        <p:spPr>
          <a:xfrm>
            <a:off x="6962380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6" name="矩形 1505">
            <a:extLst>
              <a:ext uri="{FF2B5EF4-FFF2-40B4-BE49-F238E27FC236}">
                <a16:creationId xmlns:a16="http://schemas.microsoft.com/office/drawing/2014/main" id="{33AB0265-B91A-4144-842B-AC014B83621F}"/>
              </a:ext>
            </a:extLst>
          </p:cNvPr>
          <p:cNvSpPr/>
          <p:nvPr/>
        </p:nvSpPr>
        <p:spPr>
          <a:xfrm>
            <a:off x="7394351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7" name="矩形 1506">
            <a:extLst>
              <a:ext uri="{FF2B5EF4-FFF2-40B4-BE49-F238E27FC236}">
                <a16:creationId xmlns:a16="http://schemas.microsoft.com/office/drawing/2014/main" id="{4D666FAB-4007-4930-B26D-BC59421289FB}"/>
              </a:ext>
            </a:extLst>
          </p:cNvPr>
          <p:cNvSpPr/>
          <p:nvPr/>
        </p:nvSpPr>
        <p:spPr>
          <a:xfrm>
            <a:off x="7826401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8" name="矩形 1507">
            <a:extLst>
              <a:ext uri="{FF2B5EF4-FFF2-40B4-BE49-F238E27FC236}">
                <a16:creationId xmlns:a16="http://schemas.microsoft.com/office/drawing/2014/main" id="{516F6958-DA6D-46CD-90B7-435C7981CE3F}"/>
              </a:ext>
            </a:extLst>
          </p:cNvPr>
          <p:cNvSpPr/>
          <p:nvPr/>
        </p:nvSpPr>
        <p:spPr>
          <a:xfrm>
            <a:off x="8258401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9" name="矩形 1508">
            <a:extLst>
              <a:ext uri="{FF2B5EF4-FFF2-40B4-BE49-F238E27FC236}">
                <a16:creationId xmlns:a16="http://schemas.microsoft.com/office/drawing/2014/main" id="{6939FE9A-D4E8-4854-B459-8ED4F5163D81}"/>
              </a:ext>
            </a:extLst>
          </p:cNvPr>
          <p:cNvSpPr/>
          <p:nvPr/>
        </p:nvSpPr>
        <p:spPr>
          <a:xfrm>
            <a:off x="8834351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10" name="矩形 1509">
            <a:extLst>
              <a:ext uri="{FF2B5EF4-FFF2-40B4-BE49-F238E27FC236}">
                <a16:creationId xmlns:a16="http://schemas.microsoft.com/office/drawing/2014/main" id="{4EF41744-9785-4E08-937F-8DEEDE50D7B1}"/>
              </a:ext>
            </a:extLst>
          </p:cNvPr>
          <p:cNvSpPr/>
          <p:nvPr/>
        </p:nvSpPr>
        <p:spPr>
          <a:xfrm>
            <a:off x="9266322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11" name="矩形 1510">
            <a:extLst>
              <a:ext uri="{FF2B5EF4-FFF2-40B4-BE49-F238E27FC236}">
                <a16:creationId xmlns:a16="http://schemas.microsoft.com/office/drawing/2014/main" id="{CC7C2618-B287-4F6B-9813-11FE817B3036}"/>
              </a:ext>
            </a:extLst>
          </p:cNvPr>
          <p:cNvSpPr/>
          <p:nvPr/>
        </p:nvSpPr>
        <p:spPr>
          <a:xfrm>
            <a:off x="9698372" y="5768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12" name="矩形 1511">
            <a:extLst>
              <a:ext uri="{FF2B5EF4-FFF2-40B4-BE49-F238E27FC236}">
                <a16:creationId xmlns:a16="http://schemas.microsoft.com/office/drawing/2014/main" id="{D51E6AE8-4D53-4AAC-A078-79D95CFF8690}"/>
              </a:ext>
            </a:extLst>
          </p:cNvPr>
          <p:cNvSpPr/>
          <p:nvPr/>
        </p:nvSpPr>
        <p:spPr>
          <a:xfrm>
            <a:off x="10166400" y="5768450"/>
            <a:ext cx="288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13" name="直接连接符 1512">
            <a:extLst>
              <a:ext uri="{FF2B5EF4-FFF2-40B4-BE49-F238E27FC236}">
                <a16:creationId xmlns:a16="http://schemas.microsoft.com/office/drawing/2014/main" id="{D873C986-18FB-49DE-8386-EAF9386D1371}"/>
              </a:ext>
            </a:extLst>
          </p:cNvPr>
          <p:cNvCxnSpPr>
            <a:cxnSpLocks/>
            <a:stCxn id="1505" idx="0"/>
            <a:endCxn id="1497" idx="2"/>
          </p:cNvCxnSpPr>
          <p:nvPr/>
        </p:nvCxnSpPr>
        <p:spPr>
          <a:xfrm flipV="1">
            <a:off x="7142380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直接连接符 1513">
            <a:extLst>
              <a:ext uri="{FF2B5EF4-FFF2-40B4-BE49-F238E27FC236}">
                <a16:creationId xmlns:a16="http://schemas.microsoft.com/office/drawing/2014/main" id="{811B6940-C33A-4430-9926-9A272A9A27EA}"/>
              </a:ext>
            </a:extLst>
          </p:cNvPr>
          <p:cNvCxnSpPr>
            <a:cxnSpLocks/>
            <a:stCxn id="1506" idx="0"/>
            <a:endCxn id="1497" idx="2"/>
          </p:cNvCxnSpPr>
          <p:nvPr/>
        </p:nvCxnSpPr>
        <p:spPr>
          <a:xfrm flipH="1" flipV="1">
            <a:off x="7142380" y="5480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5" name="直接连接符 1514">
            <a:extLst>
              <a:ext uri="{FF2B5EF4-FFF2-40B4-BE49-F238E27FC236}">
                <a16:creationId xmlns:a16="http://schemas.microsoft.com/office/drawing/2014/main" id="{219FE7BD-A84F-4BC3-A6B9-AE2002CD7432}"/>
              </a:ext>
            </a:extLst>
          </p:cNvPr>
          <p:cNvCxnSpPr>
            <a:cxnSpLocks/>
            <a:stCxn id="1507" idx="0"/>
            <a:endCxn id="1497" idx="2"/>
          </p:cNvCxnSpPr>
          <p:nvPr/>
        </p:nvCxnSpPr>
        <p:spPr>
          <a:xfrm flipH="1" flipV="1">
            <a:off x="7142380" y="5480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6" name="直接连接符 1515">
            <a:extLst>
              <a:ext uri="{FF2B5EF4-FFF2-40B4-BE49-F238E27FC236}">
                <a16:creationId xmlns:a16="http://schemas.microsoft.com/office/drawing/2014/main" id="{297E0C16-6D54-4709-8491-B07ACD4CBE99}"/>
              </a:ext>
            </a:extLst>
          </p:cNvPr>
          <p:cNvCxnSpPr>
            <a:cxnSpLocks/>
            <a:stCxn id="1508" idx="0"/>
            <a:endCxn id="1497" idx="2"/>
          </p:cNvCxnSpPr>
          <p:nvPr/>
        </p:nvCxnSpPr>
        <p:spPr>
          <a:xfrm flipH="1" flipV="1">
            <a:off x="7142380" y="5480450"/>
            <a:ext cx="1296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7" name="直接连接符 1516">
            <a:extLst>
              <a:ext uri="{FF2B5EF4-FFF2-40B4-BE49-F238E27FC236}">
                <a16:creationId xmlns:a16="http://schemas.microsoft.com/office/drawing/2014/main" id="{D3FBA740-8D69-4D97-B422-776DA496977F}"/>
              </a:ext>
            </a:extLst>
          </p:cNvPr>
          <p:cNvCxnSpPr>
            <a:cxnSpLocks/>
            <a:stCxn id="1509" idx="0"/>
            <a:endCxn id="1497" idx="2"/>
          </p:cNvCxnSpPr>
          <p:nvPr/>
        </p:nvCxnSpPr>
        <p:spPr>
          <a:xfrm flipH="1" flipV="1">
            <a:off x="7142380" y="5480450"/>
            <a:ext cx="187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直接连接符 1517">
            <a:extLst>
              <a:ext uri="{FF2B5EF4-FFF2-40B4-BE49-F238E27FC236}">
                <a16:creationId xmlns:a16="http://schemas.microsoft.com/office/drawing/2014/main" id="{5875BEA5-214E-4D14-B83B-94034E8E14D1}"/>
              </a:ext>
            </a:extLst>
          </p:cNvPr>
          <p:cNvCxnSpPr>
            <a:cxnSpLocks/>
            <a:stCxn id="1510" idx="0"/>
            <a:endCxn id="1497" idx="2"/>
          </p:cNvCxnSpPr>
          <p:nvPr/>
        </p:nvCxnSpPr>
        <p:spPr>
          <a:xfrm flipH="1" flipV="1">
            <a:off x="7142380" y="5480450"/>
            <a:ext cx="2303942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9" name="直接连接符 1518">
            <a:extLst>
              <a:ext uri="{FF2B5EF4-FFF2-40B4-BE49-F238E27FC236}">
                <a16:creationId xmlns:a16="http://schemas.microsoft.com/office/drawing/2014/main" id="{5527A017-E142-4200-81C2-308AE6CC0A4F}"/>
              </a:ext>
            </a:extLst>
          </p:cNvPr>
          <p:cNvCxnSpPr>
            <a:cxnSpLocks/>
            <a:stCxn id="1511" idx="0"/>
            <a:endCxn id="1497" idx="2"/>
          </p:cNvCxnSpPr>
          <p:nvPr/>
        </p:nvCxnSpPr>
        <p:spPr>
          <a:xfrm flipH="1" flipV="1">
            <a:off x="7142380" y="5480450"/>
            <a:ext cx="2735992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0" name="直接连接符 1519">
            <a:extLst>
              <a:ext uri="{FF2B5EF4-FFF2-40B4-BE49-F238E27FC236}">
                <a16:creationId xmlns:a16="http://schemas.microsoft.com/office/drawing/2014/main" id="{EE55412A-A5A1-4AE3-9D16-4E036BD45BE2}"/>
              </a:ext>
            </a:extLst>
          </p:cNvPr>
          <p:cNvCxnSpPr>
            <a:cxnSpLocks/>
            <a:stCxn id="1512" idx="0"/>
            <a:endCxn id="1497" idx="2"/>
          </p:cNvCxnSpPr>
          <p:nvPr/>
        </p:nvCxnSpPr>
        <p:spPr>
          <a:xfrm flipH="1" flipV="1">
            <a:off x="7142380" y="5480450"/>
            <a:ext cx="316802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" name="直接连接符 1520">
            <a:extLst>
              <a:ext uri="{FF2B5EF4-FFF2-40B4-BE49-F238E27FC236}">
                <a16:creationId xmlns:a16="http://schemas.microsoft.com/office/drawing/2014/main" id="{C31DB3C2-9F69-4461-80A3-711B75FDB7C3}"/>
              </a:ext>
            </a:extLst>
          </p:cNvPr>
          <p:cNvCxnSpPr>
            <a:cxnSpLocks/>
            <a:stCxn id="1505" idx="0"/>
            <a:endCxn id="1498" idx="2"/>
          </p:cNvCxnSpPr>
          <p:nvPr/>
        </p:nvCxnSpPr>
        <p:spPr>
          <a:xfrm flipV="1">
            <a:off x="7142380" y="5480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2" name="直接连接符 1521">
            <a:extLst>
              <a:ext uri="{FF2B5EF4-FFF2-40B4-BE49-F238E27FC236}">
                <a16:creationId xmlns:a16="http://schemas.microsoft.com/office/drawing/2014/main" id="{5087F761-C0ED-42CC-BDC2-F53F1F9AC85E}"/>
              </a:ext>
            </a:extLst>
          </p:cNvPr>
          <p:cNvCxnSpPr>
            <a:cxnSpLocks/>
            <a:stCxn id="1506" idx="0"/>
            <a:endCxn id="1498" idx="2"/>
          </p:cNvCxnSpPr>
          <p:nvPr/>
        </p:nvCxnSpPr>
        <p:spPr>
          <a:xfrm flipV="1">
            <a:off x="7574351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3" name="直接连接符 1522">
            <a:extLst>
              <a:ext uri="{FF2B5EF4-FFF2-40B4-BE49-F238E27FC236}">
                <a16:creationId xmlns:a16="http://schemas.microsoft.com/office/drawing/2014/main" id="{0C0007A7-EBF6-4500-BFA8-D9F335DAC5EC}"/>
              </a:ext>
            </a:extLst>
          </p:cNvPr>
          <p:cNvCxnSpPr>
            <a:cxnSpLocks/>
            <a:stCxn id="1507" idx="0"/>
            <a:endCxn id="1498" idx="2"/>
          </p:cNvCxnSpPr>
          <p:nvPr/>
        </p:nvCxnSpPr>
        <p:spPr>
          <a:xfrm flipH="1" flipV="1">
            <a:off x="7574351" y="5480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4" name="直接连接符 1523">
            <a:extLst>
              <a:ext uri="{FF2B5EF4-FFF2-40B4-BE49-F238E27FC236}">
                <a16:creationId xmlns:a16="http://schemas.microsoft.com/office/drawing/2014/main" id="{6FCA2E47-EAEF-404F-97AB-288306426143}"/>
              </a:ext>
            </a:extLst>
          </p:cNvPr>
          <p:cNvCxnSpPr>
            <a:cxnSpLocks/>
            <a:stCxn id="1508" idx="0"/>
            <a:endCxn id="1498" idx="2"/>
          </p:cNvCxnSpPr>
          <p:nvPr/>
        </p:nvCxnSpPr>
        <p:spPr>
          <a:xfrm flipH="1" flipV="1">
            <a:off x="7574351" y="5480450"/>
            <a:ext cx="864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" name="直接连接符 1524">
            <a:extLst>
              <a:ext uri="{FF2B5EF4-FFF2-40B4-BE49-F238E27FC236}">
                <a16:creationId xmlns:a16="http://schemas.microsoft.com/office/drawing/2014/main" id="{B380A1FC-80E5-4C4B-8024-D505176DEEE0}"/>
              </a:ext>
            </a:extLst>
          </p:cNvPr>
          <p:cNvCxnSpPr>
            <a:cxnSpLocks/>
            <a:stCxn id="1509" idx="0"/>
            <a:endCxn id="1498" idx="2"/>
          </p:cNvCxnSpPr>
          <p:nvPr/>
        </p:nvCxnSpPr>
        <p:spPr>
          <a:xfrm flipH="1" flipV="1">
            <a:off x="7574351" y="5480450"/>
            <a:ext cx="1440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6" name="直接连接符 1525">
            <a:extLst>
              <a:ext uri="{FF2B5EF4-FFF2-40B4-BE49-F238E27FC236}">
                <a16:creationId xmlns:a16="http://schemas.microsoft.com/office/drawing/2014/main" id="{91841C0B-BC3E-412F-8D49-E17B3A051F02}"/>
              </a:ext>
            </a:extLst>
          </p:cNvPr>
          <p:cNvCxnSpPr>
            <a:cxnSpLocks/>
            <a:stCxn id="1510" idx="0"/>
            <a:endCxn id="1498" idx="2"/>
          </p:cNvCxnSpPr>
          <p:nvPr/>
        </p:nvCxnSpPr>
        <p:spPr>
          <a:xfrm flipH="1" flipV="1">
            <a:off x="7574351" y="5480450"/>
            <a:ext cx="187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7" name="直接连接符 1526">
            <a:extLst>
              <a:ext uri="{FF2B5EF4-FFF2-40B4-BE49-F238E27FC236}">
                <a16:creationId xmlns:a16="http://schemas.microsoft.com/office/drawing/2014/main" id="{69DDE5FA-1F22-4A4A-AA5F-45E17136564C}"/>
              </a:ext>
            </a:extLst>
          </p:cNvPr>
          <p:cNvCxnSpPr>
            <a:cxnSpLocks/>
            <a:stCxn id="1511" idx="0"/>
            <a:endCxn id="1498" idx="2"/>
          </p:cNvCxnSpPr>
          <p:nvPr/>
        </p:nvCxnSpPr>
        <p:spPr>
          <a:xfrm flipH="1" flipV="1">
            <a:off x="7574351" y="5480450"/>
            <a:ext cx="230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" name="直接连接符 1527">
            <a:extLst>
              <a:ext uri="{FF2B5EF4-FFF2-40B4-BE49-F238E27FC236}">
                <a16:creationId xmlns:a16="http://schemas.microsoft.com/office/drawing/2014/main" id="{A365FAD4-E016-42FE-AE9C-57F75FADBB0C}"/>
              </a:ext>
            </a:extLst>
          </p:cNvPr>
          <p:cNvCxnSpPr>
            <a:cxnSpLocks/>
            <a:stCxn id="1512" idx="0"/>
            <a:endCxn id="1498" idx="2"/>
          </p:cNvCxnSpPr>
          <p:nvPr/>
        </p:nvCxnSpPr>
        <p:spPr>
          <a:xfrm flipH="1" flipV="1">
            <a:off x="7574351" y="5480450"/>
            <a:ext cx="273604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9" name="直接连接符 1528">
            <a:extLst>
              <a:ext uri="{FF2B5EF4-FFF2-40B4-BE49-F238E27FC236}">
                <a16:creationId xmlns:a16="http://schemas.microsoft.com/office/drawing/2014/main" id="{D2737457-48BE-4D9F-B441-154A68AE28CF}"/>
              </a:ext>
            </a:extLst>
          </p:cNvPr>
          <p:cNvCxnSpPr>
            <a:cxnSpLocks/>
            <a:stCxn id="1505" idx="0"/>
            <a:endCxn id="1499" idx="2"/>
          </p:cNvCxnSpPr>
          <p:nvPr/>
        </p:nvCxnSpPr>
        <p:spPr>
          <a:xfrm flipV="1">
            <a:off x="7142380" y="5480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0" name="直接连接符 1529">
            <a:extLst>
              <a:ext uri="{FF2B5EF4-FFF2-40B4-BE49-F238E27FC236}">
                <a16:creationId xmlns:a16="http://schemas.microsoft.com/office/drawing/2014/main" id="{35B39737-4409-473A-8384-89A65819F774}"/>
              </a:ext>
            </a:extLst>
          </p:cNvPr>
          <p:cNvCxnSpPr>
            <a:cxnSpLocks/>
            <a:stCxn id="1506" idx="0"/>
            <a:endCxn id="1499" idx="2"/>
          </p:cNvCxnSpPr>
          <p:nvPr/>
        </p:nvCxnSpPr>
        <p:spPr>
          <a:xfrm flipV="1">
            <a:off x="7574351" y="5480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1" name="直接连接符 1530">
            <a:extLst>
              <a:ext uri="{FF2B5EF4-FFF2-40B4-BE49-F238E27FC236}">
                <a16:creationId xmlns:a16="http://schemas.microsoft.com/office/drawing/2014/main" id="{8497B297-1A90-4192-BD15-A2533C089991}"/>
              </a:ext>
            </a:extLst>
          </p:cNvPr>
          <p:cNvCxnSpPr>
            <a:cxnSpLocks/>
            <a:stCxn id="1507" idx="0"/>
            <a:endCxn id="1499" idx="2"/>
          </p:cNvCxnSpPr>
          <p:nvPr/>
        </p:nvCxnSpPr>
        <p:spPr>
          <a:xfrm flipV="1">
            <a:off x="8006401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2" name="直接连接符 1531">
            <a:extLst>
              <a:ext uri="{FF2B5EF4-FFF2-40B4-BE49-F238E27FC236}">
                <a16:creationId xmlns:a16="http://schemas.microsoft.com/office/drawing/2014/main" id="{8C9ACA2C-77AD-42F5-AB8C-9B75D11EAB8E}"/>
              </a:ext>
            </a:extLst>
          </p:cNvPr>
          <p:cNvCxnSpPr>
            <a:cxnSpLocks/>
            <a:stCxn id="1508" idx="0"/>
            <a:endCxn id="1499" idx="2"/>
          </p:cNvCxnSpPr>
          <p:nvPr/>
        </p:nvCxnSpPr>
        <p:spPr>
          <a:xfrm flipH="1" flipV="1">
            <a:off x="8006401" y="5480450"/>
            <a:ext cx="43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3" name="直接连接符 1532">
            <a:extLst>
              <a:ext uri="{FF2B5EF4-FFF2-40B4-BE49-F238E27FC236}">
                <a16:creationId xmlns:a16="http://schemas.microsoft.com/office/drawing/2014/main" id="{8F382A06-D88E-45D7-898F-B15126C7267E}"/>
              </a:ext>
            </a:extLst>
          </p:cNvPr>
          <p:cNvCxnSpPr>
            <a:cxnSpLocks/>
            <a:stCxn id="1509" idx="0"/>
            <a:endCxn id="1499" idx="2"/>
          </p:cNvCxnSpPr>
          <p:nvPr/>
        </p:nvCxnSpPr>
        <p:spPr>
          <a:xfrm flipH="1" flipV="1">
            <a:off x="8006401" y="5480450"/>
            <a:ext cx="10079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4" name="直接连接符 1533">
            <a:extLst>
              <a:ext uri="{FF2B5EF4-FFF2-40B4-BE49-F238E27FC236}">
                <a16:creationId xmlns:a16="http://schemas.microsoft.com/office/drawing/2014/main" id="{4F17EF92-61E1-4706-B4D3-BE01E7D8213D}"/>
              </a:ext>
            </a:extLst>
          </p:cNvPr>
          <p:cNvCxnSpPr>
            <a:cxnSpLocks/>
            <a:stCxn id="1510" idx="0"/>
            <a:endCxn id="1499" idx="2"/>
          </p:cNvCxnSpPr>
          <p:nvPr/>
        </p:nvCxnSpPr>
        <p:spPr>
          <a:xfrm flipH="1" flipV="1">
            <a:off x="8006401" y="5480450"/>
            <a:ext cx="14399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5" name="直接连接符 1534">
            <a:extLst>
              <a:ext uri="{FF2B5EF4-FFF2-40B4-BE49-F238E27FC236}">
                <a16:creationId xmlns:a16="http://schemas.microsoft.com/office/drawing/2014/main" id="{67D1F878-2284-46B1-A14F-E6CCD99781A1}"/>
              </a:ext>
            </a:extLst>
          </p:cNvPr>
          <p:cNvCxnSpPr>
            <a:cxnSpLocks/>
            <a:stCxn id="1511" idx="0"/>
            <a:endCxn id="1499" idx="2"/>
          </p:cNvCxnSpPr>
          <p:nvPr/>
        </p:nvCxnSpPr>
        <p:spPr>
          <a:xfrm flipH="1" flipV="1">
            <a:off x="8006401" y="5480450"/>
            <a:ext cx="187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" name="直接连接符 1535">
            <a:extLst>
              <a:ext uri="{FF2B5EF4-FFF2-40B4-BE49-F238E27FC236}">
                <a16:creationId xmlns:a16="http://schemas.microsoft.com/office/drawing/2014/main" id="{6943E532-7116-42CB-A377-2ADEF42CF910}"/>
              </a:ext>
            </a:extLst>
          </p:cNvPr>
          <p:cNvCxnSpPr>
            <a:cxnSpLocks/>
            <a:stCxn id="1512" idx="0"/>
            <a:endCxn id="1499" idx="2"/>
          </p:cNvCxnSpPr>
          <p:nvPr/>
        </p:nvCxnSpPr>
        <p:spPr>
          <a:xfrm flipH="1" flipV="1">
            <a:off x="8006401" y="5480450"/>
            <a:ext cx="230399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7" name="直接连接符 1536">
            <a:extLst>
              <a:ext uri="{FF2B5EF4-FFF2-40B4-BE49-F238E27FC236}">
                <a16:creationId xmlns:a16="http://schemas.microsoft.com/office/drawing/2014/main" id="{78B24E62-5E8F-42FB-887A-B3E16D6DAEB6}"/>
              </a:ext>
            </a:extLst>
          </p:cNvPr>
          <p:cNvCxnSpPr>
            <a:cxnSpLocks/>
            <a:stCxn id="1505" idx="0"/>
            <a:endCxn id="1500" idx="2"/>
          </p:cNvCxnSpPr>
          <p:nvPr/>
        </p:nvCxnSpPr>
        <p:spPr>
          <a:xfrm flipV="1">
            <a:off x="7142380" y="5480450"/>
            <a:ext cx="1296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8" name="直接连接符 1537">
            <a:extLst>
              <a:ext uri="{FF2B5EF4-FFF2-40B4-BE49-F238E27FC236}">
                <a16:creationId xmlns:a16="http://schemas.microsoft.com/office/drawing/2014/main" id="{BD87275B-DEBD-4CA6-ADF7-1B2C736EF798}"/>
              </a:ext>
            </a:extLst>
          </p:cNvPr>
          <p:cNvCxnSpPr>
            <a:cxnSpLocks/>
            <a:stCxn id="1506" idx="0"/>
            <a:endCxn id="1500" idx="2"/>
          </p:cNvCxnSpPr>
          <p:nvPr/>
        </p:nvCxnSpPr>
        <p:spPr>
          <a:xfrm flipV="1">
            <a:off x="7574351" y="5480450"/>
            <a:ext cx="864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9" name="直接连接符 1538">
            <a:extLst>
              <a:ext uri="{FF2B5EF4-FFF2-40B4-BE49-F238E27FC236}">
                <a16:creationId xmlns:a16="http://schemas.microsoft.com/office/drawing/2014/main" id="{A8FF166B-40F8-4879-980B-B4C0A95E5CFA}"/>
              </a:ext>
            </a:extLst>
          </p:cNvPr>
          <p:cNvCxnSpPr>
            <a:cxnSpLocks/>
            <a:stCxn id="1507" idx="0"/>
            <a:endCxn id="1500" idx="2"/>
          </p:cNvCxnSpPr>
          <p:nvPr/>
        </p:nvCxnSpPr>
        <p:spPr>
          <a:xfrm flipV="1">
            <a:off x="8006401" y="5480450"/>
            <a:ext cx="43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0" name="直接连接符 1539">
            <a:extLst>
              <a:ext uri="{FF2B5EF4-FFF2-40B4-BE49-F238E27FC236}">
                <a16:creationId xmlns:a16="http://schemas.microsoft.com/office/drawing/2014/main" id="{1F056949-AAC8-459C-9B84-E60E6D9E2A32}"/>
              </a:ext>
            </a:extLst>
          </p:cNvPr>
          <p:cNvCxnSpPr>
            <a:cxnSpLocks/>
            <a:stCxn id="1508" idx="0"/>
            <a:endCxn id="1500" idx="2"/>
          </p:cNvCxnSpPr>
          <p:nvPr/>
        </p:nvCxnSpPr>
        <p:spPr>
          <a:xfrm flipV="1">
            <a:off x="8438401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1" name="直接连接符 1540">
            <a:extLst>
              <a:ext uri="{FF2B5EF4-FFF2-40B4-BE49-F238E27FC236}">
                <a16:creationId xmlns:a16="http://schemas.microsoft.com/office/drawing/2014/main" id="{5A1DCF19-F3DE-40DF-A069-5594B8D54E22}"/>
              </a:ext>
            </a:extLst>
          </p:cNvPr>
          <p:cNvCxnSpPr>
            <a:cxnSpLocks/>
            <a:stCxn id="1509" idx="0"/>
            <a:endCxn id="1500" idx="2"/>
          </p:cNvCxnSpPr>
          <p:nvPr/>
        </p:nvCxnSpPr>
        <p:spPr>
          <a:xfrm flipH="1" flipV="1">
            <a:off x="8438401" y="5480450"/>
            <a:ext cx="5759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直接连接符 1541">
            <a:extLst>
              <a:ext uri="{FF2B5EF4-FFF2-40B4-BE49-F238E27FC236}">
                <a16:creationId xmlns:a16="http://schemas.microsoft.com/office/drawing/2014/main" id="{CCA9EEC6-5AE5-4AFB-A589-4864851BBB1B}"/>
              </a:ext>
            </a:extLst>
          </p:cNvPr>
          <p:cNvCxnSpPr>
            <a:cxnSpLocks/>
            <a:stCxn id="1510" idx="0"/>
            <a:endCxn id="1500" idx="2"/>
          </p:cNvCxnSpPr>
          <p:nvPr/>
        </p:nvCxnSpPr>
        <p:spPr>
          <a:xfrm flipH="1" flipV="1">
            <a:off x="8438401" y="5480450"/>
            <a:ext cx="10079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3" name="直接连接符 1542">
            <a:extLst>
              <a:ext uri="{FF2B5EF4-FFF2-40B4-BE49-F238E27FC236}">
                <a16:creationId xmlns:a16="http://schemas.microsoft.com/office/drawing/2014/main" id="{3A3316CA-4953-4698-B89E-A75E0DD88089}"/>
              </a:ext>
            </a:extLst>
          </p:cNvPr>
          <p:cNvCxnSpPr>
            <a:cxnSpLocks/>
            <a:stCxn id="1511" idx="0"/>
            <a:endCxn id="1500" idx="2"/>
          </p:cNvCxnSpPr>
          <p:nvPr/>
        </p:nvCxnSpPr>
        <p:spPr>
          <a:xfrm flipH="1" flipV="1">
            <a:off x="8438401" y="5480450"/>
            <a:ext cx="1439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4" name="直接连接符 1543">
            <a:extLst>
              <a:ext uri="{FF2B5EF4-FFF2-40B4-BE49-F238E27FC236}">
                <a16:creationId xmlns:a16="http://schemas.microsoft.com/office/drawing/2014/main" id="{18A702D6-2CFF-4DD5-A261-783F36CC9BBD}"/>
              </a:ext>
            </a:extLst>
          </p:cNvPr>
          <p:cNvCxnSpPr>
            <a:cxnSpLocks/>
            <a:stCxn id="1512" idx="0"/>
            <a:endCxn id="1500" idx="2"/>
          </p:cNvCxnSpPr>
          <p:nvPr/>
        </p:nvCxnSpPr>
        <p:spPr>
          <a:xfrm flipH="1" flipV="1">
            <a:off x="8438401" y="5480450"/>
            <a:ext cx="187199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5" name="直接连接符 1544">
            <a:extLst>
              <a:ext uri="{FF2B5EF4-FFF2-40B4-BE49-F238E27FC236}">
                <a16:creationId xmlns:a16="http://schemas.microsoft.com/office/drawing/2014/main" id="{A35EB8CC-D0AC-4AF9-A73B-3E34C59E531C}"/>
              </a:ext>
            </a:extLst>
          </p:cNvPr>
          <p:cNvCxnSpPr>
            <a:cxnSpLocks/>
            <a:stCxn id="1505" idx="0"/>
            <a:endCxn id="1501" idx="2"/>
          </p:cNvCxnSpPr>
          <p:nvPr/>
        </p:nvCxnSpPr>
        <p:spPr>
          <a:xfrm flipV="1">
            <a:off x="7142380" y="5480450"/>
            <a:ext cx="187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6" name="直接连接符 1545">
            <a:extLst>
              <a:ext uri="{FF2B5EF4-FFF2-40B4-BE49-F238E27FC236}">
                <a16:creationId xmlns:a16="http://schemas.microsoft.com/office/drawing/2014/main" id="{78DE9A8D-B62C-4567-A265-0620D951388E}"/>
              </a:ext>
            </a:extLst>
          </p:cNvPr>
          <p:cNvCxnSpPr>
            <a:cxnSpLocks/>
            <a:stCxn id="1506" idx="0"/>
            <a:endCxn id="1501" idx="2"/>
          </p:cNvCxnSpPr>
          <p:nvPr/>
        </p:nvCxnSpPr>
        <p:spPr>
          <a:xfrm flipV="1">
            <a:off x="7574351" y="5480450"/>
            <a:ext cx="1440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7" name="直接连接符 1546">
            <a:extLst>
              <a:ext uri="{FF2B5EF4-FFF2-40B4-BE49-F238E27FC236}">
                <a16:creationId xmlns:a16="http://schemas.microsoft.com/office/drawing/2014/main" id="{0A3A818D-8FD7-4F06-A886-69C4D3D103C8}"/>
              </a:ext>
            </a:extLst>
          </p:cNvPr>
          <p:cNvCxnSpPr>
            <a:cxnSpLocks/>
            <a:stCxn id="1507" idx="0"/>
            <a:endCxn id="1501" idx="2"/>
          </p:cNvCxnSpPr>
          <p:nvPr/>
        </p:nvCxnSpPr>
        <p:spPr>
          <a:xfrm flipV="1">
            <a:off x="8006401" y="5480450"/>
            <a:ext cx="10079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8" name="直接连接符 1547">
            <a:extLst>
              <a:ext uri="{FF2B5EF4-FFF2-40B4-BE49-F238E27FC236}">
                <a16:creationId xmlns:a16="http://schemas.microsoft.com/office/drawing/2014/main" id="{20CC62D0-927B-42D8-9F0D-F9742A60ACB1}"/>
              </a:ext>
            </a:extLst>
          </p:cNvPr>
          <p:cNvCxnSpPr>
            <a:cxnSpLocks/>
            <a:stCxn id="1508" idx="0"/>
            <a:endCxn id="1501" idx="2"/>
          </p:cNvCxnSpPr>
          <p:nvPr/>
        </p:nvCxnSpPr>
        <p:spPr>
          <a:xfrm flipV="1">
            <a:off x="8438401" y="5480450"/>
            <a:ext cx="5759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9" name="直接连接符 1548">
            <a:extLst>
              <a:ext uri="{FF2B5EF4-FFF2-40B4-BE49-F238E27FC236}">
                <a16:creationId xmlns:a16="http://schemas.microsoft.com/office/drawing/2014/main" id="{A8659011-D935-4D25-BD73-77C5C266144E}"/>
              </a:ext>
            </a:extLst>
          </p:cNvPr>
          <p:cNvCxnSpPr>
            <a:cxnSpLocks/>
            <a:stCxn id="1509" idx="0"/>
            <a:endCxn id="1501" idx="2"/>
          </p:cNvCxnSpPr>
          <p:nvPr/>
        </p:nvCxnSpPr>
        <p:spPr>
          <a:xfrm flipV="1">
            <a:off x="9014351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0" name="直接连接符 1549">
            <a:extLst>
              <a:ext uri="{FF2B5EF4-FFF2-40B4-BE49-F238E27FC236}">
                <a16:creationId xmlns:a16="http://schemas.microsoft.com/office/drawing/2014/main" id="{6A0BC52B-95CC-4295-91B2-98BE9F343466}"/>
              </a:ext>
            </a:extLst>
          </p:cNvPr>
          <p:cNvCxnSpPr>
            <a:cxnSpLocks/>
            <a:stCxn id="1510" idx="0"/>
            <a:endCxn id="1501" idx="2"/>
          </p:cNvCxnSpPr>
          <p:nvPr/>
        </p:nvCxnSpPr>
        <p:spPr>
          <a:xfrm flipH="1" flipV="1">
            <a:off x="9014351" y="5480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" name="直接连接符 1550">
            <a:extLst>
              <a:ext uri="{FF2B5EF4-FFF2-40B4-BE49-F238E27FC236}">
                <a16:creationId xmlns:a16="http://schemas.microsoft.com/office/drawing/2014/main" id="{B1620F28-BDC3-4469-AAC6-B28F2B415935}"/>
              </a:ext>
            </a:extLst>
          </p:cNvPr>
          <p:cNvCxnSpPr>
            <a:cxnSpLocks/>
            <a:stCxn id="1511" idx="0"/>
            <a:endCxn id="1501" idx="2"/>
          </p:cNvCxnSpPr>
          <p:nvPr/>
        </p:nvCxnSpPr>
        <p:spPr>
          <a:xfrm flipH="1" flipV="1">
            <a:off x="9014351" y="5480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2" name="直接连接符 1551">
            <a:extLst>
              <a:ext uri="{FF2B5EF4-FFF2-40B4-BE49-F238E27FC236}">
                <a16:creationId xmlns:a16="http://schemas.microsoft.com/office/drawing/2014/main" id="{B94427F8-96AF-49AD-B619-717D3692C157}"/>
              </a:ext>
            </a:extLst>
          </p:cNvPr>
          <p:cNvCxnSpPr>
            <a:cxnSpLocks/>
            <a:stCxn id="1512" idx="0"/>
            <a:endCxn id="1501" idx="2"/>
          </p:cNvCxnSpPr>
          <p:nvPr/>
        </p:nvCxnSpPr>
        <p:spPr>
          <a:xfrm flipH="1" flipV="1">
            <a:off x="9014351" y="5480450"/>
            <a:ext cx="129604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3" name="直接连接符 1552">
            <a:extLst>
              <a:ext uri="{FF2B5EF4-FFF2-40B4-BE49-F238E27FC236}">
                <a16:creationId xmlns:a16="http://schemas.microsoft.com/office/drawing/2014/main" id="{9FC86F0C-7BA6-4EB5-AC52-4D6825381230}"/>
              </a:ext>
            </a:extLst>
          </p:cNvPr>
          <p:cNvCxnSpPr>
            <a:cxnSpLocks/>
            <a:stCxn id="1505" idx="0"/>
            <a:endCxn id="1502" idx="2"/>
          </p:cNvCxnSpPr>
          <p:nvPr/>
        </p:nvCxnSpPr>
        <p:spPr>
          <a:xfrm flipV="1">
            <a:off x="7142380" y="5480450"/>
            <a:ext cx="2303942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4" name="直接连接符 1553">
            <a:extLst>
              <a:ext uri="{FF2B5EF4-FFF2-40B4-BE49-F238E27FC236}">
                <a16:creationId xmlns:a16="http://schemas.microsoft.com/office/drawing/2014/main" id="{3B9358EB-890E-4470-B139-3AB9FD25B62B}"/>
              </a:ext>
            </a:extLst>
          </p:cNvPr>
          <p:cNvCxnSpPr>
            <a:cxnSpLocks/>
            <a:stCxn id="1506" idx="0"/>
            <a:endCxn id="1502" idx="2"/>
          </p:cNvCxnSpPr>
          <p:nvPr/>
        </p:nvCxnSpPr>
        <p:spPr>
          <a:xfrm flipV="1">
            <a:off x="7574351" y="5480450"/>
            <a:ext cx="187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直接连接符 1554">
            <a:extLst>
              <a:ext uri="{FF2B5EF4-FFF2-40B4-BE49-F238E27FC236}">
                <a16:creationId xmlns:a16="http://schemas.microsoft.com/office/drawing/2014/main" id="{DFE5664C-99C5-401B-8197-9FBF430272D1}"/>
              </a:ext>
            </a:extLst>
          </p:cNvPr>
          <p:cNvCxnSpPr>
            <a:cxnSpLocks/>
            <a:stCxn id="1507" idx="0"/>
            <a:endCxn id="1502" idx="2"/>
          </p:cNvCxnSpPr>
          <p:nvPr/>
        </p:nvCxnSpPr>
        <p:spPr>
          <a:xfrm flipV="1">
            <a:off x="8006401" y="5480450"/>
            <a:ext cx="14399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6" name="直接连接符 1555">
            <a:extLst>
              <a:ext uri="{FF2B5EF4-FFF2-40B4-BE49-F238E27FC236}">
                <a16:creationId xmlns:a16="http://schemas.microsoft.com/office/drawing/2014/main" id="{C975F13A-AAF8-42C4-81BE-208E33F56BC0}"/>
              </a:ext>
            </a:extLst>
          </p:cNvPr>
          <p:cNvCxnSpPr>
            <a:cxnSpLocks/>
            <a:stCxn id="1508" idx="0"/>
            <a:endCxn id="1502" idx="2"/>
          </p:cNvCxnSpPr>
          <p:nvPr/>
        </p:nvCxnSpPr>
        <p:spPr>
          <a:xfrm flipV="1">
            <a:off x="8438401" y="5480450"/>
            <a:ext cx="10079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7" name="直接连接符 1556">
            <a:extLst>
              <a:ext uri="{FF2B5EF4-FFF2-40B4-BE49-F238E27FC236}">
                <a16:creationId xmlns:a16="http://schemas.microsoft.com/office/drawing/2014/main" id="{3D8446FF-4168-4F59-99AB-7EDD6E10A03D}"/>
              </a:ext>
            </a:extLst>
          </p:cNvPr>
          <p:cNvCxnSpPr>
            <a:cxnSpLocks/>
            <a:stCxn id="1509" idx="0"/>
            <a:endCxn id="1502" idx="2"/>
          </p:cNvCxnSpPr>
          <p:nvPr/>
        </p:nvCxnSpPr>
        <p:spPr>
          <a:xfrm flipV="1">
            <a:off x="9014351" y="5480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8" name="直接连接符 1557">
            <a:extLst>
              <a:ext uri="{FF2B5EF4-FFF2-40B4-BE49-F238E27FC236}">
                <a16:creationId xmlns:a16="http://schemas.microsoft.com/office/drawing/2014/main" id="{AE40A1A2-81EE-46B2-80E1-6218D13F3420}"/>
              </a:ext>
            </a:extLst>
          </p:cNvPr>
          <p:cNvCxnSpPr>
            <a:cxnSpLocks/>
            <a:stCxn id="1510" idx="0"/>
            <a:endCxn id="1502" idx="2"/>
          </p:cNvCxnSpPr>
          <p:nvPr/>
        </p:nvCxnSpPr>
        <p:spPr>
          <a:xfrm flipV="1">
            <a:off x="9446322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直接连接符 1558">
            <a:extLst>
              <a:ext uri="{FF2B5EF4-FFF2-40B4-BE49-F238E27FC236}">
                <a16:creationId xmlns:a16="http://schemas.microsoft.com/office/drawing/2014/main" id="{48259368-30DA-4726-AF5A-21848715AA3F}"/>
              </a:ext>
            </a:extLst>
          </p:cNvPr>
          <p:cNvCxnSpPr>
            <a:cxnSpLocks/>
            <a:stCxn id="1511" idx="0"/>
            <a:endCxn id="1502" idx="2"/>
          </p:cNvCxnSpPr>
          <p:nvPr/>
        </p:nvCxnSpPr>
        <p:spPr>
          <a:xfrm flipH="1" flipV="1">
            <a:off x="9446322" y="5480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0" name="直接连接符 1559">
            <a:extLst>
              <a:ext uri="{FF2B5EF4-FFF2-40B4-BE49-F238E27FC236}">
                <a16:creationId xmlns:a16="http://schemas.microsoft.com/office/drawing/2014/main" id="{DB209572-4115-4788-9B67-6F4C2C34267B}"/>
              </a:ext>
            </a:extLst>
          </p:cNvPr>
          <p:cNvCxnSpPr>
            <a:cxnSpLocks/>
            <a:stCxn id="1512" idx="0"/>
            <a:endCxn id="1502" idx="2"/>
          </p:cNvCxnSpPr>
          <p:nvPr/>
        </p:nvCxnSpPr>
        <p:spPr>
          <a:xfrm flipH="1" flipV="1">
            <a:off x="9446322" y="5480450"/>
            <a:ext cx="86407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1" name="直接连接符 1560">
            <a:extLst>
              <a:ext uri="{FF2B5EF4-FFF2-40B4-BE49-F238E27FC236}">
                <a16:creationId xmlns:a16="http://schemas.microsoft.com/office/drawing/2014/main" id="{1CD21B8F-0428-4863-BD11-68F49F377BDC}"/>
              </a:ext>
            </a:extLst>
          </p:cNvPr>
          <p:cNvCxnSpPr>
            <a:cxnSpLocks/>
            <a:stCxn id="1505" idx="0"/>
            <a:endCxn id="1503" idx="2"/>
          </p:cNvCxnSpPr>
          <p:nvPr/>
        </p:nvCxnSpPr>
        <p:spPr>
          <a:xfrm flipV="1">
            <a:off x="7142380" y="5480450"/>
            <a:ext cx="2735992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2" name="直接连接符 1561">
            <a:extLst>
              <a:ext uri="{FF2B5EF4-FFF2-40B4-BE49-F238E27FC236}">
                <a16:creationId xmlns:a16="http://schemas.microsoft.com/office/drawing/2014/main" id="{91327339-184C-4B0A-A38D-18AA3A14A1BD}"/>
              </a:ext>
            </a:extLst>
          </p:cNvPr>
          <p:cNvCxnSpPr>
            <a:cxnSpLocks/>
            <a:stCxn id="1506" idx="0"/>
            <a:endCxn id="1503" idx="2"/>
          </p:cNvCxnSpPr>
          <p:nvPr/>
        </p:nvCxnSpPr>
        <p:spPr>
          <a:xfrm flipV="1">
            <a:off x="7574351" y="5480450"/>
            <a:ext cx="230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3" name="直接连接符 1562">
            <a:extLst>
              <a:ext uri="{FF2B5EF4-FFF2-40B4-BE49-F238E27FC236}">
                <a16:creationId xmlns:a16="http://schemas.microsoft.com/office/drawing/2014/main" id="{1501BC03-15B3-4D08-BA8E-56A44B303C76}"/>
              </a:ext>
            </a:extLst>
          </p:cNvPr>
          <p:cNvCxnSpPr>
            <a:cxnSpLocks/>
            <a:stCxn id="1507" idx="0"/>
            <a:endCxn id="1503" idx="2"/>
          </p:cNvCxnSpPr>
          <p:nvPr/>
        </p:nvCxnSpPr>
        <p:spPr>
          <a:xfrm flipV="1">
            <a:off x="8006401" y="5480450"/>
            <a:ext cx="187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直接连接符 1563">
            <a:extLst>
              <a:ext uri="{FF2B5EF4-FFF2-40B4-BE49-F238E27FC236}">
                <a16:creationId xmlns:a16="http://schemas.microsoft.com/office/drawing/2014/main" id="{83117EFD-8769-4167-98B6-68C36090DDCD}"/>
              </a:ext>
            </a:extLst>
          </p:cNvPr>
          <p:cNvCxnSpPr>
            <a:cxnSpLocks/>
            <a:stCxn id="1508" idx="0"/>
            <a:endCxn id="1503" idx="2"/>
          </p:cNvCxnSpPr>
          <p:nvPr/>
        </p:nvCxnSpPr>
        <p:spPr>
          <a:xfrm flipV="1">
            <a:off x="8438401" y="5480450"/>
            <a:ext cx="1439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5" name="直接连接符 1564">
            <a:extLst>
              <a:ext uri="{FF2B5EF4-FFF2-40B4-BE49-F238E27FC236}">
                <a16:creationId xmlns:a16="http://schemas.microsoft.com/office/drawing/2014/main" id="{77399769-BE43-460A-92EF-4496D905C2AF}"/>
              </a:ext>
            </a:extLst>
          </p:cNvPr>
          <p:cNvCxnSpPr>
            <a:cxnSpLocks/>
            <a:stCxn id="1509" idx="0"/>
            <a:endCxn id="1503" idx="2"/>
          </p:cNvCxnSpPr>
          <p:nvPr/>
        </p:nvCxnSpPr>
        <p:spPr>
          <a:xfrm flipV="1">
            <a:off x="9014351" y="5480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6" name="直接连接符 1565">
            <a:extLst>
              <a:ext uri="{FF2B5EF4-FFF2-40B4-BE49-F238E27FC236}">
                <a16:creationId xmlns:a16="http://schemas.microsoft.com/office/drawing/2014/main" id="{2A7C1022-CC92-4AA8-A777-49CFC909ECC6}"/>
              </a:ext>
            </a:extLst>
          </p:cNvPr>
          <p:cNvCxnSpPr>
            <a:cxnSpLocks/>
            <a:stCxn id="1510" idx="0"/>
            <a:endCxn id="1503" idx="2"/>
          </p:cNvCxnSpPr>
          <p:nvPr/>
        </p:nvCxnSpPr>
        <p:spPr>
          <a:xfrm flipV="1">
            <a:off x="9446322" y="5480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7" name="直接连接符 1566">
            <a:extLst>
              <a:ext uri="{FF2B5EF4-FFF2-40B4-BE49-F238E27FC236}">
                <a16:creationId xmlns:a16="http://schemas.microsoft.com/office/drawing/2014/main" id="{3FFF962F-E02E-4E8F-9243-E8F0FDFDA26E}"/>
              </a:ext>
            </a:extLst>
          </p:cNvPr>
          <p:cNvCxnSpPr>
            <a:cxnSpLocks/>
            <a:stCxn id="1511" idx="0"/>
            <a:endCxn id="1503" idx="2"/>
          </p:cNvCxnSpPr>
          <p:nvPr/>
        </p:nvCxnSpPr>
        <p:spPr>
          <a:xfrm flipV="1">
            <a:off x="9878372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8" name="直接连接符 1567">
            <a:extLst>
              <a:ext uri="{FF2B5EF4-FFF2-40B4-BE49-F238E27FC236}">
                <a16:creationId xmlns:a16="http://schemas.microsoft.com/office/drawing/2014/main" id="{0E3D5932-C492-4FD1-A515-B9B44132A400}"/>
              </a:ext>
            </a:extLst>
          </p:cNvPr>
          <p:cNvCxnSpPr>
            <a:cxnSpLocks/>
            <a:stCxn id="1512" idx="0"/>
            <a:endCxn id="1503" idx="2"/>
          </p:cNvCxnSpPr>
          <p:nvPr/>
        </p:nvCxnSpPr>
        <p:spPr>
          <a:xfrm flipH="1" flipV="1">
            <a:off x="9878372" y="5480450"/>
            <a:ext cx="43202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直接连接符 1568">
            <a:extLst>
              <a:ext uri="{FF2B5EF4-FFF2-40B4-BE49-F238E27FC236}">
                <a16:creationId xmlns:a16="http://schemas.microsoft.com/office/drawing/2014/main" id="{D705CE05-B3FC-4BAB-A253-622AD08187C7}"/>
              </a:ext>
            </a:extLst>
          </p:cNvPr>
          <p:cNvCxnSpPr>
            <a:cxnSpLocks/>
            <a:stCxn id="1505" idx="0"/>
            <a:endCxn id="1504" idx="2"/>
          </p:cNvCxnSpPr>
          <p:nvPr/>
        </p:nvCxnSpPr>
        <p:spPr>
          <a:xfrm flipV="1">
            <a:off x="7142380" y="5480450"/>
            <a:ext cx="316802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" name="直接连接符 1569">
            <a:extLst>
              <a:ext uri="{FF2B5EF4-FFF2-40B4-BE49-F238E27FC236}">
                <a16:creationId xmlns:a16="http://schemas.microsoft.com/office/drawing/2014/main" id="{A7E199D4-4F86-4495-B842-1DA2E6D1048B}"/>
              </a:ext>
            </a:extLst>
          </p:cNvPr>
          <p:cNvCxnSpPr>
            <a:cxnSpLocks/>
            <a:stCxn id="1506" idx="0"/>
            <a:endCxn id="1504" idx="2"/>
          </p:cNvCxnSpPr>
          <p:nvPr/>
        </p:nvCxnSpPr>
        <p:spPr>
          <a:xfrm flipV="1">
            <a:off x="7574351" y="5480450"/>
            <a:ext cx="273604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1" name="直接连接符 1570">
            <a:extLst>
              <a:ext uri="{FF2B5EF4-FFF2-40B4-BE49-F238E27FC236}">
                <a16:creationId xmlns:a16="http://schemas.microsoft.com/office/drawing/2014/main" id="{24C98CF0-F942-4F41-8959-997DB40AC67E}"/>
              </a:ext>
            </a:extLst>
          </p:cNvPr>
          <p:cNvCxnSpPr>
            <a:cxnSpLocks/>
            <a:stCxn id="1507" idx="0"/>
            <a:endCxn id="1504" idx="2"/>
          </p:cNvCxnSpPr>
          <p:nvPr/>
        </p:nvCxnSpPr>
        <p:spPr>
          <a:xfrm flipV="1">
            <a:off x="8006401" y="5480450"/>
            <a:ext cx="230399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2" name="直接连接符 1571">
            <a:extLst>
              <a:ext uri="{FF2B5EF4-FFF2-40B4-BE49-F238E27FC236}">
                <a16:creationId xmlns:a16="http://schemas.microsoft.com/office/drawing/2014/main" id="{831A7125-D009-49FD-BFE2-10F7B23BDFBC}"/>
              </a:ext>
            </a:extLst>
          </p:cNvPr>
          <p:cNvCxnSpPr>
            <a:cxnSpLocks/>
            <a:stCxn id="1508" idx="0"/>
            <a:endCxn id="1504" idx="2"/>
          </p:cNvCxnSpPr>
          <p:nvPr/>
        </p:nvCxnSpPr>
        <p:spPr>
          <a:xfrm flipV="1">
            <a:off x="8438401" y="5480450"/>
            <a:ext cx="187199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3" name="直接连接符 1572">
            <a:extLst>
              <a:ext uri="{FF2B5EF4-FFF2-40B4-BE49-F238E27FC236}">
                <a16:creationId xmlns:a16="http://schemas.microsoft.com/office/drawing/2014/main" id="{5ED0E6BE-31EF-4592-9F01-0C3E2C1AC13B}"/>
              </a:ext>
            </a:extLst>
          </p:cNvPr>
          <p:cNvCxnSpPr>
            <a:cxnSpLocks/>
            <a:stCxn id="1509" idx="0"/>
            <a:endCxn id="1504" idx="2"/>
          </p:cNvCxnSpPr>
          <p:nvPr/>
        </p:nvCxnSpPr>
        <p:spPr>
          <a:xfrm flipV="1">
            <a:off x="9014351" y="5480450"/>
            <a:ext cx="129604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4" name="直接连接符 1573">
            <a:extLst>
              <a:ext uri="{FF2B5EF4-FFF2-40B4-BE49-F238E27FC236}">
                <a16:creationId xmlns:a16="http://schemas.microsoft.com/office/drawing/2014/main" id="{519C89E5-8284-4B82-BCB9-E33BBE8B9B20}"/>
              </a:ext>
            </a:extLst>
          </p:cNvPr>
          <p:cNvCxnSpPr>
            <a:cxnSpLocks/>
            <a:stCxn id="1510" idx="0"/>
            <a:endCxn id="1504" idx="2"/>
          </p:cNvCxnSpPr>
          <p:nvPr/>
        </p:nvCxnSpPr>
        <p:spPr>
          <a:xfrm flipV="1">
            <a:off x="9446322" y="5480450"/>
            <a:ext cx="86407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5" name="直接连接符 1574">
            <a:extLst>
              <a:ext uri="{FF2B5EF4-FFF2-40B4-BE49-F238E27FC236}">
                <a16:creationId xmlns:a16="http://schemas.microsoft.com/office/drawing/2014/main" id="{289C6F95-D293-41C9-A1B8-07F6D17C4011}"/>
              </a:ext>
            </a:extLst>
          </p:cNvPr>
          <p:cNvCxnSpPr>
            <a:cxnSpLocks/>
            <a:stCxn id="1511" idx="0"/>
            <a:endCxn id="1504" idx="2"/>
          </p:cNvCxnSpPr>
          <p:nvPr/>
        </p:nvCxnSpPr>
        <p:spPr>
          <a:xfrm flipV="1">
            <a:off x="9878372" y="5480450"/>
            <a:ext cx="43202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6" name="直接连接符 1575">
            <a:extLst>
              <a:ext uri="{FF2B5EF4-FFF2-40B4-BE49-F238E27FC236}">
                <a16:creationId xmlns:a16="http://schemas.microsoft.com/office/drawing/2014/main" id="{D26D4291-B1CD-4D73-967F-0C3B83216EE5}"/>
              </a:ext>
            </a:extLst>
          </p:cNvPr>
          <p:cNvCxnSpPr>
            <a:cxnSpLocks/>
            <a:stCxn id="1512" idx="0"/>
            <a:endCxn id="1504" idx="2"/>
          </p:cNvCxnSpPr>
          <p:nvPr/>
        </p:nvCxnSpPr>
        <p:spPr>
          <a:xfrm flipV="1">
            <a:off x="10310400" y="5480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7" name="矩形 1576">
            <a:extLst>
              <a:ext uri="{FF2B5EF4-FFF2-40B4-BE49-F238E27FC236}">
                <a16:creationId xmlns:a16="http://schemas.microsoft.com/office/drawing/2014/main" id="{7390D6F8-C339-4244-A554-A8C0F1E157C1}"/>
              </a:ext>
            </a:extLst>
          </p:cNvPr>
          <p:cNvSpPr/>
          <p:nvPr/>
        </p:nvSpPr>
        <p:spPr>
          <a:xfrm>
            <a:off x="10076400" y="5769537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78" name="矩形 1577">
            <a:extLst>
              <a:ext uri="{FF2B5EF4-FFF2-40B4-BE49-F238E27FC236}">
                <a16:creationId xmlns:a16="http://schemas.microsoft.com/office/drawing/2014/main" id="{DCA609EB-E910-44FF-A752-5860FB223C58}"/>
              </a:ext>
            </a:extLst>
          </p:cNvPr>
          <p:cNvSpPr/>
          <p:nvPr/>
        </p:nvSpPr>
        <p:spPr>
          <a:xfrm>
            <a:off x="6962380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79" name="矩形 1578">
            <a:extLst>
              <a:ext uri="{FF2B5EF4-FFF2-40B4-BE49-F238E27FC236}">
                <a16:creationId xmlns:a16="http://schemas.microsoft.com/office/drawing/2014/main" id="{7ED7C7A6-75D4-42AB-9FD0-D3794B6C1817}"/>
              </a:ext>
            </a:extLst>
          </p:cNvPr>
          <p:cNvSpPr/>
          <p:nvPr/>
        </p:nvSpPr>
        <p:spPr>
          <a:xfrm>
            <a:off x="7394351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0" name="矩形 1579">
            <a:extLst>
              <a:ext uri="{FF2B5EF4-FFF2-40B4-BE49-F238E27FC236}">
                <a16:creationId xmlns:a16="http://schemas.microsoft.com/office/drawing/2014/main" id="{AC9EF160-CAD5-4847-90F4-6709434F4644}"/>
              </a:ext>
            </a:extLst>
          </p:cNvPr>
          <p:cNvSpPr/>
          <p:nvPr/>
        </p:nvSpPr>
        <p:spPr>
          <a:xfrm>
            <a:off x="7826401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1" name="矩形 1580">
            <a:extLst>
              <a:ext uri="{FF2B5EF4-FFF2-40B4-BE49-F238E27FC236}">
                <a16:creationId xmlns:a16="http://schemas.microsoft.com/office/drawing/2014/main" id="{E18DE519-51BD-4892-AB13-DCD1E50E9521}"/>
              </a:ext>
            </a:extLst>
          </p:cNvPr>
          <p:cNvSpPr/>
          <p:nvPr/>
        </p:nvSpPr>
        <p:spPr>
          <a:xfrm>
            <a:off x="8258401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2" name="矩形 1581">
            <a:extLst>
              <a:ext uri="{FF2B5EF4-FFF2-40B4-BE49-F238E27FC236}">
                <a16:creationId xmlns:a16="http://schemas.microsoft.com/office/drawing/2014/main" id="{E80F89CC-4393-42B3-9CF2-EA3A7F5F5E42}"/>
              </a:ext>
            </a:extLst>
          </p:cNvPr>
          <p:cNvSpPr/>
          <p:nvPr/>
        </p:nvSpPr>
        <p:spPr>
          <a:xfrm>
            <a:off x="6962380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3" name="矩形 1582">
            <a:extLst>
              <a:ext uri="{FF2B5EF4-FFF2-40B4-BE49-F238E27FC236}">
                <a16:creationId xmlns:a16="http://schemas.microsoft.com/office/drawing/2014/main" id="{7EE80F49-7560-43AC-A04A-0D7A2383EAF6}"/>
              </a:ext>
            </a:extLst>
          </p:cNvPr>
          <p:cNvSpPr/>
          <p:nvPr/>
        </p:nvSpPr>
        <p:spPr>
          <a:xfrm>
            <a:off x="7394351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4" name="矩形 1583">
            <a:extLst>
              <a:ext uri="{FF2B5EF4-FFF2-40B4-BE49-F238E27FC236}">
                <a16:creationId xmlns:a16="http://schemas.microsoft.com/office/drawing/2014/main" id="{B09155E7-E40C-452D-B9C7-BD11031803C6}"/>
              </a:ext>
            </a:extLst>
          </p:cNvPr>
          <p:cNvSpPr/>
          <p:nvPr/>
        </p:nvSpPr>
        <p:spPr>
          <a:xfrm>
            <a:off x="7826401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5" name="矩形 1584">
            <a:extLst>
              <a:ext uri="{FF2B5EF4-FFF2-40B4-BE49-F238E27FC236}">
                <a16:creationId xmlns:a16="http://schemas.microsoft.com/office/drawing/2014/main" id="{02B15793-B7DE-4CA7-8A92-F986CE596667}"/>
              </a:ext>
            </a:extLst>
          </p:cNvPr>
          <p:cNvSpPr/>
          <p:nvPr/>
        </p:nvSpPr>
        <p:spPr>
          <a:xfrm>
            <a:off x="8258401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86" name="直接连接符 1585">
            <a:extLst>
              <a:ext uri="{FF2B5EF4-FFF2-40B4-BE49-F238E27FC236}">
                <a16:creationId xmlns:a16="http://schemas.microsoft.com/office/drawing/2014/main" id="{32A68DCA-3474-4E2E-9783-DABB29DD4902}"/>
              </a:ext>
            </a:extLst>
          </p:cNvPr>
          <p:cNvCxnSpPr>
            <a:cxnSpLocks/>
            <a:stCxn id="1582" idx="0"/>
            <a:endCxn id="1578" idx="2"/>
          </p:cNvCxnSpPr>
          <p:nvPr/>
        </p:nvCxnSpPr>
        <p:spPr>
          <a:xfrm flipV="1">
            <a:off x="7142380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7" name="直接连接符 1586">
            <a:extLst>
              <a:ext uri="{FF2B5EF4-FFF2-40B4-BE49-F238E27FC236}">
                <a16:creationId xmlns:a16="http://schemas.microsoft.com/office/drawing/2014/main" id="{B68C47DC-905C-4CFC-9863-D3E705109E50}"/>
              </a:ext>
            </a:extLst>
          </p:cNvPr>
          <p:cNvCxnSpPr>
            <a:cxnSpLocks/>
            <a:stCxn id="1583" idx="0"/>
            <a:endCxn id="1578" idx="2"/>
          </p:cNvCxnSpPr>
          <p:nvPr/>
        </p:nvCxnSpPr>
        <p:spPr>
          <a:xfrm flipH="1" flipV="1">
            <a:off x="7142380" y="4112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8" name="直接连接符 1587">
            <a:extLst>
              <a:ext uri="{FF2B5EF4-FFF2-40B4-BE49-F238E27FC236}">
                <a16:creationId xmlns:a16="http://schemas.microsoft.com/office/drawing/2014/main" id="{D5A2559C-CE61-44F9-9534-0C251DD62534}"/>
              </a:ext>
            </a:extLst>
          </p:cNvPr>
          <p:cNvCxnSpPr>
            <a:cxnSpLocks/>
            <a:stCxn id="1584" idx="0"/>
            <a:endCxn id="1578" idx="2"/>
          </p:cNvCxnSpPr>
          <p:nvPr/>
        </p:nvCxnSpPr>
        <p:spPr>
          <a:xfrm flipH="1" flipV="1">
            <a:off x="7142380" y="4112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9" name="直接连接符 1588">
            <a:extLst>
              <a:ext uri="{FF2B5EF4-FFF2-40B4-BE49-F238E27FC236}">
                <a16:creationId xmlns:a16="http://schemas.microsoft.com/office/drawing/2014/main" id="{3CCF3531-A2FC-48F0-8761-D1D9BAD74181}"/>
              </a:ext>
            </a:extLst>
          </p:cNvPr>
          <p:cNvCxnSpPr>
            <a:cxnSpLocks/>
            <a:stCxn id="1585" idx="0"/>
            <a:endCxn id="1578" idx="2"/>
          </p:cNvCxnSpPr>
          <p:nvPr/>
        </p:nvCxnSpPr>
        <p:spPr>
          <a:xfrm flipH="1" flipV="1">
            <a:off x="7142380" y="4112450"/>
            <a:ext cx="1296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直接连接符 1589">
            <a:extLst>
              <a:ext uri="{FF2B5EF4-FFF2-40B4-BE49-F238E27FC236}">
                <a16:creationId xmlns:a16="http://schemas.microsoft.com/office/drawing/2014/main" id="{69A74918-D25F-4FCA-99A3-39E0E1E80648}"/>
              </a:ext>
            </a:extLst>
          </p:cNvPr>
          <p:cNvCxnSpPr>
            <a:cxnSpLocks/>
            <a:stCxn id="1582" idx="0"/>
            <a:endCxn id="1579" idx="2"/>
          </p:cNvCxnSpPr>
          <p:nvPr/>
        </p:nvCxnSpPr>
        <p:spPr>
          <a:xfrm flipV="1">
            <a:off x="7142380" y="4112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" name="直接连接符 1590">
            <a:extLst>
              <a:ext uri="{FF2B5EF4-FFF2-40B4-BE49-F238E27FC236}">
                <a16:creationId xmlns:a16="http://schemas.microsoft.com/office/drawing/2014/main" id="{7B3CB7AD-C577-4CA5-9623-37AD0435A2F7}"/>
              </a:ext>
            </a:extLst>
          </p:cNvPr>
          <p:cNvCxnSpPr>
            <a:cxnSpLocks/>
            <a:stCxn id="1583" idx="0"/>
            <a:endCxn id="1579" idx="2"/>
          </p:cNvCxnSpPr>
          <p:nvPr/>
        </p:nvCxnSpPr>
        <p:spPr>
          <a:xfrm flipV="1">
            <a:off x="7574351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2" name="直接连接符 1591">
            <a:extLst>
              <a:ext uri="{FF2B5EF4-FFF2-40B4-BE49-F238E27FC236}">
                <a16:creationId xmlns:a16="http://schemas.microsoft.com/office/drawing/2014/main" id="{9E069DB9-C147-4743-95D4-69F6E7E5F863}"/>
              </a:ext>
            </a:extLst>
          </p:cNvPr>
          <p:cNvCxnSpPr>
            <a:cxnSpLocks/>
            <a:stCxn id="1584" idx="0"/>
            <a:endCxn id="1579" idx="2"/>
          </p:cNvCxnSpPr>
          <p:nvPr/>
        </p:nvCxnSpPr>
        <p:spPr>
          <a:xfrm flipH="1" flipV="1">
            <a:off x="7574351" y="4112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3" name="直接连接符 1592">
            <a:extLst>
              <a:ext uri="{FF2B5EF4-FFF2-40B4-BE49-F238E27FC236}">
                <a16:creationId xmlns:a16="http://schemas.microsoft.com/office/drawing/2014/main" id="{2D8F97AF-9C05-4643-9D27-842FE7231F7A}"/>
              </a:ext>
            </a:extLst>
          </p:cNvPr>
          <p:cNvCxnSpPr>
            <a:cxnSpLocks/>
            <a:stCxn id="1585" idx="0"/>
            <a:endCxn id="1579" idx="2"/>
          </p:cNvCxnSpPr>
          <p:nvPr/>
        </p:nvCxnSpPr>
        <p:spPr>
          <a:xfrm flipH="1" flipV="1">
            <a:off x="7574351" y="4112450"/>
            <a:ext cx="864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4" name="直接连接符 1593">
            <a:extLst>
              <a:ext uri="{FF2B5EF4-FFF2-40B4-BE49-F238E27FC236}">
                <a16:creationId xmlns:a16="http://schemas.microsoft.com/office/drawing/2014/main" id="{B64BF6F3-6C2A-452A-9688-8B0EA3BBDA04}"/>
              </a:ext>
            </a:extLst>
          </p:cNvPr>
          <p:cNvCxnSpPr>
            <a:cxnSpLocks/>
            <a:stCxn id="1582" idx="0"/>
            <a:endCxn id="1580" idx="2"/>
          </p:cNvCxnSpPr>
          <p:nvPr/>
        </p:nvCxnSpPr>
        <p:spPr>
          <a:xfrm flipV="1">
            <a:off x="7142380" y="4112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直接连接符 1594">
            <a:extLst>
              <a:ext uri="{FF2B5EF4-FFF2-40B4-BE49-F238E27FC236}">
                <a16:creationId xmlns:a16="http://schemas.microsoft.com/office/drawing/2014/main" id="{5BCABB9C-9CD0-4BF6-807A-33AF3A807AEC}"/>
              </a:ext>
            </a:extLst>
          </p:cNvPr>
          <p:cNvCxnSpPr>
            <a:cxnSpLocks/>
            <a:stCxn id="1583" idx="0"/>
            <a:endCxn id="1580" idx="2"/>
          </p:cNvCxnSpPr>
          <p:nvPr/>
        </p:nvCxnSpPr>
        <p:spPr>
          <a:xfrm flipV="1">
            <a:off x="7574351" y="4112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6" name="直接连接符 1595">
            <a:extLst>
              <a:ext uri="{FF2B5EF4-FFF2-40B4-BE49-F238E27FC236}">
                <a16:creationId xmlns:a16="http://schemas.microsoft.com/office/drawing/2014/main" id="{82A4A84D-6499-4E58-AB16-F482571C2A35}"/>
              </a:ext>
            </a:extLst>
          </p:cNvPr>
          <p:cNvCxnSpPr>
            <a:cxnSpLocks/>
            <a:stCxn id="1584" idx="0"/>
            <a:endCxn id="1580" idx="2"/>
          </p:cNvCxnSpPr>
          <p:nvPr/>
        </p:nvCxnSpPr>
        <p:spPr>
          <a:xfrm flipV="1">
            <a:off x="8006401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直接连接符 1596">
            <a:extLst>
              <a:ext uri="{FF2B5EF4-FFF2-40B4-BE49-F238E27FC236}">
                <a16:creationId xmlns:a16="http://schemas.microsoft.com/office/drawing/2014/main" id="{A49095F4-4709-4A4D-8B02-473C776B3B3F}"/>
              </a:ext>
            </a:extLst>
          </p:cNvPr>
          <p:cNvCxnSpPr>
            <a:cxnSpLocks/>
            <a:stCxn id="1585" idx="0"/>
            <a:endCxn id="1580" idx="2"/>
          </p:cNvCxnSpPr>
          <p:nvPr/>
        </p:nvCxnSpPr>
        <p:spPr>
          <a:xfrm flipH="1" flipV="1">
            <a:off x="8006401" y="4112450"/>
            <a:ext cx="43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8" name="直接连接符 1597">
            <a:extLst>
              <a:ext uri="{FF2B5EF4-FFF2-40B4-BE49-F238E27FC236}">
                <a16:creationId xmlns:a16="http://schemas.microsoft.com/office/drawing/2014/main" id="{D91822A8-D5FD-4903-88C7-430CA130FAB1}"/>
              </a:ext>
            </a:extLst>
          </p:cNvPr>
          <p:cNvCxnSpPr>
            <a:cxnSpLocks/>
            <a:stCxn id="1582" idx="0"/>
            <a:endCxn id="1581" idx="2"/>
          </p:cNvCxnSpPr>
          <p:nvPr/>
        </p:nvCxnSpPr>
        <p:spPr>
          <a:xfrm flipV="1">
            <a:off x="7142380" y="4112450"/>
            <a:ext cx="1296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9" name="直接连接符 1598">
            <a:extLst>
              <a:ext uri="{FF2B5EF4-FFF2-40B4-BE49-F238E27FC236}">
                <a16:creationId xmlns:a16="http://schemas.microsoft.com/office/drawing/2014/main" id="{C4EE4665-8C71-4801-A72A-610C94D5217A}"/>
              </a:ext>
            </a:extLst>
          </p:cNvPr>
          <p:cNvCxnSpPr>
            <a:cxnSpLocks/>
            <a:stCxn id="1583" idx="0"/>
            <a:endCxn id="1581" idx="2"/>
          </p:cNvCxnSpPr>
          <p:nvPr/>
        </p:nvCxnSpPr>
        <p:spPr>
          <a:xfrm flipV="1">
            <a:off x="7574351" y="4112450"/>
            <a:ext cx="864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直接连接符 1599">
            <a:extLst>
              <a:ext uri="{FF2B5EF4-FFF2-40B4-BE49-F238E27FC236}">
                <a16:creationId xmlns:a16="http://schemas.microsoft.com/office/drawing/2014/main" id="{B38082A8-A540-46DC-AFE2-9EFFE6F73FA7}"/>
              </a:ext>
            </a:extLst>
          </p:cNvPr>
          <p:cNvCxnSpPr>
            <a:cxnSpLocks/>
            <a:stCxn id="1584" idx="0"/>
            <a:endCxn id="1581" idx="2"/>
          </p:cNvCxnSpPr>
          <p:nvPr/>
        </p:nvCxnSpPr>
        <p:spPr>
          <a:xfrm flipV="1">
            <a:off x="8006401" y="4112450"/>
            <a:ext cx="43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1" name="直接连接符 1600">
            <a:extLst>
              <a:ext uri="{FF2B5EF4-FFF2-40B4-BE49-F238E27FC236}">
                <a16:creationId xmlns:a16="http://schemas.microsoft.com/office/drawing/2014/main" id="{8D363A78-371D-4CA9-B067-91D5A3F7901D}"/>
              </a:ext>
            </a:extLst>
          </p:cNvPr>
          <p:cNvCxnSpPr>
            <a:cxnSpLocks/>
            <a:stCxn id="1585" idx="0"/>
            <a:endCxn id="1581" idx="2"/>
          </p:cNvCxnSpPr>
          <p:nvPr/>
        </p:nvCxnSpPr>
        <p:spPr>
          <a:xfrm flipV="1">
            <a:off x="8438401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2" name="矩形 1601">
            <a:extLst>
              <a:ext uri="{FF2B5EF4-FFF2-40B4-BE49-F238E27FC236}">
                <a16:creationId xmlns:a16="http://schemas.microsoft.com/office/drawing/2014/main" id="{F9778226-945F-4E85-ACB0-6B2E5B66EC18}"/>
              </a:ext>
            </a:extLst>
          </p:cNvPr>
          <p:cNvSpPr/>
          <p:nvPr/>
        </p:nvSpPr>
        <p:spPr>
          <a:xfrm>
            <a:off x="8834352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3" name="矩形 1602">
            <a:extLst>
              <a:ext uri="{FF2B5EF4-FFF2-40B4-BE49-F238E27FC236}">
                <a16:creationId xmlns:a16="http://schemas.microsoft.com/office/drawing/2014/main" id="{C0E57E45-C7BF-4408-AB9E-3C36077EEEBD}"/>
              </a:ext>
            </a:extLst>
          </p:cNvPr>
          <p:cNvSpPr/>
          <p:nvPr/>
        </p:nvSpPr>
        <p:spPr>
          <a:xfrm>
            <a:off x="9266323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4" name="矩形 1603">
            <a:extLst>
              <a:ext uri="{FF2B5EF4-FFF2-40B4-BE49-F238E27FC236}">
                <a16:creationId xmlns:a16="http://schemas.microsoft.com/office/drawing/2014/main" id="{DD6D3618-FEEF-4A9E-BA99-29B29A62F73C}"/>
              </a:ext>
            </a:extLst>
          </p:cNvPr>
          <p:cNvSpPr/>
          <p:nvPr/>
        </p:nvSpPr>
        <p:spPr>
          <a:xfrm>
            <a:off x="9698373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5" name="矩形 1604">
            <a:extLst>
              <a:ext uri="{FF2B5EF4-FFF2-40B4-BE49-F238E27FC236}">
                <a16:creationId xmlns:a16="http://schemas.microsoft.com/office/drawing/2014/main" id="{D7AA148B-8253-4899-B0F6-C76F955B192B}"/>
              </a:ext>
            </a:extLst>
          </p:cNvPr>
          <p:cNvSpPr/>
          <p:nvPr/>
        </p:nvSpPr>
        <p:spPr>
          <a:xfrm>
            <a:off x="10130373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6" name="矩形 1605">
            <a:extLst>
              <a:ext uri="{FF2B5EF4-FFF2-40B4-BE49-F238E27FC236}">
                <a16:creationId xmlns:a16="http://schemas.microsoft.com/office/drawing/2014/main" id="{D9778CB6-C07C-4F6D-BCCF-87996F0A204B}"/>
              </a:ext>
            </a:extLst>
          </p:cNvPr>
          <p:cNvSpPr/>
          <p:nvPr/>
        </p:nvSpPr>
        <p:spPr>
          <a:xfrm>
            <a:off x="8834352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7" name="矩形 1606">
            <a:extLst>
              <a:ext uri="{FF2B5EF4-FFF2-40B4-BE49-F238E27FC236}">
                <a16:creationId xmlns:a16="http://schemas.microsoft.com/office/drawing/2014/main" id="{68E07E3D-BB51-45D2-84A4-05D774A27831}"/>
              </a:ext>
            </a:extLst>
          </p:cNvPr>
          <p:cNvSpPr/>
          <p:nvPr/>
        </p:nvSpPr>
        <p:spPr>
          <a:xfrm>
            <a:off x="9266323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8" name="矩形 1607">
            <a:extLst>
              <a:ext uri="{FF2B5EF4-FFF2-40B4-BE49-F238E27FC236}">
                <a16:creationId xmlns:a16="http://schemas.microsoft.com/office/drawing/2014/main" id="{CDB8EA7C-9044-4ED7-971F-B8CECB2E4446}"/>
              </a:ext>
            </a:extLst>
          </p:cNvPr>
          <p:cNvSpPr/>
          <p:nvPr/>
        </p:nvSpPr>
        <p:spPr>
          <a:xfrm>
            <a:off x="9698373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9" name="矩形 1608">
            <a:extLst>
              <a:ext uri="{FF2B5EF4-FFF2-40B4-BE49-F238E27FC236}">
                <a16:creationId xmlns:a16="http://schemas.microsoft.com/office/drawing/2014/main" id="{350A9518-EA1C-4ED2-9B29-1003F9C78668}"/>
              </a:ext>
            </a:extLst>
          </p:cNvPr>
          <p:cNvSpPr/>
          <p:nvPr/>
        </p:nvSpPr>
        <p:spPr>
          <a:xfrm>
            <a:off x="10130373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10" name="直接连接符 1609">
            <a:extLst>
              <a:ext uri="{FF2B5EF4-FFF2-40B4-BE49-F238E27FC236}">
                <a16:creationId xmlns:a16="http://schemas.microsoft.com/office/drawing/2014/main" id="{0314D390-8875-438B-AACD-072F7506C423}"/>
              </a:ext>
            </a:extLst>
          </p:cNvPr>
          <p:cNvCxnSpPr>
            <a:cxnSpLocks/>
            <a:stCxn id="1606" idx="0"/>
            <a:endCxn id="1602" idx="2"/>
          </p:cNvCxnSpPr>
          <p:nvPr/>
        </p:nvCxnSpPr>
        <p:spPr>
          <a:xfrm flipV="1">
            <a:off x="9014352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1" name="直接连接符 1610">
            <a:extLst>
              <a:ext uri="{FF2B5EF4-FFF2-40B4-BE49-F238E27FC236}">
                <a16:creationId xmlns:a16="http://schemas.microsoft.com/office/drawing/2014/main" id="{55C4C0FB-4134-406F-93F3-CC80F520A357}"/>
              </a:ext>
            </a:extLst>
          </p:cNvPr>
          <p:cNvCxnSpPr>
            <a:cxnSpLocks/>
            <a:stCxn id="1607" idx="0"/>
            <a:endCxn id="1602" idx="2"/>
          </p:cNvCxnSpPr>
          <p:nvPr/>
        </p:nvCxnSpPr>
        <p:spPr>
          <a:xfrm flipH="1" flipV="1">
            <a:off x="9014352" y="4112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2" name="直接连接符 1611">
            <a:extLst>
              <a:ext uri="{FF2B5EF4-FFF2-40B4-BE49-F238E27FC236}">
                <a16:creationId xmlns:a16="http://schemas.microsoft.com/office/drawing/2014/main" id="{2170EBDF-B159-45B4-A772-ED81608C8E92}"/>
              </a:ext>
            </a:extLst>
          </p:cNvPr>
          <p:cNvCxnSpPr>
            <a:cxnSpLocks/>
            <a:stCxn id="1608" idx="0"/>
            <a:endCxn id="1602" idx="2"/>
          </p:cNvCxnSpPr>
          <p:nvPr/>
        </p:nvCxnSpPr>
        <p:spPr>
          <a:xfrm flipH="1" flipV="1">
            <a:off x="9014352" y="4112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3" name="直接连接符 1612">
            <a:extLst>
              <a:ext uri="{FF2B5EF4-FFF2-40B4-BE49-F238E27FC236}">
                <a16:creationId xmlns:a16="http://schemas.microsoft.com/office/drawing/2014/main" id="{1E7FB0F4-A77E-461B-A028-438C6BC39CFC}"/>
              </a:ext>
            </a:extLst>
          </p:cNvPr>
          <p:cNvCxnSpPr>
            <a:cxnSpLocks/>
            <a:stCxn id="1609" idx="0"/>
            <a:endCxn id="1602" idx="2"/>
          </p:cNvCxnSpPr>
          <p:nvPr/>
        </p:nvCxnSpPr>
        <p:spPr>
          <a:xfrm flipH="1" flipV="1">
            <a:off x="9014352" y="4112450"/>
            <a:ext cx="1296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4" name="直接连接符 1613">
            <a:extLst>
              <a:ext uri="{FF2B5EF4-FFF2-40B4-BE49-F238E27FC236}">
                <a16:creationId xmlns:a16="http://schemas.microsoft.com/office/drawing/2014/main" id="{61720D21-2FC9-4E16-9697-817ED6B23AC3}"/>
              </a:ext>
            </a:extLst>
          </p:cNvPr>
          <p:cNvCxnSpPr>
            <a:cxnSpLocks/>
            <a:stCxn id="1606" idx="0"/>
            <a:endCxn id="1603" idx="2"/>
          </p:cNvCxnSpPr>
          <p:nvPr/>
        </p:nvCxnSpPr>
        <p:spPr>
          <a:xfrm flipV="1">
            <a:off x="9014352" y="4112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5" name="直接连接符 1614">
            <a:extLst>
              <a:ext uri="{FF2B5EF4-FFF2-40B4-BE49-F238E27FC236}">
                <a16:creationId xmlns:a16="http://schemas.microsoft.com/office/drawing/2014/main" id="{F3188392-A8D3-4557-B0F5-9EA55A2B4E1E}"/>
              </a:ext>
            </a:extLst>
          </p:cNvPr>
          <p:cNvCxnSpPr>
            <a:cxnSpLocks/>
            <a:stCxn id="1607" idx="0"/>
            <a:endCxn id="1603" idx="2"/>
          </p:cNvCxnSpPr>
          <p:nvPr/>
        </p:nvCxnSpPr>
        <p:spPr>
          <a:xfrm flipV="1">
            <a:off x="9446323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6" name="直接连接符 1615">
            <a:extLst>
              <a:ext uri="{FF2B5EF4-FFF2-40B4-BE49-F238E27FC236}">
                <a16:creationId xmlns:a16="http://schemas.microsoft.com/office/drawing/2014/main" id="{87404B42-8F08-42C1-A7C7-D4B21BB7AECC}"/>
              </a:ext>
            </a:extLst>
          </p:cNvPr>
          <p:cNvCxnSpPr>
            <a:cxnSpLocks/>
            <a:stCxn id="1608" idx="0"/>
            <a:endCxn id="1603" idx="2"/>
          </p:cNvCxnSpPr>
          <p:nvPr/>
        </p:nvCxnSpPr>
        <p:spPr>
          <a:xfrm flipH="1" flipV="1">
            <a:off x="9446323" y="4112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7" name="直接连接符 1616">
            <a:extLst>
              <a:ext uri="{FF2B5EF4-FFF2-40B4-BE49-F238E27FC236}">
                <a16:creationId xmlns:a16="http://schemas.microsoft.com/office/drawing/2014/main" id="{141B3DC4-7F8A-41B4-A21C-5DB6F892B4A1}"/>
              </a:ext>
            </a:extLst>
          </p:cNvPr>
          <p:cNvCxnSpPr>
            <a:cxnSpLocks/>
            <a:stCxn id="1609" idx="0"/>
            <a:endCxn id="1603" idx="2"/>
          </p:cNvCxnSpPr>
          <p:nvPr/>
        </p:nvCxnSpPr>
        <p:spPr>
          <a:xfrm flipH="1" flipV="1">
            <a:off x="9446323" y="4112450"/>
            <a:ext cx="864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8" name="直接连接符 1617">
            <a:extLst>
              <a:ext uri="{FF2B5EF4-FFF2-40B4-BE49-F238E27FC236}">
                <a16:creationId xmlns:a16="http://schemas.microsoft.com/office/drawing/2014/main" id="{F5058CF6-0A47-4E5C-BEBA-857A4B10A7E8}"/>
              </a:ext>
            </a:extLst>
          </p:cNvPr>
          <p:cNvCxnSpPr>
            <a:cxnSpLocks/>
            <a:stCxn id="1606" idx="0"/>
            <a:endCxn id="1604" idx="2"/>
          </p:cNvCxnSpPr>
          <p:nvPr/>
        </p:nvCxnSpPr>
        <p:spPr>
          <a:xfrm flipV="1">
            <a:off x="9014352" y="4112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9" name="直接连接符 1618">
            <a:extLst>
              <a:ext uri="{FF2B5EF4-FFF2-40B4-BE49-F238E27FC236}">
                <a16:creationId xmlns:a16="http://schemas.microsoft.com/office/drawing/2014/main" id="{75AAB6DF-B534-456D-86EA-6AB9ED39C15A}"/>
              </a:ext>
            </a:extLst>
          </p:cNvPr>
          <p:cNvCxnSpPr>
            <a:cxnSpLocks/>
            <a:stCxn id="1607" idx="0"/>
            <a:endCxn id="1604" idx="2"/>
          </p:cNvCxnSpPr>
          <p:nvPr/>
        </p:nvCxnSpPr>
        <p:spPr>
          <a:xfrm flipV="1">
            <a:off x="9446323" y="4112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0" name="直接连接符 1619">
            <a:extLst>
              <a:ext uri="{FF2B5EF4-FFF2-40B4-BE49-F238E27FC236}">
                <a16:creationId xmlns:a16="http://schemas.microsoft.com/office/drawing/2014/main" id="{553B3BA5-06D9-4F66-A2DF-344944055C0D}"/>
              </a:ext>
            </a:extLst>
          </p:cNvPr>
          <p:cNvCxnSpPr>
            <a:cxnSpLocks/>
            <a:stCxn id="1608" idx="0"/>
            <a:endCxn id="1604" idx="2"/>
          </p:cNvCxnSpPr>
          <p:nvPr/>
        </p:nvCxnSpPr>
        <p:spPr>
          <a:xfrm flipV="1">
            <a:off x="9878373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1" name="直接连接符 1620">
            <a:extLst>
              <a:ext uri="{FF2B5EF4-FFF2-40B4-BE49-F238E27FC236}">
                <a16:creationId xmlns:a16="http://schemas.microsoft.com/office/drawing/2014/main" id="{DA900674-F842-4AE0-812B-51099879A88A}"/>
              </a:ext>
            </a:extLst>
          </p:cNvPr>
          <p:cNvCxnSpPr>
            <a:cxnSpLocks/>
            <a:stCxn id="1609" idx="0"/>
            <a:endCxn id="1604" idx="2"/>
          </p:cNvCxnSpPr>
          <p:nvPr/>
        </p:nvCxnSpPr>
        <p:spPr>
          <a:xfrm flipH="1" flipV="1">
            <a:off x="9878373" y="4112450"/>
            <a:ext cx="43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2" name="直接连接符 1621">
            <a:extLst>
              <a:ext uri="{FF2B5EF4-FFF2-40B4-BE49-F238E27FC236}">
                <a16:creationId xmlns:a16="http://schemas.microsoft.com/office/drawing/2014/main" id="{368FB8F7-EE11-4A31-9616-43F2BD5DAA6C}"/>
              </a:ext>
            </a:extLst>
          </p:cNvPr>
          <p:cNvCxnSpPr>
            <a:cxnSpLocks/>
            <a:stCxn id="1606" idx="0"/>
            <a:endCxn id="1605" idx="2"/>
          </p:cNvCxnSpPr>
          <p:nvPr/>
        </p:nvCxnSpPr>
        <p:spPr>
          <a:xfrm flipV="1">
            <a:off x="9014352" y="4112450"/>
            <a:ext cx="1296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3" name="直接连接符 1622">
            <a:extLst>
              <a:ext uri="{FF2B5EF4-FFF2-40B4-BE49-F238E27FC236}">
                <a16:creationId xmlns:a16="http://schemas.microsoft.com/office/drawing/2014/main" id="{04CEAD69-3CC4-4A55-8E96-FA7456630B38}"/>
              </a:ext>
            </a:extLst>
          </p:cNvPr>
          <p:cNvCxnSpPr>
            <a:cxnSpLocks/>
            <a:stCxn id="1607" idx="0"/>
            <a:endCxn id="1605" idx="2"/>
          </p:cNvCxnSpPr>
          <p:nvPr/>
        </p:nvCxnSpPr>
        <p:spPr>
          <a:xfrm flipV="1">
            <a:off x="9446323" y="4112450"/>
            <a:ext cx="864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4" name="直接连接符 1623">
            <a:extLst>
              <a:ext uri="{FF2B5EF4-FFF2-40B4-BE49-F238E27FC236}">
                <a16:creationId xmlns:a16="http://schemas.microsoft.com/office/drawing/2014/main" id="{903ADB93-4343-49D4-A9F4-A49B51815585}"/>
              </a:ext>
            </a:extLst>
          </p:cNvPr>
          <p:cNvCxnSpPr>
            <a:cxnSpLocks/>
            <a:stCxn id="1608" idx="0"/>
            <a:endCxn id="1605" idx="2"/>
          </p:cNvCxnSpPr>
          <p:nvPr/>
        </p:nvCxnSpPr>
        <p:spPr>
          <a:xfrm flipV="1">
            <a:off x="9878373" y="4112450"/>
            <a:ext cx="43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5" name="直接连接符 1624">
            <a:extLst>
              <a:ext uri="{FF2B5EF4-FFF2-40B4-BE49-F238E27FC236}">
                <a16:creationId xmlns:a16="http://schemas.microsoft.com/office/drawing/2014/main" id="{ECA54E33-DFCB-47CE-B03D-8E1DA44BBAE1}"/>
              </a:ext>
            </a:extLst>
          </p:cNvPr>
          <p:cNvCxnSpPr>
            <a:cxnSpLocks/>
            <a:stCxn id="1609" idx="0"/>
            <a:endCxn id="1605" idx="2"/>
          </p:cNvCxnSpPr>
          <p:nvPr/>
        </p:nvCxnSpPr>
        <p:spPr>
          <a:xfrm flipV="1">
            <a:off x="10310373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6" name="矩形 1625">
            <a:extLst>
              <a:ext uri="{FF2B5EF4-FFF2-40B4-BE49-F238E27FC236}">
                <a16:creationId xmlns:a16="http://schemas.microsoft.com/office/drawing/2014/main" id="{927341E4-5DDD-4183-8702-81F622B18D1A}"/>
              </a:ext>
            </a:extLst>
          </p:cNvPr>
          <p:cNvSpPr/>
          <p:nvPr/>
        </p:nvSpPr>
        <p:spPr>
          <a:xfrm>
            <a:off x="10634339" y="3824450"/>
            <a:ext cx="936022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7" name="矩形 1626">
            <a:extLst>
              <a:ext uri="{FF2B5EF4-FFF2-40B4-BE49-F238E27FC236}">
                <a16:creationId xmlns:a16="http://schemas.microsoft.com/office/drawing/2014/main" id="{5E4DE636-554D-48D6-9212-D610DEF0AF44}"/>
              </a:ext>
            </a:extLst>
          </p:cNvPr>
          <p:cNvSpPr/>
          <p:nvPr/>
        </p:nvSpPr>
        <p:spPr>
          <a:xfrm>
            <a:off x="10706326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8" name="矩形 1627">
            <a:extLst>
              <a:ext uri="{FF2B5EF4-FFF2-40B4-BE49-F238E27FC236}">
                <a16:creationId xmlns:a16="http://schemas.microsoft.com/office/drawing/2014/main" id="{28FDE996-AF57-487B-8DB0-64E64FE6ACB8}"/>
              </a:ext>
            </a:extLst>
          </p:cNvPr>
          <p:cNvSpPr/>
          <p:nvPr/>
        </p:nvSpPr>
        <p:spPr>
          <a:xfrm>
            <a:off x="11174360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9" name="矩形 1628">
            <a:extLst>
              <a:ext uri="{FF2B5EF4-FFF2-40B4-BE49-F238E27FC236}">
                <a16:creationId xmlns:a16="http://schemas.microsoft.com/office/drawing/2014/main" id="{0A48F9C8-75EF-4D2B-8C88-79A5C537C89F}"/>
              </a:ext>
            </a:extLst>
          </p:cNvPr>
          <p:cNvSpPr/>
          <p:nvPr/>
        </p:nvSpPr>
        <p:spPr>
          <a:xfrm>
            <a:off x="10706326" y="4400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0" name="矩形 1629">
            <a:extLst>
              <a:ext uri="{FF2B5EF4-FFF2-40B4-BE49-F238E27FC236}">
                <a16:creationId xmlns:a16="http://schemas.microsoft.com/office/drawing/2014/main" id="{14E34085-031E-42F3-9269-98867816175C}"/>
              </a:ext>
            </a:extLst>
          </p:cNvPr>
          <p:cNvSpPr/>
          <p:nvPr/>
        </p:nvSpPr>
        <p:spPr>
          <a:xfrm>
            <a:off x="11174360" y="4400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***</a:t>
            </a:r>
          </a:p>
        </p:txBody>
      </p:sp>
      <p:cxnSp>
        <p:nvCxnSpPr>
          <p:cNvPr id="1631" name="直接连接符 1630">
            <a:extLst>
              <a:ext uri="{FF2B5EF4-FFF2-40B4-BE49-F238E27FC236}">
                <a16:creationId xmlns:a16="http://schemas.microsoft.com/office/drawing/2014/main" id="{9BE8781F-519C-4ED7-93BD-B438024DC371}"/>
              </a:ext>
            </a:extLst>
          </p:cNvPr>
          <p:cNvCxnSpPr>
            <a:cxnSpLocks/>
            <a:stCxn id="1629" idx="0"/>
            <a:endCxn id="1627" idx="2"/>
          </p:cNvCxnSpPr>
          <p:nvPr/>
        </p:nvCxnSpPr>
        <p:spPr>
          <a:xfrm flipV="1">
            <a:off x="10868326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直接连接符 1631">
            <a:extLst>
              <a:ext uri="{FF2B5EF4-FFF2-40B4-BE49-F238E27FC236}">
                <a16:creationId xmlns:a16="http://schemas.microsoft.com/office/drawing/2014/main" id="{E3D471BE-F776-468E-8DBA-71DD87E81AC5}"/>
              </a:ext>
            </a:extLst>
          </p:cNvPr>
          <p:cNvCxnSpPr>
            <a:cxnSpLocks/>
            <a:stCxn id="1630" idx="0"/>
            <a:endCxn id="1627" idx="2"/>
          </p:cNvCxnSpPr>
          <p:nvPr/>
        </p:nvCxnSpPr>
        <p:spPr>
          <a:xfrm flipH="1" flipV="1">
            <a:off x="10868326" y="4112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" name="直接连接符 1632">
            <a:extLst>
              <a:ext uri="{FF2B5EF4-FFF2-40B4-BE49-F238E27FC236}">
                <a16:creationId xmlns:a16="http://schemas.microsoft.com/office/drawing/2014/main" id="{D4333E08-3A1F-4BE8-91D0-D2F98FF022D7}"/>
              </a:ext>
            </a:extLst>
          </p:cNvPr>
          <p:cNvCxnSpPr>
            <a:cxnSpLocks/>
            <a:stCxn id="1629" idx="0"/>
            <a:endCxn id="1628" idx="2"/>
          </p:cNvCxnSpPr>
          <p:nvPr/>
        </p:nvCxnSpPr>
        <p:spPr>
          <a:xfrm flipV="1">
            <a:off x="10868326" y="4112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4" name="直接连接符 1633">
            <a:extLst>
              <a:ext uri="{FF2B5EF4-FFF2-40B4-BE49-F238E27FC236}">
                <a16:creationId xmlns:a16="http://schemas.microsoft.com/office/drawing/2014/main" id="{3EB672A7-16A9-416A-A5A8-9E9D4A8A497E}"/>
              </a:ext>
            </a:extLst>
          </p:cNvPr>
          <p:cNvCxnSpPr>
            <a:cxnSpLocks/>
            <a:stCxn id="1630" idx="0"/>
            <a:endCxn id="1628" idx="2"/>
          </p:cNvCxnSpPr>
          <p:nvPr/>
        </p:nvCxnSpPr>
        <p:spPr>
          <a:xfrm flipV="1">
            <a:off x="11336360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5" name="矩形 1634">
            <a:extLst>
              <a:ext uri="{FF2B5EF4-FFF2-40B4-BE49-F238E27FC236}">
                <a16:creationId xmlns:a16="http://schemas.microsoft.com/office/drawing/2014/main" id="{BAC92EA9-FB6E-4422-AD15-BE7918D0226B}"/>
              </a:ext>
            </a:extLst>
          </p:cNvPr>
          <p:cNvSpPr/>
          <p:nvPr/>
        </p:nvSpPr>
        <p:spPr>
          <a:xfrm>
            <a:off x="11070492" y="4401537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6" name="矩形 1635">
            <a:extLst>
              <a:ext uri="{FF2B5EF4-FFF2-40B4-BE49-F238E27FC236}">
                <a16:creationId xmlns:a16="http://schemas.microsoft.com/office/drawing/2014/main" id="{28D819E6-0048-4CB1-91A0-2C305548D3CE}"/>
              </a:ext>
            </a:extLst>
          </p:cNvPr>
          <p:cNvSpPr/>
          <p:nvPr/>
        </p:nvSpPr>
        <p:spPr>
          <a:xfrm>
            <a:off x="11070492" y="3896450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7" name="矩形 1636">
            <a:extLst>
              <a:ext uri="{FF2B5EF4-FFF2-40B4-BE49-F238E27FC236}">
                <a16:creationId xmlns:a16="http://schemas.microsoft.com/office/drawing/2014/main" id="{39225F3B-DB3F-4A8E-9582-1768E2A9EA36}"/>
              </a:ext>
            </a:extLst>
          </p:cNvPr>
          <p:cNvSpPr/>
          <p:nvPr/>
        </p:nvSpPr>
        <p:spPr>
          <a:xfrm>
            <a:off x="5882367" y="3824450"/>
            <a:ext cx="935980" cy="360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8" name="矩形 1637">
            <a:extLst>
              <a:ext uri="{FF2B5EF4-FFF2-40B4-BE49-F238E27FC236}">
                <a16:creationId xmlns:a16="http://schemas.microsoft.com/office/drawing/2014/main" id="{BF4D7E06-ECBC-49C0-8536-3372CB0FDAB8}"/>
              </a:ext>
            </a:extLst>
          </p:cNvPr>
          <p:cNvSpPr/>
          <p:nvPr/>
        </p:nvSpPr>
        <p:spPr>
          <a:xfrm>
            <a:off x="5954346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9" name="矩形 1638">
            <a:extLst>
              <a:ext uri="{FF2B5EF4-FFF2-40B4-BE49-F238E27FC236}">
                <a16:creationId xmlns:a16="http://schemas.microsoft.com/office/drawing/2014/main" id="{2A13CE5A-1AD4-454D-8974-1780625D812A}"/>
              </a:ext>
            </a:extLst>
          </p:cNvPr>
          <p:cNvSpPr/>
          <p:nvPr/>
        </p:nvSpPr>
        <p:spPr>
          <a:xfrm>
            <a:off x="6422400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0" name="矩形 1639">
            <a:extLst>
              <a:ext uri="{FF2B5EF4-FFF2-40B4-BE49-F238E27FC236}">
                <a16:creationId xmlns:a16="http://schemas.microsoft.com/office/drawing/2014/main" id="{4E2F6EBB-9BE8-43B3-A763-BF76669F2652}"/>
              </a:ext>
            </a:extLst>
          </p:cNvPr>
          <p:cNvSpPr/>
          <p:nvPr/>
        </p:nvSpPr>
        <p:spPr>
          <a:xfrm>
            <a:off x="6316437" y="3896450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641" name="组合 1640">
            <a:extLst>
              <a:ext uri="{FF2B5EF4-FFF2-40B4-BE49-F238E27FC236}">
                <a16:creationId xmlns:a16="http://schemas.microsoft.com/office/drawing/2014/main" id="{2E2C0043-2700-4EA6-BD8B-EFC1D0B9DFB7}"/>
              </a:ext>
            </a:extLst>
          </p:cNvPr>
          <p:cNvGrpSpPr/>
          <p:nvPr/>
        </p:nvGrpSpPr>
        <p:grpSpPr>
          <a:xfrm>
            <a:off x="6890400" y="3284450"/>
            <a:ext cx="2520000" cy="288000"/>
            <a:chOff x="6890400" y="3168000"/>
            <a:chExt cx="2520000" cy="288000"/>
          </a:xfrm>
        </p:grpSpPr>
        <p:sp>
          <p:nvSpPr>
            <p:cNvPr id="1642" name="矩形 1641">
              <a:extLst>
                <a:ext uri="{FF2B5EF4-FFF2-40B4-BE49-F238E27FC236}">
                  <a16:creationId xmlns:a16="http://schemas.microsoft.com/office/drawing/2014/main" id="{26868517-329C-4A66-9B18-173FAFE2939F}"/>
                </a:ext>
              </a:extLst>
            </p:cNvPr>
            <p:cNvSpPr/>
            <p:nvPr/>
          </p:nvSpPr>
          <p:spPr>
            <a:xfrm>
              <a:off x="6890400" y="3168000"/>
              <a:ext cx="2520000" cy="288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3175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43" name="矩形 1642">
              <a:extLst>
                <a:ext uri="{FF2B5EF4-FFF2-40B4-BE49-F238E27FC236}">
                  <a16:creationId xmlns:a16="http://schemas.microsoft.com/office/drawing/2014/main" id="{2D82D081-6692-4FDA-AFE3-047D7215F857}"/>
                </a:ext>
              </a:extLst>
            </p:cNvPr>
            <p:cNvSpPr/>
            <p:nvPr/>
          </p:nvSpPr>
          <p:spPr>
            <a:xfrm>
              <a:off x="6962380" y="3240000"/>
              <a:ext cx="504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********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44" name="矩形 1643">
              <a:extLst>
                <a:ext uri="{FF2B5EF4-FFF2-40B4-BE49-F238E27FC236}">
                  <a16:creationId xmlns:a16="http://schemas.microsoft.com/office/drawing/2014/main" id="{7B048E8C-DEDE-451E-85C4-0B14721EC7A3}"/>
                </a:ext>
              </a:extLst>
            </p:cNvPr>
            <p:cNvSpPr/>
            <p:nvPr/>
          </p:nvSpPr>
          <p:spPr>
            <a:xfrm>
              <a:off x="7538400" y="3240000"/>
              <a:ext cx="504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********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45" name="矩形 1644">
              <a:extLst>
                <a:ext uri="{FF2B5EF4-FFF2-40B4-BE49-F238E27FC236}">
                  <a16:creationId xmlns:a16="http://schemas.microsoft.com/office/drawing/2014/main" id="{B9F65463-4C5F-46D1-8EFB-1019E33E3798}"/>
                </a:ext>
              </a:extLst>
            </p:cNvPr>
            <p:cNvSpPr/>
            <p:nvPr/>
          </p:nvSpPr>
          <p:spPr>
            <a:xfrm>
              <a:off x="8186389" y="3240000"/>
              <a:ext cx="504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********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46" name="矩形 1645">
              <a:extLst>
                <a:ext uri="{FF2B5EF4-FFF2-40B4-BE49-F238E27FC236}">
                  <a16:creationId xmlns:a16="http://schemas.microsoft.com/office/drawing/2014/main" id="{7C8AFAE1-A2C3-44CA-B407-1214BD3FA6D9}"/>
                </a:ext>
              </a:extLst>
            </p:cNvPr>
            <p:cNvSpPr/>
            <p:nvPr/>
          </p:nvSpPr>
          <p:spPr>
            <a:xfrm>
              <a:off x="8834671" y="3240000"/>
              <a:ext cx="504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*********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47" name="矩形 1646">
              <a:extLst>
                <a:ext uri="{FF2B5EF4-FFF2-40B4-BE49-F238E27FC236}">
                  <a16:creationId xmlns:a16="http://schemas.microsoft.com/office/drawing/2014/main" id="{9B29063D-2A44-4650-A6E6-1D0BAA9E81B4}"/>
                </a:ext>
              </a:extLst>
            </p:cNvPr>
            <p:cNvSpPr/>
            <p:nvPr/>
          </p:nvSpPr>
          <p:spPr>
            <a:xfrm>
              <a:off x="8079923" y="3240000"/>
              <a:ext cx="72000" cy="144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48" name="矩形 1647">
              <a:extLst>
                <a:ext uri="{FF2B5EF4-FFF2-40B4-BE49-F238E27FC236}">
                  <a16:creationId xmlns:a16="http://schemas.microsoft.com/office/drawing/2014/main" id="{E268D4A4-A7DD-426C-BCBD-B1B4FB5C0799}"/>
                </a:ext>
              </a:extLst>
            </p:cNvPr>
            <p:cNvSpPr/>
            <p:nvPr/>
          </p:nvSpPr>
          <p:spPr>
            <a:xfrm>
              <a:off x="8731061" y="3240000"/>
              <a:ext cx="72000" cy="144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649" name="矩形 1648">
            <a:extLst>
              <a:ext uri="{FF2B5EF4-FFF2-40B4-BE49-F238E27FC236}">
                <a16:creationId xmlns:a16="http://schemas.microsoft.com/office/drawing/2014/main" id="{DF388603-613D-4EAE-94DB-B98A8861C62B}"/>
              </a:ext>
            </a:extLst>
          </p:cNvPr>
          <p:cNvSpPr/>
          <p:nvPr/>
        </p:nvSpPr>
        <p:spPr>
          <a:xfrm>
            <a:off x="4514421" y="3824450"/>
            <a:ext cx="935980" cy="360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0" name="矩形 1649">
            <a:extLst>
              <a:ext uri="{FF2B5EF4-FFF2-40B4-BE49-F238E27FC236}">
                <a16:creationId xmlns:a16="http://schemas.microsoft.com/office/drawing/2014/main" id="{BF9806D7-33B8-4613-A2D2-B838316903AF}"/>
              </a:ext>
            </a:extLst>
          </p:cNvPr>
          <p:cNvSpPr/>
          <p:nvPr/>
        </p:nvSpPr>
        <p:spPr>
          <a:xfrm>
            <a:off x="4586400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*****</a:t>
            </a:r>
          </a:p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</a:t>
            </a:r>
          </a:p>
        </p:txBody>
      </p:sp>
      <p:sp>
        <p:nvSpPr>
          <p:cNvPr id="1651" name="矩形 1650">
            <a:extLst>
              <a:ext uri="{FF2B5EF4-FFF2-40B4-BE49-F238E27FC236}">
                <a16:creationId xmlns:a16="http://schemas.microsoft.com/office/drawing/2014/main" id="{5E445494-EF77-4FB7-A106-FA8136620931}"/>
              </a:ext>
            </a:extLst>
          </p:cNvPr>
          <p:cNvSpPr/>
          <p:nvPr/>
        </p:nvSpPr>
        <p:spPr>
          <a:xfrm>
            <a:off x="5054454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*****</a:t>
            </a:r>
          </a:p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</a:t>
            </a:r>
          </a:p>
        </p:txBody>
      </p:sp>
      <p:sp>
        <p:nvSpPr>
          <p:cNvPr id="1652" name="矩形 1651">
            <a:extLst>
              <a:ext uri="{FF2B5EF4-FFF2-40B4-BE49-F238E27FC236}">
                <a16:creationId xmlns:a16="http://schemas.microsoft.com/office/drawing/2014/main" id="{F1F1DBA9-0E06-4405-900D-5797E7E484DC}"/>
              </a:ext>
            </a:extLst>
          </p:cNvPr>
          <p:cNvSpPr/>
          <p:nvPr/>
        </p:nvSpPr>
        <p:spPr>
          <a:xfrm>
            <a:off x="4948491" y="3896450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3" name="矩形 1652">
            <a:extLst>
              <a:ext uri="{FF2B5EF4-FFF2-40B4-BE49-F238E27FC236}">
                <a16:creationId xmlns:a16="http://schemas.microsoft.com/office/drawing/2014/main" id="{3E673008-CFB1-47C4-8B86-E797D7467D06}"/>
              </a:ext>
            </a:extLst>
          </p:cNvPr>
          <p:cNvSpPr/>
          <p:nvPr/>
        </p:nvSpPr>
        <p:spPr>
          <a:xfrm>
            <a:off x="3506372" y="3824450"/>
            <a:ext cx="936022" cy="86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4" name="矩形 1653">
            <a:extLst>
              <a:ext uri="{FF2B5EF4-FFF2-40B4-BE49-F238E27FC236}">
                <a16:creationId xmlns:a16="http://schemas.microsoft.com/office/drawing/2014/main" id="{E9D357E5-9565-4578-A551-E10C46416C4C}"/>
              </a:ext>
            </a:extLst>
          </p:cNvPr>
          <p:cNvSpPr/>
          <p:nvPr/>
        </p:nvSpPr>
        <p:spPr>
          <a:xfrm>
            <a:off x="3578359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*******</a:t>
            </a:r>
          </a:p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</a:t>
            </a:r>
          </a:p>
        </p:txBody>
      </p:sp>
      <p:sp>
        <p:nvSpPr>
          <p:cNvPr id="1655" name="矩形 1654">
            <a:extLst>
              <a:ext uri="{FF2B5EF4-FFF2-40B4-BE49-F238E27FC236}">
                <a16:creationId xmlns:a16="http://schemas.microsoft.com/office/drawing/2014/main" id="{83B3E548-0447-4109-B541-2FB84C071D69}"/>
              </a:ext>
            </a:extLst>
          </p:cNvPr>
          <p:cNvSpPr/>
          <p:nvPr/>
        </p:nvSpPr>
        <p:spPr>
          <a:xfrm>
            <a:off x="4046393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*******</a:t>
            </a:r>
          </a:p>
          <a:p>
            <a:pPr algn="ctr"/>
            <a:r>
              <a:rPr lang="en-US" altLang="zh-CN" sz="600" dirty="0">
                <a:solidFill>
                  <a:schemeClr val="tx1"/>
                </a:solidFill>
                <a:latin typeface="+mn-ea"/>
              </a:rPr>
              <a:t>*</a:t>
            </a:r>
          </a:p>
        </p:txBody>
      </p:sp>
      <p:sp>
        <p:nvSpPr>
          <p:cNvPr id="1656" name="矩形 1655">
            <a:extLst>
              <a:ext uri="{FF2B5EF4-FFF2-40B4-BE49-F238E27FC236}">
                <a16:creationId xmlns:a16="http://schemas.microsoft.com/office/drawing/2014/main" id="{CCA6BFFA-BE94-42CC-9375-C5671E667B69}"/>
              </a:ext>
            </a:extLst>
          </p:cNvPr>
          <p:cNvSpPr/>
          <p:nvPr/>
        </p:nvSpPr>
        <p:spPr>
          <a:xfrm>
            <a:off x="3578359" y="4400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7" name="矩形 1656">
            <a:extLst>
              <a:ext uri="{FF2B5EF4-FFF2-40B4-BE49-F238E27FC236}">
                <a16:creationId xmlns:a16="http://schemas.microsoft.com/office/drawing/2014/main" id="{7309CDC7-F77F-47E7-A07F-72F2E1CC9FC9}"/>
              </a:ext>
            </a:extLst>
          </p:cNvPr>
          <p:cNvSpPr/>
          <p:nvPr/>
        </p:nvSpPr>
        <p:spPr>
          <a:xfrm>
            <a:off x="4046393" y="4400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58" name="直接连接符 1657">
            <a:extLst>
              <a:ext uri="{FF2B5EF4-FFF2-40B4-BE49-F238E27FC236}">
                <a16:creationId xmlns:a16="http://schemas.microsoft.com/office/drawing/2014/main" id="{08F6FF38-B427-47B1-840F-ADE4EAAFACE0}"/>
              </a:ext>
            </a:extLst>
          </p:cNvPr>
          <p:cNvCxnSpPr>
            <a:cxnSpLocks/>
            <a:stCxn id="1656" idx="0"/>
            <a:endCxn id="1654" idx="2"/>
          </p:cNvCxnSpPr>
          <p:nvPr/>
        </p:nvCxnSpPr>
        <p:spPr>
          <a:xfrm flipV="1">
            <a:off x="3740359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9" name="直接连接符 1658">
            <a:extLst>
              <a:ext uri="{FF2B5EF4-FFF2-40B4-BE49-F238E27FC236}">
                <a16:creationId xmlns:a16="http://schemas.microsoft.com/office/drawing/2014/main" id="{2ED575C1-B3D2-4F7C-9CC3-2F5AE774F0BE}"/>
              </a:ext>
            </a:extLst>
          </p:cNvPr>
          <p:cNvCxnSpPr>
            <a:cxnSpLocks/>
            <a:stCxn id="1657" idx="0"/>
            <a:endCxn id="1654" idx="2"/>
          </p:cNvCxnSpPr>
          <p:nvPr/>
        </p:nvCxnSpPr>
        <p:spPr>
          <a:xfrm flipH="1" flipV="1">
            <a:off x="3740359" y="4112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直接连接符 1659">
            <a:extLst>
              <a:ext uri="{FF2B5EF4-FFF2-40B4-BE49-F238E27FC236}">
                <a16:creationId xmlns:a16="http://schemas.microsoft.com/office/drawing/2014/main" id="{07A29B3F-89AA-4235-A920-A372D9C1130B}"/>
              </a:ext>
            </a:extLst>
          </p:cNvPr>
          <p:cNvCxnSpPr>
            <a:cxnSpLocks/>
            <a:stCxn id="1656" idx="0"/>
            <a:endCxn id="1655" idx="2"/>
          </p:cNvCxnSpPr>
          <p:nvPr/>
        </p:nvCxnSpPr>
        <p:spPr>
          <a:xfrm flipV="1">
            <a:off x="3740359" y="4112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直接连接符 1660">
            <a:extLst>
              <a:ext uri="{FF2B5EF4-FFF2-40B4-BE49-F238E27FC236}">
                <a16:creationId xmlns:a16="http://schemas.microsoft.com/office/drawing/2014/main" id="{0B9E2D18-FC01-46BF-B35C-DF9859FFAD4D}"/>
              </a:ext>
            </a:extLst>
          </p:cNvPr>
          <p:cNvCxnSpPr>
            <a:cxnSpLocks/>
            <a:stCxn id="1657" idx="0"/>
            <a:endCxn id="1655" idx="2"/>
          </p:cNvCxnSpPr>
          <p:nvPr/>
        </p:nvCxnSpPr>
        <p:spPr>
          <a:xfrm flipV="1">
            <a:off x="4208393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2" name="矩形 1661">
            <a:extLst>
              <a:ext uri="{FF2B5EF4-FFF2-40B4-BE49-F238E27FC236}">
                <a16:creationId xmlns:a16="http://schemas.microsoft.com/office/drawing/2014/main" id="{7AD60232-27A7-49FD-84A3-DA6DF1507752}"/>
              </a:ext>
            </a:extLst>
          </p:cNvPr>
          <p:cNvSpPr/>
          <p:nvPr/>
        </p:nvSpPr>
        <p:spPr>
          <a:xfrm>
            <a:off x="3942525" y="4401537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3" name="矩形 1662">
            <a:extLst>
              <a:ext uri="{FF2B5EF4-FFF2-40B4-BE49-F238E27FC236}">
                <a16:creationId xmlns:a16="http://schemas.microsoft.com/office/drawing/2014/main" id="{F57DBB95-7A7A-43FC-A1EE-62C8254BA4BB}"/>
              </a:ext>
            </a:extLst>
          </p:cNvPr>
          <p:cNvSpPr/>
          <p:nvPr/>
        </p:nvSpPr>
        <p:spPr>
          <a:xfrm>
            <a:off x="3942525" y="3896450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4" name="矩形 1663">
            <a:extLst>
              <a:ext uri="{FF2B5EF4-FFF2-40B4-BE49-F238E27FC236}">
                <a16:creationId xmlns:a16="http://schemas.microsoft.com/office/drawing/2014/main" id="{A111C867-B2A4-413D-AFD2-E0608AEA6371}"/>
              </a:ext>
            </a:extLst>
          </p:cNvPr>
          <p:cNvSpPr/>
          <p:nvPr/>
        </p:nvSpPr>
        <p:spPr>
          <a:xfrm>
            <a:off x="1706381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5" name="矩形 1664">
            <a:extLst>
              <a:ext uri="{FF2B5EF4-FFF2-40B4-BE49-F238E27FC236}">
                <a16:creationId xmlns:a16="http://schemas.microsoft.com/office/drawing/2014/main" id="{FF9E1C1F-20A1-4467-8F01-65B533E34EE6}"/>
              </a:ext>
            </a:extLst>
          </p:cNvPr>
          <p:cNvSpPr/>
          <p:nvPr/>
        </p:nvSpPr>
        <p:spPr>
          <a:xfrm>
            <a:off x="2138352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6" name="矩形 1665">
            <a:extLst>
              <a:ext uri="{FF2B5EF4-FFF2-40B4-BE49-F238E27FC236}">
                <a16:creationId xmlns:a16="http://schemas.microsoft.com/office/drawing/2014/main" id="{14ABE019-FA25-40CE-9BAB-5EADA1C853EE}"/>
              </a:ext>
            </a:extLst>
          </p:cNvPr>
          <p:cNvSpPr/>
          <p:nvPr/>
        </p:nvSpPr>
        <p:spPr>
          <a:xfrm>
            <a:off x="2570402" y="3896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7" name="矩形 1666">
            <a:extLst>
              <a:ext uri="{FF2B5EF4-FFF2-40B4-BE49-F238E27FC236}">
                <a16:creationId xmlns:a16="http://schemas.microsoft.com/office/drawing/2014/main" id="{485420FF-5AA5-42FA-9DD2-3511FF340CDA}"/>
              </a:ext>
            </a:extLst>
          </p:cNvPr>
          <p:cNvSpPr/>
          <p:nvPr/>
        </p:nvSpPr>
        <p:spPr>
          <a:xfrm>
            <a:off x="3038400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8" name="矩形 1667">
            <a:extLst>
              <a:ext uri="{FF2B5EF4-FFF2-40B4-BE49-F238E27FC236}">
                <a16:creationId xmlns:a16="http://schemas.microsoft.com/office/drawing/2014/main" id="{B5EBC3B9-3D8F-4C05-8FC5-E16F8B68508A}"/>
              </a:ext>
            </a:extLst>
          </p:cNvPr>
          <p:cNvSpPr/>
          <p:nvPr/>
        </p:nvSpPr>
        <p:spPr>
          <a:xfrm>
            <a:off x="1706381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9" name="矩形 1668">
            <a:extLst>
              <a:ext uri="{FF2B5EF4-FFF2-40B4-BE49-F238E27FC236}">
                <a16:creationId xmlns:a16="http://schemas.microsoft.com/office/drawing/2014/main" id="{642CFE28-E82A-49C6-9B58-81E9226B8151}"/>
              </a:ext>
            </a:extLst>
          </p:cNvPr>
          <p:cNvSpPr/>
          <p:nvPr/>
        </p:nvSpPr>
        <p:spPr>
          <a:xfrm>
            <a:off x="2138352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70" name="矩形 1669">
            <a:extLst>
              <a:ext uri="{FF2B5EF4-FFF2-40B4-BE49-F238E27FC236}">
                <a16:creationId xmlns:a16="http://schemas.microsoft.com/office/drawing/2014/main" id="{55FC0E59-D3F7-48AF-A0BB-A63C2396D5D7}"/>
              </a:ext>
            </a:extLst>
          </p:cNvPr>
          <p:cNvSpPr/>
          <p:nvPr/>
        </p:nvSpPr>
        <p:spPr>
          <a:xfrm>
            <a:off x="2570402" y="4400450"/>
            <a:ext cx="360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71" name="矩形 1670">
            <a:extLst>
              <a:ext uri="{FF2B5EF4-FFF2-40B4-BE49-F238E27FC236}">
                <a16:creationId xmlns:a16="http://schemas.microsoft.com/office/drawing/2014/main" id="{AB474C56-F759-450D-9725-0B1A96C94C05}"/>
              </a:ext>
            </a:extLst>
          </p:cNvPr>
          <p:cNvSpPr/>
          <p:nvPr/>
        </p:nvSpPr>
        <p:spPr>
          <a:xfrm>
            <a:off x="3038400" y="4400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72" name="直接连接符 1671">
            <a:extLst>
              <a:ext uri="{FF2B5EF4-FFF2-40B4-BE49-F238E27FC236}">
                <a16:creationId xmlns:a16="http://schemas.microsoft.com/office/drawing/2014/main" id="{4D090BC1-C4D2-4299-A674-016F9C1DB90A}"/>
              </a:ext>
            </a:extLst>
          </p:cNvPr>
          <p:cNvCxnSpPr>
            <a:cxnSpLocks/>
            <a:stCxn id="1668" idx="0"/>
            <a:endCxn id="1664" idx="2"/>
          </p:cNvCxnSpPr>
          <p:nvPr/>
        </p:nvCxnSpPr>
        <p:spPr>
          <a:xfrm flipV="1">
            <a:off x="1886381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3" name="直接连接符 1672">
            <a:extLst>
              <a:ext uri="{FF2B5EF4-FFF2-40B4-BE49-F238E27FC236}">
                <a16:creationId xmlns:a16="http://schemas.microsoft.com/office/drawing/2014/main" id="{C88F10A8-97A5-4459-AC13-7F030C26C6C7}"/>
              </a:ext>
            </a:extLst>
          </p:cNvPr>
          <p:cNvCxnSpPr>
            <a:cxnSpLocks/>
            <a:stCxn id="1669" idx="0"/>
            <a:endCxn id="1664" idx="2"/>
          </p:cNvCxnSpPr>
          <p:nvPr/>
        </p:nvCxnSpPr>
        <p:spPr>
          <a:xfrm flipH="1" flipV="1">
            <a:off x="1886381" y="4112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4" name="直接连接符 1673">
            <a:extLst>
              <a:ext uri="{FF2B5EF4-FFF2-40B4-BE49-F238E27FC236}">
                <a16:creationId xmlns:a16="http://schemas.microsoft.com/office/drawing/2014/main" id="{B4CA1F90-EE9A-413E-948E-6101EE6B204E}"/>
              </a:ext>
            </a:extLst>
          </p:cNvPr>
          <p:cNvCxnSpPr>
            <a:cxnSpLocks/>
            <a:stCxn id="1670" idx="0"/>
            <a:endCxn id="1664" idx="2"/>
          </p:cNvCxnSpPr>
          <p:nvPr/>
        </p:nvCxnSpPr>
        <p:spPr>
          <a:xfrm flipH="1" flipV="1">
            <a:off x="1886381" y="4112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5" name="直接连接符 1674">
            <a:extLst>
              <a:ext uri="{FF2B5EF4-FFF2-40B4-BE49-F238E27FC236}">
                <a16:creationId xmlns:a16="http://schemas.microsoft.com/office/drawing/2014/main" id="{EF6363EE-CD25-4169-BBEF-5F14E5C91133}"/>
              </a:ext>
            </a:extLst>
          </p:cNvPr>
          <p:cNvCxnSpPr>
            <a:cxnSpLocks/>
            <a:stCxn id="1671" idx="0"/>
            <a:endCxn id="1664" idx="2"/>
          </p:cNvCxnSpPr>
          <p:nvPr/>
        </p:nvCxnSpPr>
        <p:spPr>
          <a:xfrm flipH="1" flipV="1">
            <a:off x="1886381" y="4112450"/>
            <a:ext cx="131401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6" name="直接连接符 1675">
            <a:extLst>
              <a:ext uri="{FF2B5EF4-FFF2-40B4-BE49-F238E27FC236}">
                <a16:creationId xmlns:a16="http://schemas.microsoft.com/office/drawing/2014/main" id="{04CFAD59-4574-4A17-BCEE-A70ADA0437C8}"/>
              </a:ext>
            </a:extLst>
          </p:cNvPr>
          <p:cNvCxnSpPr>
            <a:cxnSpLocks/>
            <a:stCxn id="1668" idx="0"/>
            <a:endCxn id="1665" idx="2"/>
          </p:cNvCxnSpPr>
          <p:nvPr/>
        </p:nvCxnSpPr>
        <p:spPr>
          <a:xfrm flipV="1">
            <a:off x="1886381" y="4112450"/>
            <a:ext cx="43197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7" name="直接连接符 1676">
            <a:extLst>
              <a:ext uri="{FF2B5EF4-FFF2-40B4-BE49-F238E27FC236}">
                <a16:creationId xmlns:a16="http://schemas.microsoft.com/office/drawing/2014/main" id="{757FEC89-E830-4C9B-B97D-624EAABE5490}"/>
              </a:ext>
            </a:extLst>
          </p:cNvPr>
          <p:cNvCxnSpPr>
            <a:cxnSpLocks/>
            <a:stCxn id="1669" idx="0"/>
            <a:endCxn id="1665" idx="2"/>
          </p:cNvCxnSpPr>
          <p:nvPr/>
        </p:nvCxnSpPr>
        <p:spPr>
          <a:xfrm flipV="1">
            <a:off x="2318352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8" name="直接连接符 1677">
            <a:extLst>
              <a:ext uri="{FF2B5EF4-FFF2-40B4-BE49-F238E27FC236}">
                <a16:creationId xmlns:a16="http://schemas.microsoft.com/office/drawing/2014/main" id="{E9CEF7A1-E738-4F9E-8B3E-A5BD9E5F2052}"/>
              </a:ext>
            </a:extLst>
          </p:cNvPr>
          <p:cNvCxnSpPr>
            <a:cxnSpLocks/>
            <a:stCxn id="1670" idx="0"/>
            <a:endCxn id="1665" idx="2"/>
          </p:cNvCxnSpPr>
          <p:nvPr/>
        </p:nvCxnSpPr>
        <p:spPr>
          <a:xfrm flipH="1" flipV="1">
            <a:off x="2318352" y="4112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9" name="直接连接符 1678">
            <a:extLst>
              <a:ext uri="{FF2B5EF4-FFF2-40B4-BE49-F238E27FC236}">
                <a16:creationId xmlns:a16="http://schemas.microsoft.com/office/drawing/2014/main" id="{E03E3D21-7C8C-49C5-8ED9-A3597C918940}"/>
              </a:ext>
            </a:extLst>
          </p:cNvPr>
          <p:cNvCxnSpPr>
            <a:cxnSpLocks/>
            <a:stCxn id="1671" idx="0"/>
            <a:endCxn id="1665" idx="2"/>
          </p:cNvCxnSpPr>
          <p:nvPr/>
        </p:nvCxnSpPr>
        <p:spPr>
          <a:xfrm flipH="1" flipV="1">
            <a:off x="2318352" y="4112450"/>
            <a:ext cx="88204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0" name="直接连接符 1679">
            <a:extLst>
              <a:ext uri="{FF2B5EF4-FFF2-40B4-BE49-F238E27FC236}">
                <a16:creationId xmlns:a16="http://schemas.microsoft.com/office/drawing/2014/main" id="{B1597DD1-D534-4310-8288-0B19444CC73C}"/>
              </a:ext>
            </a:extLst>
          </p:cNvPr>
          <p:cNvCxnSpPr>
            <a:cxnSpLocks/>
            <a:stCxn id="1668" idx="0"/>
            <a:endCxn id="1666" idx="2"/>
          </p:cNvCxnSpPr>
          <p:nvPr/>
        </p:nvCxnSpPr>
        <p:spPr>
          <a:xfrm flipV="1">
            <a:off x="1886381" y="4112450"/>
            <a:ext cx="864021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1" name="直接连接符 1680">
            <a:extLst>
              <a:ext uri="{FF2B5EF4-FFF2-40B4-BE49-F238E27FC236}">
                <a16:creationId xmlns:a16="http://schemas.microsoft.com/office/drawing/2014/main" id="{EE2BB288-FB68-4110-A026-74AE1B5626EB}"/>
              </a:ext>
            </a:extLst>
          </p:cNvPr>
          <p:cNvCxnSpPr>
            <a:cxnSpLocks/>
            <a:stCxn id="1669" idx="0"/>
            <a:endCxn id="1666" idx="2"/>
          </p:cNvCxnSpPr>
          <p:nvPr/>
        </p:nvCxnSpPr>
        <p:spPr>
          <a:xfrm flipV="1">
            <a:off x="2318352" y="4112450"/>
            <a:ext cx="43205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2" name="直接连接符 1681">
            <a:extLst>
              <a:ext uri="{FF2B5EF4-FFF2-40B4-BE49-F238E27FC236}">
                <a16:creationId xmlns:a16="http://schemas.microsoft.com/office/drawing/2014/main" id="{F0B74C9A-14FD-419B-BDAD-52EB5453AE59}"/>
              </a:ext>
            </a:extLst>
          </p:cNvPr>
          <p:cNvCxnSpPr>
            <a:cxnSpLocks/>
            <a:stCxn id="1670" idx="0"/>
            <a:endCxn id="1666" idx="2"/>
          </p:cNvCxnSpPr>
          <p:nvPr/>
        </p:nvCxnSpPr>
        <p:spPr>
          <a:xfrm flipV="1">
            <a:off x="2750402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3" name="直接连接符 1682">
            <a:extLst>
              <a:ext uri="{FF2B5EF4-FFF2-40B4-BE49-F238E27FC236}">
                <a16:creationId xmlns:a16="http://schemas.microsoft.com/office/drawing/2014/main" id="{5B3BF6E2-A51C-416B-939D-AFD8E4B8077F}"/>
              </a:ext>
            </a:extLst>
          </p:cNvPr>
          <p:cNvCxnSpPr>
            <a:cxnSpLocks/>
            <a:stCxn id="1671" idx="0"/>
            <a:endCxn id="1666" idx="2"/>
          </p:cNvCxnSpPr>
          <p:nvPr/>
        </p:nvCxnSpPr>
        <p:spPr>
          <a:xfrm flipH="1" flipV="1">
            <a:off x="2750402" y="4112450"/>
            <a:ext cx="44999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4" name="直接连接符 1683">
            <a:extLst>
              <a:ext uri="{FF2B5EF4-FFF2-40B4-BE49-F238E27FC236}">
                <a16:creationId xmlns:a16="http://schemas.microsoft.com/office/drawing/2014/main" id="{9E3086F3-C741-4787-B965-203596E84D24}"/>
              </a:ext>
            </a:extLst>
          </p:cNvPr>
          <p:cNvCxnSpPr>
            <a:cxnSpLocks/>
            <a:stCxn id="1668" idx="0"/>
            <a:endCxn id="1667" idx="2"/>
          </p:cNvCxnSpPr>
          <p:nvPr/>
        </p:nvCxnSpPr>
        <p:spPr>
          <a:xfrm flipV="1">
            <a:off x="1886381" y="4112450"/>
            <a:ext cx="1314019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5" name="直接连接符 1684">
            <a:extLst>
              <a:ext uri="{FF2B5EF4-FFF2-40B4-BE49-F238E27FC236}">
                <a16:creationId xmlns:a16="http://schemas.microsoft.com/office/drawing/2014/main" id="{A0CF8564-3DD4-4F56-AFBD-82CE37B247C6}"/>
              </a:ext>
            </a:extLst>
          </p:cNvPr>
          <p:cNvCxnSpPr>
            <a:cxnSpLocks/>
            <a:stCxn id="1669" idx="0"/>
            <a:endCxn id="1667" idx="2"/>
          </p:cNvCxnSpPr>
          <p:nvPr/>
        </p:nvCxnSpPr>
        <p:spPr>
          <a:xfrm flipV="1">
            <a:off x="2318352" y="4112450"/>
            <a:ext cx="88204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6" name="直接连接符 1685">
            <a:extLst>
              <a:ext uri="{FF2B5EF4-FFF2-40B4-BE49-F238E27FC236}">
                <a16:creationId xmlns:a16="http://schemas.microsoft.com/office/drawing/2014/main" id="{16D571EE-2443-4A09-9A02-75F1795525A7}"/>
              </a:ext>
            </a:extLst>
          </p:cNvPr>
          <p:cNvCxnSpPr>
            <a:cxnSpLocks/>
            <a:stCxn id="1670" idx="0"/>
            <a:endCxn id="1667" idx="2"/>
          </p:cNvCxnSpPr>
          <p:nvPr/>
        </p:nvCxnSpPr>
        <p:spPr>
          <a:xfrm flipV="1">
            <a:off x="2750402" y="4112450"/>
            <a:ext cx="449998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" name="直接连接符 1686">
            <a:extLst>
              <a:ext uri="{FF2B5EF4-FFF2-40B4-BE49-F238E27FC236}">
                <a16:creationId xmlns:a16="http://schemas.microsoft.com/office/drawing/2014/main" id="{F5844135-C8D3-451B-9625-02368553F145}"/>
              </a:ext>
            </a:extLst>
          </p:cNvPr>
          <p:cNvCxnSpPr>
            <a:cxnSpLocks/>
            <a:stCxn id="1671" idx="0"/>
            <a:endCxn id="1667" idx="2"/>
          </p:cNvCxnSpPr>
          <p:nvPr/>
        </p:nvCxnSpPr>
        <p:spPr>
          <a:xfrm flipV="1">
            <a:off x="3200400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8" name="矩形 1687">
            <a:extLst>
              <a:ext uri="{FF2B5EF4-FFF2-40B4-BE49-F238E27FC236}">
                <a16:creationId xmlns:a16="http://schemas.microsoft.com/office/drawing/2014/main" id="{8E68B04B-6491-4798-8942-A2BF975221D2}"/>
              </a:ext>
            </a:extLst>
          </p:cNvPr>
          <p:cNvSpPr/>
          <p:nvPr/>
        </p:nvSpPr>
        <p:spPr>
          <a:xfrm>
            <a:off x="698387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89" name="矩形 1688">
            <a:extLst>
              <a:ext uri="{FF2B5EF4-FFF2-40B4-BE49-F238E27FC236}">
                <a16:creationId xmlns:a16="http://schemas.microsoft.com/office/drawing/2014/main" id="{30BC0F0A-EF41-42A4-9C2B-FCE928DF865B}"/>
              </a:ext>
            </a:extLst>
          </p:cNvPr>
          <p:cNvSpPr/>
          <p:nvPr/>
        </p:nvSpPr>
        <p:spPr>
          <a:xfrm>
            <a:off x="1166421" y="3896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0" name="矩形 1689">
            <a:extLst>
              <a:ext uri="{FF2B5EF4-FFF2-40B4-BE49-F238E27FC236}">
                <a16:creationId xmlns:a16="http://schemas.microsoft.com/office/drawing/2014/main" id="{6AAE1252-D908-4F04-B0F5-669E720B08D2}"/>
              </a:ext>
            </a:extLst>
          </p:cNvPr>
          <p:cNvSpPr/>
          <p:nvPr/>
        </p:nvSpPr>
        <p:spPr>
          <a:xfrm>
            <a:off x="698387" y="4400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1" name="矩形 1690">
            <a:extLst>
              <a:ext uri="{FF2B5EF4-FFF2-40B4-BE49-F238E27FC236}">
                <a16:creationId xmlns:a16="http://schemas.microsoft.com/office/drawing/2014/main" id="{60F71DFA-F46D-4B68-9F58-AEB7BC13D0E6}"/>
              </a:ext>
            </a:extLst>
          </p:cNvPr>
          <p:cNvSpPr/>
          <p:nvPr/>
        </p:nvSpPr>
        <p:spPr>
          <a:xfrm>
            <a:off x="1166421" y="4400450"/>
            <a:ext cx="324000" cy="21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92" name="直接连接符 1691">
            <a:extLst>
              <a:ext uri="{FF2B5EF4-FFF2-40B4-BE49-F238E27FC236}">
                <a16:creationId xmlns:a16="http://schemas.microsoft.com/office/drawing/2014/main" id="{4C7B9EEE-3F95-42E8-85A5-79ECADBE99E8}"/>
              </a:ext>
            </a:extLst>
          </p:cNvPr>
          <p:cNvCxnSpPr>
            <a:cxnSpLocks/>
            <a:stCxn id="1690" idx="0"/>
            <a:endCxn id="1688" idx="2"/>
          </p:cNvCxnSpPr>
          <p:nvPr/>
        </p:nvCxnSpPr>
        <p:spPr>
          <a:xfrm flipV="1">
            <a:off x="860387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3" name="直接连接符 1692">
            <a:extLst>
              <a:ext uri="{FF2B5EF4-FFF2-40B4-BE49-F238E27FC236}">
                <a16:creationId xmlns:a16="http://schemas.microsoft.com/office/drawing/2014/main" id="{4693FB22-6F47-4715-B3AA-E89EB100D556}"/>
              </a:ext>
            </a:extLst>
          </p:cNvPr>
          <p:cNvCxnSpPr>
            <a:cxnSpLocks/>
            <a:stCxn id="1691" idx="0"/>
            <a:endCxn id="1688" idx="2"/>
          </p:cNvCxnSpPr>
          <p:nvPr/>
        </p:nvCxnSpPr>
        <p:spPr>
          <a:xfrm flipH="1" flipV="1">
            <a:off x="860387" y="4112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4" name="直接连接符 1693">
            <a:extLst>
              <a:ext uri="{FF2B5EF4-FFF2-40B4-BE49-F238E27FC236}">
                <a16:creationId xmlns:a16="http://schemas.microsoft.com/office/drawing/2014/main" id="{DC85879F-2F6C-4421-9CF0-363D97A25A3D}"/>
              </a:ext>
            </a:extLst>
          </p:cNvPr>
          <p:cNvCxnSpPr>
            <a:cxnSpLocks/>
            <a:stCxn id="1690" idx="0"/>
            <a:endCxn id="1689" idx="2"/>
          </p:cNvCxnSpPr>
          <p:nvPr/>
        </p:nvCxnSpPr>
        <p:spPr>
          <a:xfrm flipV="1">
            <a:off x="860387" y="4112450"/>
            <a:ext cx="468034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5" name="直接连接符 1694">
            <a:extLst>
              <a:ext uri="{FF2B5EF4-FFF2-40B4-BE49-F238E27FC236}">
                <a16:creationId xmlns:a16="http://schemas.microsoft.com/office/drawing/2014/main" id="{E4461990-204D-48D1-9CC4-011A3A5B4EF8}"/>
              </a:ext>
            </a:extLst>
          </p:cNvPr>
          <p:cNvCxnSpPr>
            <a:cxnSpLocks/>
            <a:stCxn id="1691" idx="0"/>
            <a:endCxn id="1689" idx="2"/>
          </p:cNvCxnSpPr>
          <p:nvPr/>
        </p:nvCxnSpPr>
        <p:spPr>
          <a:xfrm flipV="1">
            <a:off x="1328421" y="4112450"/>
            <a:ext cx="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6" name="矩形 1695">
            <a:extLst>
              <a:ext uri="{FF2B5EF4-FFF2-40B4-BE49-F238E27FC236}">
                <a16:creationId xmlns:a16="http://schemas.microsoft.com/office/drawing/2014/main" id="{5870B1EB-23D6-47D3-AFF5-B1FBDD5F58A6}"/>
              </a:ext>
            </a:extLst>
          </p:cNvPr>
          <p:cNvSpPr/>
          <p:nvPr/>
        </p:nvSpPr>
        <p:spPr>
          <a:xfrm>
            <a:off x="1062553" y="4401537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7" name="矩形 1696">
            <a:extLst>
              <a:ext uri="{FF2B5EF4-FFF2-40B4-BE49-F238E27FC236}">
                <a16:creationId xmlns:a16="http://schemas.microsoft.com/office/drawing/2014/main" id="{9D82E67E-80A6-4C42-B8D6-7C45F70E168D}"/>
              </a:ext>
            </a:extLst>
          </p:cNvPr>
          <p:cNvSpPr/>
          <p:nvPr/>
        </p:nvSpPr>
        <p:spPr>
          <a:xfrm>
            <a:off x="1062553" y="3896450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8" name="矩形 1697">
            <a:extLst>
              <a:ext uri="{FF2B5EF4-FFF2-40B4-BE49-F238E27FC236}">
                <a16:creationId xmlns:a16="http://schemas.microsoft.com/office/drawing/2014/main" id="{F0E05AC7-0DAA-4690-9226-737B190B7BCD}"/>
              </a:ext>
            </a:extLst>
          </p:cNvPr>
          <p:cNvSpPr/>
          <p:nvPr/>
        </p:nvSpPr>
        <p:spPr>
          <a:xfrm>
            <a:off x="1634401" y="3284450"/>
            <a:ext cx="1800001" cy="288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9" name="矩形 1698">
            <a:extLst>
              <a:ext uri="{FF2B5EF4-FFF2-40B4-BE49-F238E27FC236}">
                <a16:creationId xmlns:a16="http://schemas.microsoft.com/office/drawing/2014/main" id="{237508FE-E871-4480-A882-4E900DDDD21B}"/>
              </a:ext>
            </a:extLst>
          </p:cNvPr>
          <p:cNvSpPr/>
          <p:nvPr/>
        </p:nvSpPr>
        <p:spPr>
          <a:xfrm>
            <a:off x="1706401" y="3356450"/>
            <a:ext cx="432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0" name="矩形 1699">
            <a:extLst>
              <a:ext uri="{FF2B5EF4-FFF2-40B4-BE49-F238E27FC236}">
                <a16:creationId xmlns:a16="http://schemas.microsoft.com/office/drawing/2014/main" id="{6E859400-9650-45B2-92C9-6ECFC5185825}"/>
              </a:ext>
            </a:extLst>
          </p:cNvPr>
          <p:cNvSpPr/>
          <p:nvPr/>
        </p:nvSpPr>
        <p:spPr>
          <a:xfrm>
            <a:off x="2318401" y="3356450"/>
            <a:ext cx="432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1" name="矩形 1700">
            <a:extLst>
              <a:ext uri="{FF2B5EF4-FFF2-40B4-BE49-F238E27FC236}">
                <a16:creationId xmlns:a16="http://schemas.microsoft.com/office/drawing/2014/main" id="{F86228F8-51FC-4EC3-8702-D01259484813}"/>
              </a:ext>
            </a:extLst>
          </p:cNvPr>
          <p:cNvSpPr/>
          <p:nvPr/>
        </p:nvSpPr>
        <p:spPr>
          <a:xfrm>
            <a:off x="2930400" y="3356450"/>
            <a:ext cx="432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2" name="矩形 1701">
            <a:extLst>
              <a:ext uri="{FF2B5EF4-FFF2-40B4-BE49-F238E27FC236}">
                <a16:creationId xmlns:a16="http://schemas.microsoft.com/office/drawing/2014/main" id="{CC87F677-28C5-4F84-879E-E55B6B9E3740}"/>
              </a:ext>
            </a:extLst>
          </p:cNvPr>
          <p:cNvSpPr/>
          <p:nvPr/>
        </p:nvSpPr>
        <p:spPr>
          <a:xfrm>
            <a:off x="2189624" y="3356450"/>
            <a:ext cx="72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3" name="矩形 1702">
            <a:extLst>
              <a:ext uri="{FF2B5EF4-FFF2-40B4-BE49-F238E27FC236}">
                <a16:creationId xmlns:a16="http://schemas.microsoft.com/office/drawing/2014/main" id="{AE5CF7E2-E04B-41EC-8928-95F467873C14}"/>
              </a:ext>
            </a:extLst>
          </p:cNvPr>
          <p:cNvSpPr/>
          <p:nvPr/>
        </p:nvSpPr>
        <p:spPr>
          <a:xfrm>
            <a:off x="2801623" y="3356450"/>
            <a:ext cx="72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4" name="矩形 1703">
            <a:extLst>
              <a:ext uri="{FF2B5EF4-FFF2-40B4-BE49-F238E27FC236}">
                <a16:creationId xmlns:a16="http://schemas.microsoft.com/office/drawing/2014/main" id="{D1B0EDDB-CCFE-4053-90E1-13ABE74179A6}"/>
              </a:ext>
            </a:extLst>
          </p:cNvPr>
          <p:cNvSpPr/>
          <p:nvPr/>
        </p:nvSpPr>
        <p:spPr>
          <a:xfrm>
            <a:off x="3506371" y="3284450"/>
            <a:ext cx="1944000" cy="288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5" name="矩形 1704">
            <a:extLst>
              <a:ext uri="{FF2B5EF4-FFF2-40B4-BE49-F238E27FC236}">
                <a16:creationId xmlns:a16="http://schemas.microsoft.com/office/drawing/2014/main" id="{7B89B28C-5693-44C4-9424-3C90CFFBC76B}"/>
              </a:ext>
            </a:extLst>
          </p:cNvPr>
          <p:cNvSpPr/>
          <p:nvPr/>
        </p:nvSpPr>
        <p:spPr>
          <a:xfrm>
            <a:off x="3578372" y="3356450"/>
            <a:ext cx="432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6" name="矩形 1705">
            <a:extLst>
              <a:ext uri="{FF2B5EF4-FFF2-40B4-BE49-F238E27FC236}">
                <a16:creationId xmlns:a16="http://schemas.microsoft.com/office/drawing/2014/main" id="{11B0A90B-269C-4A1F-A32A-D5DD84102B0F}"/>
              </a:ext>
            </a:extLst>
          </p:cNvPr>
          <p:cNvSpPr/>
          <p:nvPr/>
        </p:nvSpPr>
        <p:spPr>
          <a:xfrm>
            <a:off x="4190372" y="3356450"/>
            <a:ext cx="432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7" name="矩形 1706">
            <a:extLst>
              <a:ext uri="{FF2B5EF4-FFF2-40B4-BE49-F238E27FC236}">
                <a16:creationId xmlns:a16="http://schemas.microsoft.com/office/drawing/2014/main" id="{D06D9F07-E1E1-40BF-92C2-9AD4C9213D90}"/>
              </a:ext>
            </a:extLst>
          </p:cNvPr>
          <p:cNvSpPr/>
          <p:nvPr/>
        </p:nvSpPr>
        <p:spPr>
          <a:xfrm>
            <a:off x="4802371" y="3356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8" name="矩形 1707">
            <a:extLst>
              <a:ext uri="{FF2B5EF4-FFF2-40B4-BE49-F238E27FC236}">
                <a16:creationId xmlns:a16="http://schemas.microsoft.com/office/drawing/2014/main" id="{7D05F286-43FF-4746-B5FB-A8D85173D88B}"/>
              </a:ext>
            </a:extLst>
          </p:cNvPr>
          <p:cNvSpPr/>
          <p:nvPr/>
        </p:nvSpPr>
        <p:spPr>
          <a:xfrm>
            <a:off x="4061595" y="3356450"/>
            <a:ext cx="72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9" name="矩形 1708">
            <a:extLst>
              <a:ext uri="{FF2B5EF4-FFF2-40B4-BE49-F238E27FC236}">
                <a16:creationId xmlns:a16="http://schemas.microsoft.com/office/drawing/2014/main" id="{956FCE13-E18F-4A05-8999-ADDBAE9AF335}"/>
              </a:ext>
            </a:extLst>
          </p:cNvPr>
          <p:cNvSpPr/>
          <p:nvPr/>
        </p:nvSpPr>
        <p:spPr>
          <a:xfrm>
            <a:off x="4673594" y="3356450"/>
            <a:ext cx="72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0" name="矩形 1709">
            <a:extLst>
              <a:ext uri="{FF2B5EF4-FFF2-40B4-BE49-F238E27FC236}">
                <a16:creationId xmlns:a16="http://schemas.microsoft.com/office/drawing/2014/main" id="{86B653A6-16D7-4875-9C39-382A9FC67EA6}"/>
              </a:ext>
            </a:extLst>
          </p:cNvPr>
          <p:cNvSpPr/>
          <p:nvPr/>
        </p:nvSpPr>
        <p:spPr>
          <a:xfrm>
            <a:off x="3434381" y="1412450"/>
            <a:ext cx="5328000" cy="936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1" name="矩形 1710">
            <a:extLst>
              <a:ext uri="{FF2B5EF4-FFF2-40B4-BE49-F238E27FC236}">
                <a16:creationId xmlns:a16="http://schemas.microsoft.com/office/drawing/2014/main" id="{FE863E89-3D7F-4C10-839F-C20347A250D5}"/>
              </a:ext>
            </a:extLst>
          </p:cNvPr>
          <p:cNvSpPr/>
          <p:nvPr/>
        </p:nvSpPr>
        <p:spPr>
          <a:xfrm>
            <a:off x="4766400" y="1484450"/>
            <a:ext cx="2664000" cy="288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2" name="矩形 1711">
            <a:extLst>
              <a:ext uri="{FF2B5EF4-FFF2-40B4-BE49-F238E27FC236}">
                <a16:creationId xmlns:a16="http://schemas.microsoft.com/office/drawing/2014/main" id="{67C87BD5-42DD-4A4F-B5A5-B296AF582B62}"/>
              </a:ext>
            </a:extLst>
          </p:cNvPr>
          <p:cNvSpPr/>
          <p:nvPr/>
        </p:nvSpPr>
        <p:spPr>
          <a:xfrm>
            <a:off x="3434381" y="836450"/>
            <a:ext cx="5328000" cy="360000"/>
          </a:xfrm>
          <a:prstGeom prst="rect">
            <a:avLst/>
          </a:prstGeom>
          <a:solidFill>
            <a:srgbClr val="F9F9F9"/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3" name="矩形 1712">
            <a:extLst>
              <a:ext uri="{FF2B5EF4-FFF2-40B4-BE49-F238E27FC236}">
                <a16:creationId xmlns:a16="http://schemas.microsoft.com/office/drawing/2014/main" id="{CE1FF295-F289-448E-B2C5-E4C5CDAFB1B1}"/>
              </a:ext>
            </a:extLst>
          </p:cNvPr>
          <p:cNvSpPr/>
          <p:nvPr/>
        </p:nvSpPr>
        <p:spPr>
          <a:xfrm>
            <a:off x="3542400" y="1988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4" name="矩形 1713">
            <a:extLst>
              <a:ext uri="{FF2B5EF4-FFF2-40B4-BE49-F238E27FC236}">
                <a16:creationId xmlns:a16="http://schemas.microsoft.com/office/drawing/2014/main" id="{6512627C-C36B-492D-BADB-A4AA159837F3}"/>
              </a:ext>
            </a:extLst>
          </p:cNvPr>
          <p:cNvSpPr/>
          <p:nvPr/>
        </p:nvSpPr>
        <p:spPr>
          <a:xfrm>
            <a:off x="4838400" y="1556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*********</a:t>
            </a:r>
            <a:endParaRPr lang="zh-CN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5" name="矩形 1714">
            <a:extLst>
              <a:ext uri="{FF2B5EF4-FFF2-40B4-BE49-F238E27FC236}">
                <a16:creationId xmlns:a16="http://schemas.microsoft.com/office/drawing/2014/main" id="{3310F854-AA89-4B6B-BBA3-996ED3638F48}"/>
              </a:ext>
            </a:extLst>
          </p:cNvPr>
          <p:cNvSpPr/>
          <p:nvPr/>
        </p:nvSpPr>
        <p:spPr>
          <a:xfrm>
            <a:off x="5486400" y="1556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6" name="矩形 1715">
            <a:extLst>
              <a:ext uri="{FF2B5EF4-FFF2-40B4-BE49-F238E27FC236}">
                <a16:creationId xmlns:a16="http://schemas.microsoft.com/office/drawing/2014/main" id="{F77A402B-3A66-4DB1-870E-64A918491E76}"/>
              </a:ext>
            </a:extLst>
          </p:cNvPr>
          <p:cNvSpPr/>
          <p:nvPr/>
        </p:nvSpPr>
        <p:spPr>
          <a:xfrm>
            <a:off x="6134400" y="1556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7" name="矩形 1716">
            <a:extLst>
              <a:ext uri="{FF2B5EF4-FFF2-40B4-BE49-F238E27FC236}">
                <a16:creationId xmlns:a16="http://schemas.microsoft.com/office/drawing/2014/main" id="{736E1CA8-0D6D-47BB-8131-D52664C1DB7F}"/>
              </a:ext>
            </a:extLst>
          </p:cNvPr>
          <p:cNvSpPr/>
          <p:nvPr/>
        </p:nvSpPr>
        <p:spPr>
          <a:xfrm>
            <a:off x="6782400" y="1556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8" name="矩形 1717">
            <a:extLst>
              <a:ext uri="{FF2B5EF4-FFF2-40B4-BE49-F238E27FC236}">
                <a16:creationId xmlns:a16="http://schemas.microsoft.com/office/drawing/2014/main" id="{96C6BB50-5889-4FF5-94EF-5089520C0CCF}"/>
              </a:ext>
            </a:extLst>
          </p:cNvPr>
          <p:cNvSpPr/>
          <p:nvPr/>
        </p:nvSpPr>
        <p:spPr>
          <a:xfrm>
            <a:off x="4190400" y="1988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9" name="矩形 1718">
            <a:extLst>
              <a:ext uri="{FF2B5EF4-FFF2-40B4-BE49-F238E27FC236}">
                <a16:creationId xmlns:a16="http://schemas.microsoft.com/office/drawing/2014/main" id="{31C0AA29-58C4-432C-B33A-35CE71F0E6FC}"/>
              </a:ext>
            </a:extLst>
          </p:cNvPr>
          <p:cNvSpPr/>
          <p:nvPr/>
        </p:nvSpPr>
        <p:spPr>
          <a:xfrm>
            <a:off x="7430400" y="1988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0" name="矩形 1719">
            <a:extLst>
              <a:ext uri="{FF2B5EF4-FFF2-40B4-BE49-F238E27FC236}">
                <a16:creationId xmlns:a16="http://schemas.microsoft.com/office/drawing/2014/main" id="{6CA8FF39-466B-452A-B268-DAB21F4DBA8C}"/>
              </a:ext>
            </a:extLst>
          </p:cNvPr>
          <p:cNvSpPr/>
          <p:nvPr/>
        </p:nvSpPr>
        <p:spPr>
          <a:xfrm>
            <a:off x="8078400" y="1988450"/>
            <a:ext cx="576000" cy="144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1" name="矩形 1720">
            <a:extLst>
              <a:ext uri="{FF2B5EF4-FFF2-40B4-BE49-F238E27FC236}">
                <a16:creationId xmlns:a16="http://schemas.microsoft.com/office/drawing/2014/main" id="{5FE3C2E3-D89D-47EC-90D6-B0051A7659E9}"/>
              </a:ext>
            </a:extLst>
          </p:cNvPr>
          <p:cNvSpPr/>
          <p:nvPr/>
        </p:nvSpPr>
        <p:spPr>
          <a:xfrm>
            <a:off x="3542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22" name="矩形 1721">
            <a:extLst>
              <a:ext uri="{FF2B5EF4-FFF2-40B4-BE49-F238E27FC236}">
                <a16:creationId xmlns:a16="http://schemas.microsoft.com/office/drawing/2014/main" id="{7515A121-9C23-41CF-BA85-F7A32D4E53DB}"/>
              </a:ext>
            </a:extLst>
          </p:cNvPr>
          <p:cNvSpPr/>
          <p:nvPr/>
        </p:nvSpPr>
        <p:spPr>
          <a:xfrm>
            <a:off x="4190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23" name="矩形 1722">
            <a:extLst>
              <a:ext uri="{FF2B5EF4-FFF2-40B4-BE49-F238E27FC236}">
                <a16:creationId xmlns:a16="http://schemas.microsoft.com/office/drawing/2014/main" id="{20294976-85F5-489B-A1A8-BEBF1A0DCF7E}"/>
              </a:ext>
            </a:extLst>
          </p:cNvPr>
          <p:cNvSpPr/>
          <p:nvPr/>
        </p:nvSpPr>
        <p:spPr>
          <a:xfrm>
            <a:off x="4838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24" name="矩形 1723">
            <a:extLst>
              <a:ext uri="{FF2B5EF4-FFF2-40B4-BE49-F238E27FC236}">
                <a16:creationId xmlns:a16="http://schemas.microsoft.com/office/drawing/2014/main" id="{34C2CCA6-743C-443E-B1F8-01E841A6E3B5}"/>
              </a:ext>
            </a:extLst>
          </p:cNvPr>
          <p:cNvSpPr/>
          <p:nvPr/>
        </p:nvSpPr>
        <p:spPr>
          <a:xfrm>
            <a:off x="5486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25" name="矩形 1724">
            <a:extLst>
              <a:ext uri="{FF2B5EF4-FFF2-40B4-BE49-F238E27FC236}">
                <a16:creationId xmlns:a16="http://schemas.microsoft.com/office/drawing/2014/main" id="{210DE52A-9D3E-4365-902A-57D580F6FA3A}"/>
              </a:ext>
            </a:extLst>
          </p:cNvPr>
          <p:cNvSpPr/>
          <p:nvPr/>
        </p:nvSpPr>
        <p:spPr>
          <a:xfrm>
            <a:off x="6134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26" name="矩形 1725">
            <a:extLst>
              <a:ext uri="{FF2B5EF4-FFF2-40B4-BE49-F238E27FC236}">
                <a16:creationId xmlns:a16="http://schemas.microsoft.com/office/drawing/2014/main" id="{8805AE23-E3E6-4767-9856-C7587760A83A}"/>
              </a:ext>
            </a:extLst>
          </p:cNvPr>
          <p:cNvSpPr/>
          <p:nvPr/>
        </p:nvSpPr>
        <p:spPr>
          <a:xfrm>
            <a:off x="6782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27" name="矩形 1726">
            <a:extLst>
              <a:ext uri="{FF2B5EF4-FFF2-40B4-BE49-F238E27FC236}">
                <a16:creationId xmlns:a16="http://schemas.microsoft.com/office/drawing/2014/main" id="{A5E33E66-77BD-4D18-A7D6-A160DF9E72EB}"/>
              </a:ext>
            </a:extLst>
          </p:cNvPr>
          <p:cNvSpPr/>
          <p:nvPr/>
        </p:nvSpPr>
        <p:spPr>
          <a:xfrm>
            <a:off x="7430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28" name="矩形 1727">
            <a:extLst>
              <a:ext uri="{FF2B5EF4-FFF2-40B4-BE49-F238E27FC236}">
                <a16:creationId xmlns:a16="http://schemas.microsoft.com/office/drawing/2014/main" id="{FBADAF2E-22EA-4C1D-A17C-CF1B02F6C144}"/>
              </a:ext>
            </a:extLst>
          </p:cNvPr>
          <p:cNvSpPr/>
          <p:nvPr/>
        </p:nvSpPr>
        <p:spPr>
          <a:xfrm>
            <a:off x="8078400" y="944450"/>
            <a:ext cx="576000" cy="144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700">
                <a:solidFill>
                  <a:schemeClr val="bg1"/>
                </a:solidFill>
                <a:latin typeface="+mn-ea"/>
              </a:rPr>
              <a:t>***</a:t>
            </a:r>
            <a:endParaRPr lang="zh-CN" altLang="en-US" sz="7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729" name="直接连接符 1728">
            <a:extLst>
              <a:ext uri="{FF2B5EF4-FFF2-40B4-BE49-F238E27FC236}">
                <a16:creationId xmlns:a16="http://schemas.microsoft.com/office/drawing/2014/main" id="{78D1E604-F400-4C56-9596-CA31676E9189}"/>
              </a:ext>
            </a:extLst>
          </p:cNvPr>
          <p:cNvCxnSpPr>
            <a:stCxn id="1721" idx="2"/>
            <a:endCxn id="1714" idx="0"/>
          </p:cNvCxnSpPr>
          <p:nvPr/>
        </p:nvCxnSpPr>
        <p:spPr>
          <a:xfrm>
            <a:off x="3830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0" name="直接连接符 1729">
            <a:extLst>
              <a:ext uri="{FF2B5EF4-FFF2-40B4-BE49-F238E27FC236}">
                <a16:creationId xmlns:a16="http://schemas.microsoft.com/office/drawing/2014/main" id="{9601028C-5832-41F7-B362-E74DAE861D29}"/>
              </a:ext>
            </a:extLst>
          </p:cNvPr>
          <p:cNvCxnSpPr>
            <a:cxnSpLocks/>
            <a:stCxn id="1722" idx="2"/>
            <a:endCxn id="1715" idx="0"/>
          </p:cNvCxnSpPr>
          <p:nvPr/>
        </p:nvCxnSpPr>
        <p:spPr>
          <a:xfrm>
            <a:off x="4478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1" name="直接连接符 1730">
            <a:extLst>
              <a:ext uri="{FF2B5EF4-FFF2-40B4-BE49-F238E27FC236}">
                <a16:creationId xmlns:a16="http://schemas.microsoft.com/office/drawing/2014/main" id="{90AF9D69-D603-4BFE-8E06-C8687F291591}"/>
              </a:ext>
            </a:extLst>
          </p:cNvPr>
          <p:cNvCxnSpPr>
            <a:cxnSpLocks/>
            <a:stCxn id="1723" idx="2"/>
            <a:endCxn id="1716" idx="0"/>
          </p:cNvCxnSpPr>
          <p:nvPr/>
        </p:nvCxnSpPr>
        <p:spPr>
          <a:xfrm>
            <a:off x="5126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2" name="直接连接符 1731">
            <a:extLst>
              <a:ext uri="{FF2B5EF4-FFF2-40B4-BE49-F238E27FC236}">
                <a16:creationId xmlns:a16="http://schemas.microsoft.com/office/drawing/2014/main" id="{AE8D1D7E-4378-4944-93B6-0A3DA9A7E145}"/>
              </a:ext>
            </a:extLst>
          </p:cNvPr>
          <p:cNvCxnSpPr>
            <a:cxnSpLocks/>
            <a:stCxn id="1724" idx="2"/>
            <a:endCxn id="1717" idx="0"/>
          </p:cNvCxnSpPr>
          <p:nvPr/>
        </p:nvCxnSpPr>
        <p:spPr>
          <a:xfrm>
            <a:off x="5774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3" name="直接连接符 1732">
            <a:extLst>
              <a:ext uri="{FF2B5EF4-FFF2-40B4-BE49-F238E27FC236}">
                <a16:creationId xmlns:a16="http://schemas.microsoft.com/office/drawing/2014/main" id="{BB491270-C915-4FBA-BF40-770E471E6A38}"/>
              </a:ext>
            </a:extLst>
          </p:cNvPr>
          <p:cNvCxnSpPr>
            <a:cxnSpLocks/>
            <a:stCxn id="1725" idx="2"/>
            <a:endCxn id="1714" idx="0"/>
          </p:cNvCxnSpPr>
          <p:nvPr/>
        </p:nvCxnSpPr>
        <p:spPr>
          <a:xfrm flipH="1">
            <a:off x="5126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4" name="直接连接符 1733">
            <a:extLst>
              <a:ext uri="{FF2B5EF4-FFF2-40B4-BE49-F238E27FC236}">
                <a16:creationId xmlns:a16="http://schemas.microsoft.com/office/drawing/2014/main" id="{3773A7F1-2FC1-4FCA-B036-A0AE704231B4}"/>
              </a:ext>
            </a:extLst>
          </p:cNvPr>
          <p:cNvCxnSpPr>
            <a:cxnSpLocks/>
            <a:stCxn id="1726" idx="2"/>
            <a:endCxn id="1715" idx="0"/>
          </p:cNvCxnSpPr>
          <p:nvPr/>
        </p:nvCxnSpPr>
        <p:spPr>
          <a:xfrm flipH="1">
            <a:off x="5774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5" name="直接连接符 1734">
            <a:extLst>
              <a:ext uri="{FF2B5EF4-FFF2-40B4-BE49-F238E27FC236}">
                <a16:creationId xmlns:a16="http://schemas.microsoft.com/office/drawing/2014/main" id="{F1E78153-F9BF-42C4-9305-240F45DED9D6}"/>
              </a:ext>
            </a:extLst>
          </p:cNvPr>
          <p:cNvCxnSpPr>
            <a:cxnSpLocks/>
            <a:stCxn id="1727" idx="2"/>
            <a:endCxn id="1716" idx="0"/>
          </p:cNvCxnSpPr>
          <p:nvPr/>
        </p:nvCxnSpPr>
        <p:spPr>
          <a:xfrm flipH="1">
            <a:off x="6422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6" name="直接连接符 1735">
            <a:extLst>
              <a:ext uri="{FF2B5EF4-FFF2-40B4-BE49-F238E27FC236}">
                <a16:creationId xmlns:a16="http://schemas.microsoft.com/office/drawing/2014/main" id="{1671AEE8-C544-41AD-9AFB-A95D926DC4BA}"/>
              </a:ext>
            </a:extLst>
          </p:cNvPr>
          <p:cNvCxnSpPr>
            <a:cxnSpLocks/>
            <a:stCxn id="1728" idx="2"/>
            <a:endCxn id="1717" idx="0"/>
          </p:cNvCxnSpPr>
          <p:nvPr/>
        </p:nvCxnSpPr>
        <p:spPr>
          <a:xfrm flipH="1">
            <a:off x="7070400" y="1088450"/>
            <a:ext cx="129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7" name="直接连接符 1736">
            <a:extLst>
              <a:ext uri="{FF2B5EF4-FFF2-40B4-BE49-F238E27FC236}">
                <a16:creationId xmlns:a16="http://schemas.microsoft.com/office/drawing/2014/main" id="{B4DED413-36FE-4373-82AE-6A59D469656E}"/>
              </a:ext>
            </a:extLst>
          </p:cNvPr>
          <p:cNvCxnSpPr>
            <a:cxnSpLocks/>
            <a:stCxn id="1721" idx="2"/>
            <a:endCxn id="1716" idx="0"/>
          </p:cNvCxnSpPr>
          <p:nvPr/>
        </p:nvCxnSpPr>
        <p:spPr>
          <a:xfrm>
            <a:off x="3830400" y="1088450"/>
            <a:ext cx="259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直接连接符 1737">
            <a:extLst>
              <a:ext uri="{FF2B5EF4-FFF2-40B4-BE49-F238E27FC236}">
                <a16:creationId xmlns:a16="http://schemas.microsoft.com/office/drawing/2014/main" id="{BBDC3764-BA99-4216-8748-40B1BA83B8E0}"/>
              </a:ext>
            </a:extLst>
          </p:cNvPr>
          <p:cNvCxnSpPr>
            <a:cxnSpLocks/>
            <a:stCxn id="1722" idx="2"/>
            <a:endCxn id="1717" idx="0"/>
          </p:cNvCxnSpPr>
          <p:nvPr/>
        </p:nvCxnSpPr>
        <p:spPr>
          <a:xfrm>
            <a:off x="4478400" y="1088450"/>
            <a:ext cx="259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9" name="直接连接符 1738">
            <a:extLst>
              <a:ext uri="{FF2B5EF4-FFF2-40B4-BE49-F238E27FC236}">
                <a16:creationId xmlns:a16="http://schemas.microsoft.com/office/drawing/2014/main" id="{B574C426-DEFD-4EA5-90E3-DBE34A8D50FE}"/>
              </a:ext>
            </a:extLst>
          </p:cNvPr>
          <p:cNvCxnSpPr>
            <a:cxnSpLocks/>
            <a:stCxn id="1723" idx="2"/>
            <a:endCxn id="1714" idx="0"/>
          </p:cNvCxnSpPr>
          <p:nvPr/>
        </p:nvCxnSpPr>
        <p:spPr>
          <a:xfrm>
            <a:off x="5126400" y="1088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0" name="直接连接符 1739">
            <a:extLst>
              <a:ext uri="{FF2B5EF4-FFF2-40B4-BE49-F238E27FC236}">
                <a16:creationId xmlns:a16="http://schemas.microsoft.com/office/drawing/2014/main" id="{213CE57D-B905-484C-A2A2-BE4BA1366B7C}"/>
              </a:ext>
            </a:extLst>
          </p:cNvPr>
          <p:cNvCxnSpPr>
            <a:cxnSpLocks/>
            <a:stCxn id="1724" idx="2"/>
            <a:endCxn id="1715" idx="0"/>
          </p:cNvCxnSpPr>
          <p:nvPr/>
        </p:nvCxnSpPr>
        <p:spPr>
          <a:xfrm>
            <a:off x="5774400" y="1088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1" name="直接连接符 1740">
            <a:extLst>
              <a:ext uri="{FF2B5EF4-FFF2-40B4-BE49-F238E27FC236}">
                <a16:creationId xmlns:a16="http://schemas.microsoft.com/office/drawing/2014/main" id="{98B46D8F-56B7-414F-9B12-EE3B3C0CA4FD}"/>
              </a:ext>
            </a:extLst>
          </p:cNvPr>
          <p:cNvCxnSpPr>
            <a:cxnSpLocks/>
            <a:stCxn id="1725" idx="2"/>
            <a:endCxn id="1716" idx="0"/>
          </p:cNvCxnSpPr>
          <p:nvPr/>
        </p:nvCxnSpPr>
        <p:spPr>
          <a:xfrm>
            <a:off x="6422400" y="1088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2" name="直接连接符 1741">
            <a:extLst>
              <a:ext uri="{FF2B5EF4-FFF2-40B4-BE49-F238E27FC236}">
                <a16:creationId xmlns:a16="http://schemas.microsoft.com/office/drawing/2014/main" id="{3BAC5622-59A1-43FD-9E2B-1FEB3D3AA8E0}"/>
              </a:ext>
            </a:extLst>
          </p:cNvPr>
          <p:cNvCxnSpPr>
            <a:cxnSpLocks/>
            <a:stCxn id="1726" idx="2"/>
            <a:endCxn id="1717" idx="0"/>
          </p:cNvCxnSpPr>
          <p:nvPr/>
        </p:nvCxnSpPr>
        <p:spPr>
          <a:xfrm>
            <a:off x="7070400" y="1088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" name="直接连接符 1742">
            <a:extLst>
              <a:ext uri="{FF2B5EF4-FFF2-40B4-BE49-F238E27FC236}">
                <a16:creationId xmlns:a16="http://schemas.microsoft.com/office/drawing/2014/main" id="{195BC80E-89C2-4944-BE85-CFBE06741E56}"/>
              </a:ext>
            </a:extLst>
          </p:cNvPr>
          <p:cNvCxnSpPr>
            <a:cxnSpLocks/>
            <a:stCxn id="1728" idx="2"/>
            <a:endCxn id="1715" idx="0"/>
          </p:cNvCxnSpPr>
          <p:nvPr/>
        </p:nvCxnSpPr>
        <p:spPr>
          <a:xfrm flipH="1">
            <a:off x="5774400" y="1088450"/>
            <a:ext cx="259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4" name="直接连接符 1743">
            <a:extLst>
              <a:ext uri="{FF2B5EF4-FFF2-40B4-BE49-F238E27FC236}">
                <a16:creationId xmlns:a16="http://schemas.microsoft.com/office/drawing/2014/main" id="{80103EE7-F73A-4D8D-83EC-F421CC7B1274}"/>
              </a:ext>
            </a:extLst>
          </p:cNvPr>
          <p:cNvCxnSpPr>
            <a:cxnSpLocks/>
            <a:stCxn id="1727" idx="2"/>
            <a:endCxn id="1714" idx="0"/>
          </p:cNvCxnSpPr>
          <p:nvPr/>
        </p:nvCxnSpPr>
        <p:spPr>
          <a:xfrm flipH="1">
            <a:off x="5126400" y="1088450"/>
            <a:ext cx="259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5" name="直接连接符 1744">
            <a:extLst>
              <a:ext uri="{FF2B5EF4-FFF2-40B4-BE49-F238E27FC236}">
                <a16:creationId xmlns:a16="http://schemas.microsoft.com/office/drawing/2014/main" id="{5092C2BB-650B-444A-8335-81460AE4EC6D}"/>
              </a:ext>
            </a:extLst>
          </p:cNvPr>
          <p:cNvCxnSpPr>
            <a:cxnSpLocks/>
            <a:stCxn id="1714" idx="2"/>
            <a:endCxn id="1713" idx="0"/>
          </p:cNvCxnSpPr>
          <p:nvPr/>
        </p:nvCxnSpPr>
        <p:spPr>
          <a:xfrm flipH="1">
            <a:off x="3830400" y="1700450"/>
            <a:ext cx="1296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6" name="直接连接符 1745">
            <a:extLst>
              <a:ext uri="{FF2B5EF4-FFF2-40B4-BE49-F238E27FC236}">
                <a16:creationId xmlns:a16="http://schemas.microsoft.com/office/drawing/2014/main" id="{17F294BF-B685-4FE2-80E1-F5E604AB6CF2}"/>
              </a:ext>
            </a:extLst>
          </p:cNvPr>
          <p:cNvCxnSpPr>
            <a:cxnSpLocks/>
            <a:stCxn id="1715" idx="2"/>
            <a:endCxn id="1713" idx="0"/>
          </p:cNvCxnSpPr>
          <p:nvPr/>
        </p:nvCxnSpPr>
        <p:spPr>
          <a:xfrm flipH="1">
            <a:off x="3830400" y="1700450"/>
            <a:ext cx="1944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7" name="直接连接符 1746">
            <a:extLst>
              <a:ext uri="{FF2B5EF4-FFF2-40B4-BE49-F238E27FC236}">
                <a16:creationId xmlns:a16="http://schemas.microsoft.com/office/drawing/2014/main" id="{6AD32462-BF66-4DF7-A904-B8101B0D3959}"/>
              </a:ext>
            </a:extLst>
          </p:cNvPr>
          <p:cNvCxnSpPr>
            <a:cxnSpLocks/>
            <a:stCxn id="1716" idx="2"/>
            <a:endCxn id="1713" idx="0"/>
          </p:cNvCxnSpPr>
          <p:nvPr/>
        </p:nvCxnSpPr>
        <p:spPr>
          <a:xfrm flipH="1">
            <a:off x="3830400" y="1700450"/>
            <a:ext cx="259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8" name="直接连接符 1747">
            <a:extLst>
              <a:ext uri="{FF2B5EF4-FFF2-40B4-BE49-F238E27FC236}">
                <a16:creationId xmlns:a16="http://schemas.microsoft.com/office/drawing/2014/main" id="{A949EAC6-1DCE-4583-8231-2DB4F01010DD}"/>
              </a:ext>
            </a:extLst>
          </p:cNvPr>
          <p:cNvCxnSpPr>
            <a:cxnSpLocks/>
            <a:stCxn id="1717" idx="2"/>
            <a:endCxn id="1713" idx="0"/>
          </p:cNvCxnSpPr>
          <p:nvPr/>
        </p:nvCxnSpPr>
        <p:spPr>
          <a:xfrm flipH="1">
            <a:off x="3830400" y="1700450"/>
            <a:ext cx="3240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9" name="直接连接符 1748">
            <a:extLst>
              <a:ext uri="{FF2B5EF4-FFF2-40B4-BE49-F238E27FC236}">
                <a16:creationId xmlns:a16="http://schemas.microsoft.com/office/drawing/2014/main" id="{C57D5820-4D33-4862-A5E2-364176046001}"/>
              </a:ext>
            </a:extLst>
          </p:cNvPr>
          <p:cNvCxnSpPr>
            <a:cxnSpLocks/>
            <a:stCxn id="1714" idx="2"/>
            <a:endCxn id="1718" idx="0"/>
          </p:cNvCxnSpPr>
          <p:nvPr/>
        </p:nvCxnSpPr>
        <p:spPr>
          <a:xfrm flipH="1">
            <a:off x="4478400" y="1700450"/>
            <a:ext cx="648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" name="直接连接符 1749">
            <a:extLst>
              <a:ext uri="{FF2B5EF4-FFF2-40B4-BE49-F238E27FC236}">
                <a16:creationId xmlns:a16="http://schemas.microsoft.com/office/drawing/2014/main" id="{AE705EB9-C1BE-465F-9B20-09F4E740FD2D}"/>
              </a:ext>
            </a:extLst>
          </p:cNvPr>
          <p:cNvCxnSpPr>
            <a:cxnSpLocks/>
            <a:stCxn id="1716" idx="2"/>
            <a:endCxn id="1718" idx="0"/>
          </p:cNvCxnSpPr>
          <p:nvPr/>
        </p:nvCxnSpPr>
        <p:spPr>
          <a:xfrm flipH="1">
            <a:off x="4478400" y="1700450"/>
            <a:ext cx="1944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" name="直接连接符 1750">
            <a:extLst>
              <a:ext uri="{FF2B5EF4-FFF2-40B4-BE49-F238E27FC236}">
                <a16:creationId xmlns:a16="http://schemas.microsoft.com/office/drawing/2014/main" id="{9CE43B7D-AC43-4432-A332-342C06AA1590}"/>
              </a:ext>
            </a:extLst>
          </p:cNvPr>
          <p:cNvCxnSpPr>
            <a:cxnSpLocks/>
            <a:stCxn id="1717" idx="2"/>
            <a:endCxn id="1718" idx="0"/>
          </p:cNvCxnSpPr>
          <p:nvPr/>
        </p:nvCxnSpPr>
        <p:spPr>
          <a:xfrm flipH="1">
            <a:off x="4478400" y="1700450"/>
            <a:ext cx="259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2" name="直接连接符 1751">
            <a:extLst>
              <a:ext uri="{FF2B5EF4-FFF2-40B4-BE49-F238E27FC236}">
                <a16:creationId xmlns:a16="http://schemas.microsoft.com/office/drawing/2014/main" id="{EAF1EADA-0061-4A48-A7D9-9FAB4C40438F}"/>
              </a:ext>
            </a:extLst>
          </p:cNvPr>
          <p:cNvCxnSpPr>
            <a:cxnSpLocks/>
            <a:stCxn id="1715" idx="2"/>
            <a:endCxn id="1718" idx="0"/>
          </p:cNvCxnSpPr>
          <p:nvPr/>
        </p:nvCxnSpPr>
        <p:spPr>
          <a:xfrm flipH="1">
            <a:off x="4478400" y="1700450"/>
            <a:ext cx="1296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3" name="直接连接符 1752">
            <a:extLst>
              <a:ext uri="{FF2B5EF4-FFF2-40B4-BE49-F238E27FC236}">
                <a16:creationId xmlns:a16="http://schemas.microsoft.com/office/drawing/2014/main" id="{637CE472-D53D-43B5-B3CE-0B46B6CBB821}"/>
              </a:ext>
            </a:extLst>
          </p:cNvPr>
          <p:cNvCxnSpPr>
            <a:cxnSpLocks/>
            <a:stCxn id="1714" idx="2"/>
            <a:endCxn id="1719" idx="0"/>
          </p:cNvCxnSpPr>
          <p:nvPr/>
        </p:nvCxnSpPr>
        <p:spPr>
          <a:xfrm>
            <a:off x="5126400" y="1700450"/>
            <a:ext cx="259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4" name="直接连接符 1753">
            <a:extLst>
              <a:ext uri="{FF2B5EF4-FFF2-40B4-BE49-F238E27FC236}">
                <a16:creationId xmlns:a16="http://schemas.microsoft.com/office/drawing/2014/main" id="{2D67DC47-24F2-4051-9FBC-0F6C48675FFF}"/>
              </a:ext>
            </a:extLst>
          </p:cNvPr>
          <p:cNvCxnSpPr>
            <a:cxnSpLocks/>
            <a:stCxn id="1715" idx="2"/>
            <a:endCxn id="1719" idx="0"/>
          </p:cNvCxnSpPr>
          <p:nvPr/>
        </p:nvCxnSpPr>
        <p:spPr>
          <a:xfrm>
            <a:off x="5774400" y="1700450"/>
            <a:ext cx="1944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5" name="直接连接符 1754">
            <a:extLst>
              <a:ext uri="{FF2B5EF4-FFF2-40B4-BE49-F238E27FC236}">
                <a16:creationId xmlns:a16="http://schemas.microsoft.com/office/drawing/2014/main" id="{DD34C8B3-D164-4C04-9B62-7AB761129B0C}"/>
              </a:ext>
            </a:extLst>
          </p:cNvPr>
          <p:cNvCxnSpPr>
            <a:cxnSpLocks/>
            <a:stCxn id="1716" idx="2"/>
            <a:endCxn id="1719" idx="0"/>
          </p:cNvCxnSpPr>
          <p:nvPr/>
        </p:nvCxnSpPr>
        <p:spPr>
          <a:xfrm>
            <a:off x="6422400" y="1700450"/>
            <a:ext cx="1296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6" name="直接连接符 1755">
            <a:extLst>
              <a:ext uri="{FF2B5EF4-FFF2-40B4-BE49-F238E27FC236}">
                <a16:creationId xmlns:a16="http://schemas.microsoft.com/office/drawing/2014/main" id="{91C3B75D-FA44-4AE0-A5F3-2C4E30474788}"/>
              </a:ext>
            </a:extLst>
          </p:cNvPr>
          <p:cNvCxnSpPr>
            <a:cxnSpLocks/>
            <a:stCxn id="1717" idx="2"/>
            <a:endCxn id="1719" idx="0"/>
          </p:cNvCxnSpPr>
          <p:nvPr/>
        </p:nvCxnSpPr>
        <p:spPr>
          <a:xfrm>
            <a:off x="7070400" y="1700450"/>
            <a:ext cx="648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7" name="直接连接符 1756">
            <a:extLst>
              <a:ext uri="{FF2B5EF4-FFF2-40B4-BE49-F238E27FC236}">
                <a16:creationId xmlns:a16="http://schemas.microsoft.com/office/drawing/2014/main" id="{1052C837-0429-4A2B-AA33-D3D109549F0B}"/>
              </a:ext>
            </a:extLst>
          </p:cNvPr>
          <p:cNvCxnSpPr>
            <a:cxnSpLocks/>
            <a:stCxn id="1714" idx="2"/>
            <a:endCxn id="1720" idx="0"/>
          </p:cNvCxnSpPr>
          <p:nvPr/>
        </p:nvCxnSpPr>
        <p:spPr>
          <a:xfrm>
            <a:off x="5126400" y="1700450"/>
            <a:ext cx="3240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8" name="直接连接符 1757">
            <a:extLst>
              <a:ext uri="{FF2B5EF4-FFF2-40B4-BE49-F238E27FC236}">
                <a16:creationId xmlns:a16="http://schemas.microsoft.com/office/drawing/2014/main" id="{96D27A51-971C-4028-B22D-2951E1583482}"/>
              </a:ext>
            </a:extLst>
          </p:cNvPr>
          <p:cNvCxnSpPr>
            <a:cxnSpLocks/>
            <a:stCxn id="1715" idx="2"/>
            <a:endCxn id="1720" idx="0"/>
          </p:cNvCxnSpPr>
          <p:nvPr/>
        </p:nvCxnSpPr>
        <p:spPr>
          <a:xfrm>
            <a:off x="5774400" y="1700450"/>
            <a:ext cx="2592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9" name="直接连接符 1758">
            <a:extLst>
              <a:ext uri="{FF2B5EF4-FFF2-40B4-BE49-F238E27FC236}">
                <a16:creationId xmlns:a16="http://schemas.microsoft.com/office/drawing/2014/main" id="{3C749D75-1421-47A6-8FE9-D15A6A65808A}"/>
              </a:ext>
            </a:extLst>
          </p:cNvPr>
          <p:cNvCxnSpPr>
            <a:cxnSpLocks/>
            <a:stCxn id="1716" idx="2"/>
            <a:endCxn id="1720" idx="0"/>
          </p:cNvCxnSpPr>
          <p:nvPr/>
        </p:nvCxnSpPr>
        <p:spPr>
          <a:xfrm>
            <a:off x="6422400" y="1700450"/>
            <a:ext cx="1944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0" name="直接连接符 1759">
            <a:extLst>
              <a:ext uri="{FF2B5EF4-FFF2-40B4-BE49-F238E27FC236}">
                <a16:creationId xmlns:a16="http://schemas.microsoft.com/office/drawing/2014/main" id="{2AA9624A-F48D-49C5-8E1F-9D7FF927764E}"/>
              </a:ext>
            </a:extLst>
          </p:cNvPr>
          <p:cNvCxnSpPr>
            <a:cxnSpLocks/>
            <a:stCxn id="1717" idx="2"/>
            <a:endCxn id="1720" idx="0"/>
          </p:cNvCxnSpPr>
          <p:nvPr/>
        </p:nvCxnSpPr>
        <p:spPr>
          <a:xfrm>
            <a:off x="7070400" y="1700450"/>
            <a:ext cx="1296000" cy="28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1" name="椭圆 1760">
            <a:extLst>
              <a:ext uri="{FF2B5EF4-FFF2-40B4-BE49-F238E27FC236}">
                <a16:creationId xmlns:a16="http://schemas.microsoft.com/office/drawing/2014/main" id="{CC42B4D9-14A2-4A86-86F6-CEEBF4EC3973}"/>
              </a:ext>
            </a:extLst>
          </p:cNvPr>
          <p:cNvSpPr/>
          <p:nvPr/>
        </p:nvSpPr>
        <p:spPr>
          <a:xfrm>
            <a:off x="3758400" y="2276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62" name="椭圆 1761">
            <a:extLst>
              <a:ext uri="{FF2B5EF4-FFF2-40B4-BE49-F238E27FC236}">
                <a16:creationId xmlns:a16="http://schemas.microsoft.com/office/drawing/2014/main" id="{9FDD5138-02EA-4470-87E2-680AD67A87A7}"/>
              </a:ext>
            </a:extLst>
          </p:cNvPr>
          <p:cNvSpPr/>
          <p:nvPr/>
        </p:nvSpPr>
        <p:spPr>
          <a:xfrm>
            <a:off x="4406400" y="2276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63" name="椭圆 1762">
            <a:extLst>
              <a:ext uri="{FF2B5EF4-FFF2-40B4-BE49-F238E27FC236}">
                <a16:creationId xmlns:a16="http://schemas.microsoft.com/office/drawing/2014/main" id="{0BB59C1A-35C2-4AEF-B390-1EAFC1209A44}"/>
              </a:ext>
            </a:extLst>
          </p:cNvPr>
          <p:cNvSpPr/>
          <p:nvPr/>
        </p:nvSpPr>
        <p:spPr>
          <a:xfrm>
            <a:off x="7646400" y="2276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64" name="椭圆 1763">
            <a:extLst>
              <a:ext uri="{FF2B5EF4-FFF2-40B4-BE49-F238E27FC236}">
                <a16:creationId xmlns:a16="http://schemas.microsoft.com/office/drawing/2014/main" id="{7DD55335-5F00-4585-B317-EA15398C7CDC}"/>
              </a:ext>
            </a:extLst>
          </p:cNvPr>
          <p:cNvSpPr/>
          <p:nvPr/>
        </p:nvSpPr>
        <p:spPr>
          <a:xfrm>
            <a:off x="8294400" y="2276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765" name="直接连接符 1764">
            <a:extLst>
              <a:ext uri="{FF2B5EF4-FFF2-40B4-BE49-F238E27FC236}">
                <a16:creationId xmlns:a16="http://schemas.microsoft.com/office/drawing/2014/main" id="{55277037-7E50-407A-ACF9-B405AB73D718}"/>
              </a:ext>
            </a:extLst>
          </p:cNvPr>
          <p:cNvCxnSpPr>
            <a:cxnSpLocks/>
            <a:stCxn id="1713" idx="2"/>
            <a:endCxn id="1761" idx="0"/>
          </p:cNvCxnSpPr>
          <p:nvPr/>
        </p:nvCxnSpPr>
        <p:spPr>
          <a:xfrm>
            <a:off x="3830400" y="2132450"/>
            <a:ext cx="0" cy="14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6" name="直接连接符 1765">
            <a:extLst>
              <a:ext uri="{FF2B5EF4-FFF2-40B4-BE49-F238E27FC236}">
                <a16:creationId xmlns:a16="http://schemas.microsoft.com/office/drawing/2014/main" id="{DB1D2F62-02C4-4558-AF38-D203DD421BD4}"/>
              </a:ext>
            </a:extLst>
          </p:cNvPr>
          <p:cNvCxnSpPr>
            <a:cxnSpLocks/>
            <a:stCxn id="1718" idx="2"/>
            <a:endCxn id="1762" idx="0"/>
          </p:cNvCxnSpPr>
          <p:nvPr/>
        </p:nvCxnSpPr>
        <p:spPr>
          <a:xfrm>
            <a:off x="4478400" y="2132450"/>
            <a:ext cx="0" cy="14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7" name="直接连接符 1766">
            <a:extLst>
              <a:ext uri="{FF2B5EF4-FFF2-40B4-BE49-F238E27FC236}">
                <a16:creationId xmlns:a16="http://schemas.microsoft.com/office/drawing/2014/main" id="{DC1137A8-939B-4157-91A5-472254F021BF}"/>
              </a:ext>
            </a:extLst>
          </p:cNvPr>
          <p:cNvCxnSpPr>
            <a:cxnSpLocks/>
            <a:stCxn id="1713" idx="2"/>
            <a:endCxn id="1762" idx="1"/>
          </p:cNvCxnSpPr>
          <p:nvPr/>
        </p:nvCxnSpPr>
        <p:spPr>
          <a:xfrm>
            <a:off x="3830400" y="2132450"/>
            <a:ext cx="597088" cy="16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8" name="直接连接符 1767">
            <a:extLst>
              <a:ext uri="{FF2B5EF4-FFF2-40B4-BE49-F238E27FC236}">
                <a16:creationId xmlns:a16="http://schemas.microsoft.com/office/drawing/2014/main" id="{5C51DB7B-6D53-4A0C-BD31-B1089E25E851}"/>
              </a:ext>
            </a:extLst>
          </p:cNvPr>
          <p:cNvCxnSpPr>
            <a:cxnSpLocks/>
            <a:stCxn id="1718" idx="2"/>
            <a:endCxn id="1761" idx="7"/>
          </p:cNvCxnSpPr>
          <p:nvPr/>
        </p:nvCxnSpPr>
        <p:spPr>
          <a:xfrm flipH="1">
            <a:off x="3881312" y="2132450"/>
            <a:ext cx="597088" cy="16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9" name="直接连接符 1768">
            <a:extLst>
              <a:ext uri="{FF2B5EF4-FFF2-40B4-BE49-F238E27FC236}">
                <a16:creationId xmlns:a16="http://schemas.microsoft.com/office/drawing/2014/main" id="{EBD4C6E3-4DDD-4BF4-85CE-5A306BFD0C5F}"/>
              </a:ext>
            </a:extLst>
          </p:cNvPr>
          <p:cNvCxnSpPr>
            <a:cxnSpLocks/>
            <a:stCxn id="1719" idx="2"/>
            <a:endCxn id="1763" idx="0"/>
          </p:cNvCxnSpPr>
          <p:nvPr/>
        </p:nvCxnSpPr>
        <p:spPr>
          <a:xfrm>
            <a:off x="7718400" y="2132450"/>
            <a:ext cx="0" cy="14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0" name="直接连接符 1769">
            <a:extLst>
              <a:ext uri="{FF2B5EF4-FFF2-40B4-BE49-F238E27FC236}">
                <a16:creationId xmlns:a16="http://schemas.microsoft.com/office/drawing/2014/main" id="{3AD32CAD-FB33-4E13-8EA9-AFBDFD009828}"/>
              </a:ext>
            </a:extLst>
          </p:cNvPr>
          <p:cNvCxnSpPr>
            <a:cxnSpLocks/>
            <a:stCxn id="1720" idx="2"/>
            <a:endCxn id="1764" idx="0"/>
          </p:cNvCxnSpPr>
          <p:nvPr/>
        </p:nvCxnSpPr>
        <p:spPr>
          <a:xfrm>
            <a:off x="8366400" y="2132450"/>
            <a:ext cx="0" cy="14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1" name="直接连接符 1770">
            <a:extLst>
              <a:ext uri="{FF2B5EF4-FFF2-40B4-BE49-F238E27FC236}">
                <a16:creationId xmlns:a16="http://schemas.microsoft.com/office/drawing/2014/main" id="{A421796A-E70D-456F-96A5-F3AB7FB6E06D}"/>
              </a:ext>
            </a:extLst>
          </p:cNvPr>
          <p:cNvCxnSpPr>
            <a:cxnSpLocks/>
            <a:stCxn id="1719" idx="2"/>
            <a:endCxn id="1764" idx="1"/>
          </p:cNvCxnSpPr>
          <p:nvPr/>
        </p:nvCxnSpPr>
        <p:spPr>
          <a:xfrm>
            <a:off x="7718400" y="2132450"/>
            <a:ext cx="597088" cy="16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2" name="直接连接符 1771">
            <a:extLst>
              <a:ext uri="{FF2B5EF4-FFF2-40B4-BE49-F238E27FC236}">
                <a16:creationId xmlns:a16="http://schemas.microsoft.com/office/drawing/2014/main" id="{5548BC85-456E-4F58-AA92-D02F353CC8F1}"/>
              </a:ext>
            </a:extLst>
          </p:cNvPr>
          <p:cNvCxnSpPr>
            <a:cxnSpLocks/>
            <a:stCxn id="1720" idx="2"/>
            <a:endCxn id="1763" idx="7"/>
          </p:cNvCxnSpPr>
          <p:nvPr/>
        </p:nvCxnSpPr>
        <p:spPr>
          <a:xfrm flipH="1">
            <a:off x="7769312" y="2132450"/>
            <a:ext cx="597088" cy="16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3" name="矩形 1772">
            <a:extLst>
              <a:ext uri="{FF2B5EF4-FFF2-40B4-BE49-F238E27FC236}">
                <a16:creationId xmlns:a16="http://schemas.microsoft.com/office/drawing/2014/main" id="{9B06C6A7-4330-480D-964D-A5A0628B48A5}"/>
              </a:ext>
            </a:extLst>
          </p:cNvPr>
          <p:cNvSpPr/>
          <p:nvPr/>
        </p:nvSpPr>
        <p:spPr>
          <a:xfrm>
            <a:off x="518400" y="1412450"/>
            <a:ext cx="2736000" cy="1512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74" name="矩形 1773">
            <a:extLst>
              <a:ext uri="{FF2B5EF4-FFF2-40B4-BE49-F238E27FC236}">
                <a16:creationId xmlns:a16="http://schemas.microsoft.com/office/drawing/2014/main" id="{F5876637-66BC-4A20-8DCE-A7436FF4B691}"/>
              </a:ext>
            </a:extLst>
          </p:cNvPr>
          <p:cNvSpPr/>
          <p:nvPr/>
        </p:nvSpPr>
        <p:spPr>
          <a:xfrm>
            <a:off x="626381" y="1520450"/>
            <a:ext cx="2520000" cy="1296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75" name="椭圆 1774">
            <a:extLst>
              <a:ext uri="{FF2B5EF4-FFF2-40B4-BE49-F238E27FC236}">
                <a16:creationId xmlns:a16="http://schemas.microsoft.com/office/drawing/2014/main" id="{99B5648F-6808-43F4-BA19-AD3319F48557}"/>
              </a:ext>
            </a:extLst>
          </p:cNvPr>
          <p:cNvSpPr/>
          <p:nvPr/>
        </p:nvSpPr>
        <p:spPr>
          <a:xfrm>
            <a:off x="896381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76" name="椭圆 1775">
            <a:extLst>
              <a:ext uri="{FF2B5EF4-FFF2-40B4-BE49-F238E27FC236}">
                <a16:creationId xmlns:a16="http://schemas.microsoft.com/office/drawing/2014/main" id="{65DF7A63-EDD2-42B7-8F47-A925E49849DF}"/>
              </a:ext>
            </a:extLst>
          </p:cNvPr>
          <p:cNvSpPr/>
          <p:nvPr/>
        </p:nvSpPr>
        <p:spPr>
          <a:xfrm>
            <a:off x="1508381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77" name="椭圆 1776">
            <a:extLst>
              <a:ext uri="{FF2B5EF4-FFF2-40B4-BE49-F238E27FC236}">
                <a16:creationId xmlns:a16="http://schemas.microsoft.com/office/drawing/2014/main" id="{A2C4E2CC-CBA0-4201-923B-FB6B67C65922}"/>
              </a:ext>
            </a:extLst>
          </p:cNvPr>
          <p:cNvSpPr/>
          <p:nvPr/>
        </p:nvSpPr>
        <p:spPr>
          <a:xfrm>
            <a:off x="2120381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78" name="椭圆 1777">
            <a:extLst>
              <a:ext uri="{FF2B5EF4-FFF2-40B4-BE49-F238E27FC236}">
                <a16:creationId xmlns:a16="http://schemas.microsoft.com/office/drawing/2014/main" id="{FCBF4BE2-9FD2-4155-9864-CB5106CAD01B}"/>
              </a:ext>
            </a:extLst>
          </p:cNvPr>
          <p:cNvSpPr/>
          <p:nvPr/>
        </p:nvSpPr>
        <p:spPr>
          <a:xfrm>
            <a:off x="2732381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79" name="矩形 1778">
            <a:extLst>
              <a:ext uri="{FF2B5EF4-FFF2-40B4-BE49-F238E27FC236}">
                <a16:creationId xmlns:a16="http://schemas.microsoft.com/office/drawing/2014/main" id="{E82B5972-E55F-422E-BAD3-8F0BB7FE9136}"/>
              </a:ext>
            </a:extLst>
          </p:cNvPr>
          <p:cNvSpPr/>
          <p:nvPr/>
        </p:nvSpPr>
        <p:spPr>
          <a:xfrm>
            <a:off x="698381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0" name="矩形 1779">
            <a:extLst>
              <a:ext uri="{FF2B5EF4-FFF2-40B4-BE49-F238E27FC236}">
                <a16:creationId xmlns:a16="http://schemas.microsoft.com/office/drawing/2014/main" id="{84CD5630-6620-4F6C-BFBB-E484FFB07265}"/>
              </a:ext>
            </a:extLst>
          </p:cNvPr>
          <p:cNvSpPr/>
          <p:nvPr/>
        </p:nvSpPr>
        <p:spPr>
          <a:xfrm>
            <a:off x="1310381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1" name="矩形 1780">
            <a:extLst>
              <a:ext uri="{FF2B5EF4-FFF2-40B4-BE49-F238E27FC236}">
                <a16:creationId xmlns:a16="http://schemas.microsoft.com/office/drawing/2014/main" id="{8DC40D7E-0725-4D5E-9034-F125FA5C7108}"/>
              </a:ext>
            </a:extLst>
          </p:cNvPr>
          <p:cNvSpPr/>
          <p:nvPr/>
        </p:nvSpPr>
        <p:spPr>
          <a:xfrm>
            <a:off x="1922381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2" name="矩形 1781">
            <a:extLst>
              <a:ext uri="{FF2B5EF4-FFF2-40B4-BE49-F238E27FC236}">
                <a16:creationId xmlns:a16="http://schemas.microsoft.com/office/drawing/2014/main" id="{9DE967AC-A5AD-48F1-9AD0-47E372833DE3}"/>
              </a:ext>
            </a:extLst>
          </p:cNvPr>
          <p:cNvSpPr/>
          <p:nvPr/>
        </p:nvSpPr>
        <p:spPr>
          <a:xfrm>
            <a:off x="2534381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3" name="矩形 1782">
            <a:extLst>
              <a:ext uri="{FF2B5EF4-FFF2-40B4-BE49-F238E27FC236}">
                <a16:creationId xmlns:a16="http://schemas.microsoft.com/office/drawing/2014/main" id="{8068C769-2492-4D79-8E10-3CCBB5AC094D}"/>
              </a:ext>
            </a:extLst>
          </p:cNvPr>
          <p:cNvSpPr/>
          <p:nvPr/>
        </p:nvSpPr>
        <p:spPr>
          <a:xfrm>
            <a:off x="698381" y="1592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4" name="矩形 1783">
            <a:extLst>
              <a:ext uri="{FF2B5EF4-FFF2-40B4-BE49-F238E27FC236}">
                <a16:creationId xmlns:a16="http://schemas.microsoft.com/office/drawing/2014/main" id="{10828A2F-9CE0-406E-BA98-59E655DCEFF3}"/>
              </a:ext>
            </a:extLst>
          </p:cNvPr>
          <p:cNvSpPr/>
          <p:nvPr/>
        </p:nvSpPr>
        <p:spPr>
          <a:xfrm>
            <a:off x="1310381" y="1592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5" name="矩形 1784">
            <a:extLst>
              <a:ext uri="{FF2B5EF4-FFF2-40B4-BE49-F238E27FC236}">
                <a16:creationId xmlns:a16="http://schemas.microsoft.com/office/drawing/2014/main" id="{134DE37C-D5F3-4FCC-A923-EC6B08A3C5C1}"/>
              </a:ext>
            </a:extLst>
          </p:cNvPr>
          <p:cNvSpPr/>
          <p:nvPr/>
        </p:nvSpPr>
        <p:spPr>
          <a:xfrm>
            <a:off x="1922381" y="1592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6" name="矩形 1785">
            <a:extLst>
              <a:ext uri="{FF2B5EF4-FFF2-40B4-BE49-F238E27FC236}">
                <a16:creationId xmlns:a16="http://schemas.microsoft.com/office/drawing/2014/main" id="{17898159-905D-4159-94B0-A8D36451B909}"/>
              </a:ext>
            </a:extLst>
          </p:cNvPr>
          <p:cNvSpPr/>
          <p:nvPr/>
        </p:nvSpPr>
        <p:spPr>
          <a:xfrm>
            <a:off x="2534381" y="1592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787" name="直接连接符 1786">
            <a:extLst>
              <a:ext uri="{FF2B5EF4-FFF2-40B4-BE49-F238E27FC236}">
                <a16:creationId xmlns:a16="http://schemas.microsoft.com/office/drawing/2014/main" id="{F00F7100-0BF4-4D89-8AE6-05E87A40A685}"/>
              </a:ext>
            </a:extLst>
          </p:cNvPr>
          <p:cNvCxnSpPr>
            <a:cxnSpLocks/>
            <a:stCxn id="1783" idx="2"/>
            <a:endCxn id="1779" idx="0"/>
          </p:cNvCxnSpPr>
          <p:nvPr/>
        </p:nvCxnSpPr>
        <p:spPr>
          <a:xfrm>
            <a:off x="968381" y="1772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8" name="直接连接符 1787">
            <a:extLst>
              <a:ext uri="{FF2B5EF4-FFF2-40B4-BE49-F238E27FC236}">
                <a16:creationId xmlns:a16="http://schemas.microsoft.com/office/drawing/2014/main" id="{D0D03B34-0F90-487B-82A1-7D80988508F6}"/>
              </a:ext>
            </a:extLst>
          </p:cNvPr>
          <p:cNvCxnSpPr>
            <a:cxnSpLocks/>
            <a:stCxn id="1784" idx="2"/>
            <a:endCxn id="1780" idx="0"/>
          </p:cNvCxnSpPr>
          <p:nvPr/>
        </p:nvCxnSpPr>
        <p:spPr>
          <a:xfrm>
            <a:off x="1580381" y="1772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9" name="直接连接符 1788">
            <a:extLst>
              <a:ext uri="{FF2B5EF4-FFF2-40B4-BE49-F238E27FC236}">
                <a16:creationId xmlns:a16="http://schemas.microsoft.com/office/drawing/2014/main" id="{F383949B-55A3-4CD3-9409-437480DB0CD7}"/>
              </a:ext>
            </a:extLst>
          </p:cNvPr>
          <p:cNvCxnSpPr>
            <a:cxnSpLocks/>
            <a:stCxn id="1785" idx="2"/>
            <a:endCxn id="1781" idx="0"/>
          </p:cNvCxnSpPr>
          <p:nvPr/>
        </p:nvCxnSpPr>
        <p:spPr>
          <a:xfrm>
            <a:off x="2192381" y="1772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0" name="直接连接符 1789">
            <a:extLst>
              <a:ext uri="{FF2B5EF4-FFF2-40B4-BE49-F238E27FC236}">
                <a16:creationId xmlns:a16="http://schemas.microsoft.com/office/drawing/2014/main" id="{AA74D8B9-93D8-4CD3-9FE9-5F7750923684}"/>
              </a:ext>
            </a:extLst>
          </p:cNvPr>
          <p:cNvCxnSpPr>
            <a:cxnSpLocks/>
            <a:stCxn id="1786" idx="2"/>
            <a:endCxn id="1782" idx="0"/>
          </p:cNvCxnSpPr>
          <p:nvPr/>
        </p:nvCxnSpPr>
        <p:spPr>
          <a:xfrm>
            <a:off x="2804381" y="1772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1" name="直接连接符 1790">
            <a:extLst>
              <a:ext uri="{FF2B5EF4-FFF2-40B4-BE49-F238E27FC236}">
                <a16:creationId xmlns:a16="http://schemas.microsoft.com/office/drawing/2014/main" id="{C9748F56-10F6-4965-9095-E2E7735843E5}"/>
              </a:ext>
            </a:extLst>
          </p:cNvPr>
          <p:cNvCxnSpPr>
            <a:cxnSpLocks/>
            <a:stCxn id="1783" idx="2"/>
            <a:endCxn id="1780" idx="0"/>
          </p:cNvCxnSpPr>
          <p:nvPr/>
        </p:nvCxnSpPr>
        <p:spPr>
          <a:xfrm>
            <a:off x="968381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直接连接符 1791">
            <a:extLst>
              <a:ext uri="{FF2B5EF4-FFF2-40B4-BE49-F238E27FC236}">
                <a16:creationId xmlns:a16="http://schemas.microsoft.com/office/drawing/2014/main" id="{8677C871-79DE-4FED-8B9A-9B095DED34E7}"/>
              </a:ext>
            </a:extLst>
          </p:cNvPr>
          <p:cNvCxnSpPr>
            <a:cxnSpLocks/>
            <a:stCxn id="1784" idx="2"/>
            <a:endCxn id="1781" idx="0"/>
          </p:cNvCxnSpPr>
          <p:nvPr/>
        </p:nvCxnSpPr>
        <p:spPr>
          <a:xfrm>
            <a:off x="1580381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直接连接符 1792">
            <a:extLst>
              <a:ext uri="{FF2B5EF4-FFF2-40B4-BE49-F238E27FC236}">
                <a16:creationId xmlns:a16="http://schemas.microsoft.com/office/drawing/2014/main" id="{1EB6A4BF-978D-4EA2-8D66-5B6C02641DD5}"/>
              </a:ext>
            </a:extLst>
          </p:cNvPr>
          <p:cNvCxnSpPr>
            <a:cxnSpLocks/>
            <a:stCxn id="1785" idx="2"/>
            <a:endCxn id="1782" idx="0"/>
          </p:cNvCxnSpPr>
          <p:nvPr/>
        </p:nvCxnSpPr>
        <p:spPr>
          <a:xfrm>
            <a:off x="2192381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直接连接符 1793">
            <a:extLst>
              <a:ext uri="{FF2B5EF4-FFF2-40B4-BE49-F238E27FC236}">
                <a16:creationId xmlns:a16="http://schemas.microsoft.com/office/drawing/2014/main" id="{B7599C65-4A0A-408E-A035-A57E8222471D}"/>
              </a:ext>
            </a:extLst>
          </p:cNvPr>
          <p:cNvCxnSpPr>
            <a:cxnSpLocks/>
            <a:stCxn id="1786" idx="2"/>
            <a:endCxn id="1779" idx="0"/>
          </p:cNvCxnSpPr>
          <p:nvPr/>
        </p:nvCxnSpPr>
        <p:spPr>
          <a:xfrm flipH="1">
            <a:off x="968381" y="1772450"/>
            <a:ext cx="183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5" name="直接连接符 1794">
            <a:extLst>
              <a:ext uri="{FF2B5EF4-FFF2-40B4-BE49-F238E27FC236}">
                <a16:creationId xmlns:a16="http://schemas.microsoft.com/office/drawing/2014/main" id="{648A511D-C15F-457D-81DE-F950538B26BC}"/>
              </a:ext>
            </a:extLst>
          </p:cNvPr>
          <p:cNvCxnSpPr>
            <a:cxnSpLocks/>
            <a:stCxn id="1783" idx="2"/>
            <a:endCxn id="1781" idx="0"/>
          </p:cNvCxnSpPr>
          <p:nvPr/>
        </p:nvCxnSpPr>
        <p:spPr>
          <a:xfrm>
            <a:off x="968381" y="1772450"/>
            <a:ext cx="1224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6" name="直接连接符 1795">
            <a:extLst>
              <a:ext uri="{FF2B5EF4-FFF2-40B4-BE49-F238E27FC236}">
                <a16:creationId xmlns:a16="http://schemas.microsoft.com/office/drawing/2014/main" id="{74757FE1-57A6-4ABC-9512-5A19D24E649D}"/>
              </a:ext>
            </a:extLst>
          </p:cNvPr>
          <p:cNvCxnSpPr>
            <a:cxnSpLocks/>
            <a:stCxn id="1784" idx="2"/>
            <a:endCxn id="1782" idx="0"/>
          </p:cNvCxnSpPr>
          <p:nvPr/>
        </p:nvCxnSpPr>
        <p:spPr>
          <a:xfrm>
            <a:off x="1580381" y="1772450"/>
            <a:ext cx="1224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7" name="直接连接符 1796">
            <a:extLst>
              <a:ext uri="{FF2B5EF4-FFF2-40B4-BE49-F238E27FC236}">
                <a16:creationId xmlns:a16="http://schemas.microsoft.com/office/drawing/2014/main" id="{7D07CA62-EF90-4EE5-848F-982D2CD20293}"/>
              </a:ext>
            </a:extLst>
          </p:cNvPr>
          <p:cNvCxnSpPr>
            <a:cxnSpLocks/>
            <a:stCxn id="1785" idx="2"/>
            <a:endCxn id="1779" idx="0"/>
          </p:cNvCxnSpPr>
          <p:nvPr/>
        </p:nvCxnSpPr>
        <p:spPr>
          <a:xfrm flipH="1">
            <a:off x="968381" y="1772450"/>
            <a:ext cx="1224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8" name="直接连接符 1797">
            <a:extLst>
              <a:ext uri="{FF2B5EF4-FFF2-40B4-BE49-F238E27FC236}">
                <a16:creationId xmlns:a16="http://schemas.microsoft.com/office/drawing/2014/main" id="{083314DF-ACF0-4DD5-A33F-1A605CAC2034}"/>
              </a:ext>
            </a:extLst>
          </p:cNvPr>
          <p:cNvCxnSpPr>
            <a:cxnSpLocks/>
            <a:stCxn id="1786" idx="2"/>
            <a:endCxn id="1780" idx="0"/>
          </p:cNvCxnSpPr>
          <p:nvPr/>
        </p:nvCxnSpPr>
        <p:spPr>
          <a:xfrm flipH="1">
            <a:off x="1580381" y="1772450"/>
            <a:ext cx="1224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9" name="直接连接符 1798">
            <a:extLst>
              <a:ext uri="{FF2B5EF4-FFF2-40B4-BE49-F238E27FC236}">
                <a16:creationId xmlns:a16="http://schemas.microsoft.com/office/drawing/2014/main" id="{165D7D3F-B9EB-4DB9-9010-C0525F0F71B9}"/>
              </a:ext>
            </a:extLst>
          </p:cNvPr>
          <p:cNvCxnSpPr>
            <a:cxnSpLocks/>
            <a:stCxn id="1783" idx="2"/>
            <a:endCxn id="1782" idx="0"/>
          </p:cNvCxnSpPr>
          <p:nvPr/>
        </p:nvCxnSpPr>
        <p:spPr>
          <a:xfrm>
            <a:off x="968381" y="1772450"/>
            <a:ext cx="1836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0" name="直接连接符 1799">
            <a:extLst>
              <a:ext uri="{FF2B5EF4-FFF2-40B4-BE49-F238E27FC236}">
                <a16:creationId xmlns:a16="http://schemas.microsoft.com/office/drawing/2014/main" id="{4034E79C-D289-436A-A8F2-AF3C2F10F0BC}"/>
              </a:ext>
            </a:extLst>
          </p:cNvPr>
          <p:cNvCxnSpPr>
            <a:cxnSpLocks/>
            <a:stCxn id="1784" idx="2"/>
            <a:endCxn id="1779" idx="0"/>
          </p:cNvCxnSpPr>
          <p:nvPr/>
        </p:nvCxnSpPr>
        <p:spPr>
          <a:xfrm flipH="1">
            <a:off x="968381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1" name="直接连接符 1800">
            <a:extLst>
              <a:ext uri="{FF2B5EF4-FFF2-40B4-BE49-F238E27FC236}">
                <a16:creationId xmlns:a16="http://schemas.microsoft.com/office/drawing/2014/main" id="{66FC36BB-1C47-4C90-B5EC-06D4A326A7FF}"/>
              </a:ext>
            </a:extLst>
          </p:cNvPr>
          <p:cNvCxnSpPr>
            <a:cxnSpLocks/>
            <a:stCxn id="1785" idx="2"/>
            <a:endCxn id="1780" idx="0"/>
          </p:cNvCxnSpPr>
          <p:nvPr/>
        </p:nvCxnSpPr>
        <p:spPr>
          <a:xfrm flipH="1">
            <a:off x="1580381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2" name="直接连接符 1801">
            <a:extLst>
              <a:ext uri="{FF2B5EF4-FFF2-40B4-BE49-F238E27FC236}">
                <a16:creationId xmlns:a16="http://schemas.microsoft.com/office/drawing/2014/main" id="{2FDA515B-475D-4969-803C-9DDBA9346220}"/>
              </a:ext>
            </a:extLst>
          </p:cNvPr>
          <p:cNvCxnSpPr>
            <a:cxnSpLocks/>
            <a:stCxn id="1786" idx="2"/>
            <a:endCxn id="1781" idx="0"/>
          </p:cNvCxnSpPr>
          <p:nvPr/>
        </p:nvCxnSpPr>
        <p:spPr>
          <a:xfrm flipH="1">
            <a:off x="2192381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3" name="直接连接符 1802">
            <a:extLst>
              <a:ext uri="{FF2B5EF4-FFF2-40B4-BE49-F238E27FC236}">
                <a16:creationId xmlns:a16="http://schemas.microsoft.com/office/drawing/2014/main" id="{904DD0AE-1174-4E2C-8F44-5F9981E1DC8F}"/>
              </a:ext>
            </a:extLst>
          </p:cNvPr>
          <p:cNvCxnSpPr>
            <a:cxnSpLocks/>
            <a:stCxn id="1779" idx="2"/>
            <a:endCxn id="1775" idx="0"/>
          </p:cNvCxnSpPr>
          <p:nvPr/>
        </p:nvCxnSpPr>
        <p:spPr>
          <a:xfrm>
            <a:off x="968381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4" name="直接连接符 1803">
            <a:extLst>
              <a:ext uri="{FF2B5EF4-FFF2-40B4-BE49-F238E27FC236}">
                <a16:creationId xmlns:a16="http://schemas.microsoft.com/office/drawing/2014/main" id="{86B8C3DA-B18E-4101-8366-2E0567A35209}"/>
              </a:ext>
            </a:extLst>
          </p:cNvPr>
          <p:cNvCxnSpPr>
            <a:cxnSpLocks/>
            <a:stCxn id="1780" idx="2"/>
            <a:endCxn id="1776" idx="0"/>
          </p:cNvCxnSpPr>
          <p:nvPr/>
        </p:nvCxnSpPr>
        <p:spPr>
          <a:xfrm>
            <a:off x="1580381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5" name="直接连接符 1804">
            <a:extLst>
              <a:ext uri="{FF2B5EF4-FFF2-40B4-BE49-F238E27FC236}">
                <a16:creationId xmlns:a16="http://schemas.microsoft.com/office/drawing/2014/main" id="{36931304-74B4-4F32-981B-26F662ADAA85}"/>
              </a:ext>
            </a:extLst>
          </p:cNvPr>
          <p:cNvCxnSpPr>
            <a:cxnSpLocks/>
            <a:stCxn id="1781" idx="2"/>
            <a:endCxn id="1777" idx="0"/>
          </p:cNvCxnSpPr>
          <p:nvPr/>
        </p:nvCxnSpPr>
        <p:spPr>
          <a:xfrm>
            <a:off x="2192381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6" name="直接连接符 1805">
            <a:extLst>
              <a:ext uri="{FF2B5EF4-FFF2-40B4-BE49-F238E27FC236}">
                <a16:creationId xmlns:a16="http://schemas.microsoft.com/office/drawing/2014/main" id="{738D0845-AF6C-42C0-B052-B8BC32877EE9}"/>
              </a:ext>
            </a:extLst>
          </p:cNvPr>
          <p:cNvCxnSpPr>
            <a:cxnSpLocks/>
            <a:stCxn id="1782" idx="2"/>
            <a:endCxn id="1778" idx="0"/>
          </p:cNvCxnSpPr>
          <p:nvPr/>
        </p:nvCxnSpPr>
        <p:spPr>
          <a:xfrm>
            <a:off x="2804381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7" name="直接连接符 1806">
            <a:extLst>
              <a:ext uri="{FF2B5EF4-FFF2-40B4-BE49-F238E27FC236}">
                <a16:creationId xmlns:a16="http://schemas.microsoft.com/office/drawing/2014/main" id="{229670D7-79D8-4B1A-B22A-131707FDE501}"/>
              </a:ext>
            </a:extLst>
          </p:cNvPr>
          <p:cNvCxnSpPr>
            <a:cxnSpLocks/>
            <a:stCxn id="1781" idx="2"/>
            <a:endCxn id="1778" idx="1"/>
          </p:cNvCxnSpPr>
          <p:nvPr/>
        </p:nvCxnSpPr>
        <p:spPr>
          <a:xfrm>
            <a:off x="2192381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8" name="直接连接符 1807">
            <a:extLst>
              <a:ext uri="{FF2B5EF4-FFF2-40B4-BE49-F238E27FC236}">
                <a16:creationId xmlns:a16="http://schemas.microsoft.com/office/drawing/2014/main" id="{423FDAC5-A767-4566-A0FE-CCC67D009693}"/>
              </a:ext>
            </a:extLst>
          </p:cNvPr>
          <p:cNvCxnSpPr>
            <a:cxnSpLocks/>
            <a:stCxn id="1782" idx="2"/>
            <a:endCxn id="1777" idx="7"/>
          </p:cNvCxnSpPr>
          <p:nvPr/>
        </p:nvCxnSpPr>
        <p:spPr>
          <a:xfrm flipH="1">
            <a:off x="2243293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9" name="直接连接符 1808">
            <a:extLst>
              <a:ext uri="{FF2B5EF4-FFF2-40B4-BE49-F238E27FC236}">
                <a16:creationId xmlns:a16="http://schemas.microsoft.com/office/drawing/2014/main" id="{CFAA0A37-62A5-43CB-A9CA-531090B78F88}"/>
              </a:ext>
            </a:extLst>
          </p:cNvPr>
          <p:cNvCxnSpPr>
            <a:cxnSpLocks/>
            <a:stCxn id="1779" idx="2"/>
            <a:endCxn id="1776" idx="1"/>
          </p:cNvCxnSpPr>
          <p:nvPr/>
        </p:nvCxnSpPr>
        <p:spPr>
          <a:xfrm>
            <a:off x="968381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0" name="直接连接符 1809">
            <a:extLst>
              <a:ext uri="{FF2B5EF4-FFF2-40B4-BE49-F238E27FC236}">
                <a16:creationId xmlns:a16="http://schemas.microsoft.com/office/drawing/2014/main" id="{D61487AF-DF40-4317-A14F-B18DCF4AF61E}"/>
              </a:ext>
            </a:extLst>
          </p:cNvPr>
          <p:cNvCxnSpPr>
            <a:cxnSpLocks/>
            <a:stCxn id="1780" idx="2"/>
            <a:endCxn id="1775" idx="7"/>
          </p:cNvCxnSpPr>
          <p:nvPr/>
        </p:nvCxnSpPr>
        <p:spPr>
          <a:xfrm flipH="1">
            <a:off x="1019293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1" name="Rectangle 507">
            <a:extLst>
              <a:ext uri="{FF2B5EF4-FFF2-40B4-BE49-F238E27FC236}">
                <a16:creationId xmlns:a16="http://schemas.microsoft.com/office/drawing/2014/main" id="{537C403A-36E0-4A16-B731-221445B35855}"/>
              </a:ext>
            </a:extLst>
          </p:cNvPr>
          <p:cNvSpPr/>
          <p:nvPr/>
        </p:nvSpPr>
        <p:spPr>
          <a:xfrm>
            <a:off x="1033388" y="2564450"/>
            <a:ext cx="468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1812" name="Rectangle 507">
            <a:extLst>
              <a:ext uri="{FF2B5EF4-FFF2-40B4-BE49-F238E27FC236}">
                <a16:creationId xmlns:a16="http://schemas.microsoft.com/office/drawing/2014/main" id="{4F736040-1BD8-43C9-A734-2EFC588E291B}"/>
              </a:ext>
            </a:extLst>
          </p:cNvPr>
          <p:cNvSpPr/>
          <p:nvPr/>
        </p:nvSpPr>
        <p:spPr>
          <a:xfrm>
            <a:off x="2246382" y="2564450"/>
            <a:ext cx="468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1813" name="Rectangle 507">
            <a:extLst>
              <a:ext uri="{FF2B5EF4-FFF2-40B4-BE49-F238E27FC236}">
                <a16:creationId xmlns:a16="http://schemas.microsoft.com/office/drawing/2014/main" id="{61990FDC-5778-43C6-89AE-E63919634168}"/>
              </a:ext>
            </a:extLst>
          </p:cNvPr>
          <p:cNvSpPr/>
          <p:nvPr/>
        </p:nvSpPr>
        <p:spPr>
          <a:xfrm>
            <a:off x="1648381" y="1952390"/>
            <a:ext cx="468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grpSp>
        <p:nvGrpSpPr>
          <p:cNvPr id="1814" name="组合 1813">
            <a:extLst>
              <a:ext uri="{FF2B5EF4-FFF2-40B4-BE49-F238E27FC236}">
                <a16:creationId xmlns:a16="http://schemas.microsoft.com/office/drawing/2014/main" id="{C30A0146-5A33-4F98-9D96-55D49653B8D5}"/>
              </a:ext>
            </a:extLst>
          </p:cNvPr>
          <p:cNvGrpSpPr/>
          <p:nvPr/>
        </p:nvGrpSpPr>
        <p:grpSpPr>
          <a:xfrm>
            <a:off x="4694381" y="2456450"/>
            <a:ext cx="2808000" cy="468000"/>
            <a:chOff x="4694381" y="2484000"/>
            <a:chExt cx="2808000" cy="468000"/>
          </a:xfrm>
        </p:grpSpPr>
        <p:sp>
          <p:nvSpPr>
            <p:cNvPr id="1815" name="矩形 1814">
              <a:extLst>
                <a:ext uri="{FF2B5EF4-FFF2-40B4-BE49-F238E27FC236}">
                  <a16:creationId xmlns:a16="http://schemas.microsoft.com/office/drawing/2014/main" id="{85DA5CA6-97AD-4193-8871-79A8419BEA2F}"/>
                </a:ext>
              </a:extLst>
            </p:cNvPr>
            <p:cNvSpPr/>
            <p:nvPr/>
          </p:nvSpPr>
          <p:spPr>
            <a:xfrm>
              <a:off x="4694381" y="2484000"/>
              <a:ext cx="2808000" cy="468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16" name="矩形 1815">
              <a:extLst>
                <a:ext uri="{FF2B5EF4-FFF2-40B4-BE49-F238E27FC236}">
                  <a16:creationId xmlns:a16="http://schemas.microsoft.com/office/drawing/2014/main" id="{3968AEF9-052D-4AC2-BB73-DC70AB7420B2}"/>
                </a:ext>
              </a:extLst>
            </p:cNvPr>
            <p:cNvSpPr/>
            <p:nvPr/>
          </p:nvSpPr>
          <p:spPr>
            <a:xfrm>
              <a:off x="4766381" y="2556000"/>
              <a:ext cx="2664000" cy="324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3175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17" name="矩形 1816">
              <a:extLst>
                <a:ext uri="{FF2B5EF4-FFF2-40B4-BE49-F238E27FC236}">
                  <a16:creationId xmlns:a16="http://schemas.microsoft.com/office/drawing/2014/main" id="{5A50F060-183D-4413-B31A-617E7FE8A8DE}"/>
                </a:ext>
              </a:extLst>
            </p:cNvPr>
            <p:cNvSpPr/>
            <p:nvPr/>
          </p:nvSpPr>
          <p:spPr>
            <a:xfrm>
              <a:off x="4838400" y="2628000"/>
              <a:ext cx="576000" cy="180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  <a:latin typeface="+mn-ea"/>
                </a:rPr>
                <a:t>**</a:t>
              </a:r>
              <a:endParaRPr lang="zh-CN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18" name="矩形 1817">
              <a:extLst>
                <a:ext uri="{FF2B5EF4-FFF2-40B4-BE49-F238E27FC236}">
                  <a16:creationId xmlns:a16="http://schemas.microsoft.com/office/drawing/2014/main" id="{902BA67C-F4A2-41DB-9D0E-ACD89799AE37}"/>
                </a:ext>
              </a:extLst>
            </p:cNvPr>
            <p:cNvSpPr/>
            <p:nvPr/>
          </p:nvSpPr>
          <p:spPr>
            <a:xfrm>
              <a:off x="5486400" y="2628000"/>
              <a:ext cx="576000" cy="180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  <a:latin typeface="+mn-ea"/>
                </a:rPr>
                <a:t>**</a:t>
              </a:r>
              <a:endParaRPr lang="zh-CN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19" name="矩形 1818">
              <a:extLst>
                <a:ext uri="{FF2B5EF4-FFF2-40B4-BE49-F238E27FC236}">
                  <a16:creationId xmlns:a16="http://schemas.microsoft.com/office/drawing/2014/main" id="{0C9AC37E-5163-4983-BFEC-8D1A1B3FF1A4}"/>
                </a:ext>
              </a:extLst>
            </p:cNvPr>
            <p:cNvSpPr/>
            <p:nvPr/>
          </p:nvSpPr>
          <p:spPr>
            <a:xfrm>
              <a:off x="6134400" y="2628000"/>
              <a:ext cx="576000" cy="180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  <a:latin typeface="+mn-ea"/>
                </a:rPr>
                <a:t>**</a:t>
              </a:r>
              <a:endParaRPr lang="zh-CN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20" name="矩形 1819">
              <a:extLst>
                <a:ext uri="{FF2B5EF4-FFF2-40B4-BE49-F238E27FC236}">
                  <a16:creationId xmlns:a16="http://schemas.microsoft.com/office/drawing/2014/main" id="{04C3B3FB-3735-4F6C-A4F3-4FEBB0E2A7D8}"/>
                </a:ext>
              </a:extLst>
            </p:cNvPr>
            <p:cNvSpPr/>
            <p:nvPr/>
          </p:nvSpPr>
          <p:spPr>
            <a:xfrm>
              <a:off x="6782400" y="2628000"/>
              <a:ext cx="576000" cy="180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800">
                  <a:solidFill>
                    <a:schemeClr val="tx1"/>
                  </a:solidFill>
                  <a:latin typeface="+mn-ea"/>
                </a:rPr>
                <a:t>**</a:t>
              </a:r>
              <a:endParaRPr lang="zh-CN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821" name="矩形 1820">
            <a:extLst>
              <a:ext uri="{FF2B5EF4-FFF2-40B4-BE49-F238E27FC236}">
                <a16:creationId xmlns:a16="http://schemas.microsoft.com/office/drawing/2014/main" id="{9F873C59-DE8D-4A72-976E-D18C70208AD2}"/>
              </a:ext>
            </a:extLst>
          </p:cNvPr>
          <p:cNvSpPr/>
          <p:nvPr/>
        </p:nvSpPr>
        <p:spPr>
          <a:xfrm>
            <a:off x="8942381" y="1412450"/>
            <a:ext cx="2736000" cy="1512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2" name="矩形 1821">
            <a:extLst>
              <a:ext uri="{FF2B5EF4-FFF2-40B4-BE49-F238E27FC236}">
                <a16:creationId xmlns:a16="http://schemas.microsoft.com/office/drawing/2014/main" id="{93088359-2515-49BE-A729-3E4B6B17A2B7}"/>
              </a:ext>
            </a:extLst>
          </p:cNvPr>
          <p:cNvSpPr/>
          <p:nvPr/>
        </p:nvSpPr>
        <p:spPr>
          <a:xfrm>
            <a:off x="9050362" y="1520450"/>
            <a:ext cx="2520000" cy="1296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3" name="椭圆 1822">
            <a:extLst>
              <a:ext uri="{FF2B5EF4-FFF2-40B4-BE49-F238E27FC236}">
                <a16:creationId xmlns:a16="http://schemas.microsoft.com/office/drawing/2014/main" id="{B25C576D-0AB7-4444-9D7D-BB227C2D6CD9}"/>
              </a:ext>
            </a:extLst>
          </p:cNvPr>
          <p:cNvSpPr/>
          <p:nvPr/>
        </p:nvSpPr>
        <p:spPr>
          <a:xfrm>
            <a:off x="9320362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4" name="椭圆 1823">
            <a:extLst>
              <a:ext uri="{FF2B5EF4-FFF2-40B4-BE49-F238E27FC236}">
                <a16:creationId xmlns:a16="http://schemas.microsoft.com/office/drawing/2014/main" id="{3267FF06-A6B0-4D54-92B5-7E890BFFD5C2}"/>
              </a:ext>
            </a:extLst>
          </p:cNvPr>
          <p:cNvSpPr/>
          <p:nvPr/>
        </p:nvSpPr>
        <p:spPr>
          <a:xfrm>
            <a:off x="9932362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5" name="椭圆 1824">
            <a:extLst>
              <a:ext uri="{FF2B5EF4-FFF2-40B4-BE49-F238E27FC236}">
                <a16:creationId xmlns:a16="http://schemas.microsoft.com/office/drawing/2014/main" id="{86F9C655-7944-4197-8208-ABCDCA5D9490}"/>
              </a:ext>
            </a:extLst>
          </p:cNvPr>
          <p:cNvSpPr/>
          <p:nvPr/>
        </p:nvSpPr>
        <p:spPr>
          <a:xfrm>
            <a:off x="10544362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6" name="椭圆 1825">
            <a:extLst>
              <a:ext uri="{FF2B5EF4-FFF2-40B4-BE49-F238E27FC236}">
                <a16:creationId xmlns:a16="http://schemas.microsoft.com/office/drawing/2014/main" id="{5396CCE3-5A7C-497A-85E1-3287D67F148A}"/>
              </a:ext>
            </a:extLst>
          </p:cNvPr>
          <p:cNvSpPr/>
          <p:nvPr/>
        </p:nvSpPr>
        <p:spPr>
          <a:xfrm>
            <a:off x="11156362" y="2744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7" name="矩形 1826">
            <a:extLst>
              <a:ext uri="{FF2B5EF4-FFF2-40B4-BE49-F238E27FC236}">
                <a16:creationId xmlns:a16="http://schemas.microsoft.com/office/drawing/2014/main" id="{E928F349-1AAC-46A8-9219-C71D3012F5CA}"/>
              </a:ext>
            </a:extLst>
          </p:cNvPr>
          <p:cNvSpPr/>
          <p:nvPr/>
        </p:nvSpPr>
        <p:spPr>
          <a:xfrm>
            <a:off x="9122362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8" name="矩形 1827">
            <a:extLst>
              <a:ext uri="{FF2B5EF4-FFF2-40B4-BE49-F238E27FC236}">
                <a16:creationId xmlns:a16="http://schemas.microsoft.com/office/drawing/2014/main" id="{B8041D39-99AD-498A-AC7E-AB820B0C47AC}"/>
              </a:ext>
            </a:extLst>
          </p:cNvPr>
          <p:cNvSpPr/>
          <p:nvPr/>
        </p:nvSpPr>
        <p:spPr>
          <a:xfrm>
            <a:off x="9734362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9" name="矩形 1828">
            <a:extLst>
              <a:ext uri="{FF2B5EF4-FFF2-40B4-BE49-F238E27FC236}">
                <a16:creationId xmlns:a16="http://schemas.microsoft.com/office/drawing/2014/main" id="{C7CA1405-E0E2-4ED5-B513-025BD40F0C53}"/>
              </a:ext>
            </a:extLst>
          </p:cNvPr>
          <p:cNvSpPr/>
          <p:nvPr/>
        </p:nvSpPr>
        <p:spPr>
          <a:xfrm>
            <a:off x="10346362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0" name="矩形 1829">
            <a:extLst>
              <a:ext uri="{FF2B5EF4-FFF2-40B4-BE49-F238E27FC236}">
                <a16:creationId xmlns:a16="http://schemas.microsoft.com/office/drawing/2014/main" id="{9DE2679F-16EA-451A-A135-1D0606CF7A58}"/>
              </a:ext>
            </a:extLst>
          </p:cNvPr>
          <p:cNvSpPr/>
          <p:nvPr/>
        </p:nvSpPr>
        <p:spPr>
          <a:xfrm>
            <a:off x="10958362" y="2240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1" name="矩形 1830">
            <a:extLst>
              <a:ext uri="{FF2B5EF4-FFF2-40B4-BE49-F238E27FC236}">
                <a16:creationId xmlns:a16="http://schemas.microsoft.com/office/drawing/2014/main" id="{83824B95-3E85-464A-AC01-CB909497C00A}"/>
              </a:ext>
            </a:extLst>
          </p:cNvPr>
          <p:cNvSpPr/>
          <p:nvPr/>
        </p:nvSpPr>
        <p:spPr>
          <a:xfrm>
            <a:off x="9734362" y="1592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2" name="矩形 1831">
            <a:extLst>
              <a:ext uri="{FF2B5EF4-FFF2-40B4-BE49-F238E27FC236}">
                <a16:creationId xmlns:a16="http://schemas.microsoft.com/office/drawing/2014/main" id="{D1CACBB5-C057-4219-B621-5A50A936C340}"/>
              </a:ext>
            </a:extLst>
          </p:cNvPr>
          <p:cNvSpPr/>
          <p:nvPr/>
        </p:nvSpPr>
        <p:spPr>
          <a:xfrm>
            <a:off x="10346362" y="1592450"/>
            <a:ext cx="540000" cy="18000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*********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33" name="直接连接符 1832">
            <a:extLst>
              <a:ext uri="{FF2B5EF4-FFF2-40B4-BE49-F238E27FC236}">
                <a16:creationId xmlns:a16="http://schemas.microsoft.com/office/drawing/2014/main" id="{7D256893-568D-4794-A411-7D1A3569AB61}"/>
              </a:ext>
            </a:extLst>
          </p:cNvPr>
          <p:cNvCxnSpPr>
            <a:cxnSpLocks/>
            <a:stCxn id="1831" idx="2"/>
            <a:endCxn id="1828" idx="0"/>
          </p:cNvCxnSpPr>
          <p:nvPr/>
        </p:nvCxnSpPr>
        <p:spPr>
          <a:xfrm>
            <a:off x="10004362" y="1772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4" name="直接连接符 1833">
            <a:extLst>
              <a:ext uri="{FF2B5EF4-FFF2-40B4-BE49-F238E27FC236}">
                <a16:creationId xmlns:a16="http://schemas.microsoft.com/office/drawing/2014/main" id="{060B99FC-C969-4A76-BAC9-ADB88DD38F0E}"/>
              </a:ext>
            </a:extLst>
          </p:cNvPr>
          <p:cNvCxnSpPr>
            <a:cxnSpLocks/>
            <a:stCxn id="1832" idx="2"/>
            <a:endCxn id="1829" idx="0"/>
          </p:cNvCxnSpPr>
          <p:nvPr/>
        </p:nvCxnSpPr>
        <p:spPr>
          <a:xfrm>
            <a:off x="10616362" y="1772450"/>
            <a:ext cx="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5" name="直接连接符 1834">
            <a:extLst>
              <a:ext uri="{FF2B5EF4-FFF2-40B4-BE49-F238E27FC236}">
                <a16:creationId xmlns:a16="http://schemas.microsoft.com/office/drawing/2014/main" id="{CBD0FF72-A5DD-439A-9222-B17126299694}"/>
              </a:ext>
            </a:extLst>
          </p:cNvPr>
          <p:cNvCxnSpPr>
            <a:cxnSpLocks/>
            <a:stCxn id="1831" idx="2"/>
            <a:endCxn id="1829" idx="0"/>
          </p:cNvCxnSpPr>
          <p:nvPr/>
        </p:nvCxnSpPr>
        <p:spPr>
          <a:xfrm>
            <a:off x="10004362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6" name="直接连接符 1835">
            <a:extLst>
              <a:ext uri="{FF2B5EF4-FFF2-40B4-BE49-F238E27FC236}">
                <a16:creationId xmlns:a16="http://schemas.microsoft.com/office/drawing/2014/main" id="{CF589D1E-1880-4D10-94CB-E6B1D70A5087}"/>
              </a:ext>
            </a:extLst>
          </p:cNvPr>
          <p:cNvCxnSpPr>
            <a:cxnSpLocks/>
            <a:stCxn id="1832" idx="2"/>
            <a:endCxn id="1830" idx="0"/>
          </p:cNvCxnSpPr>
          <p:nvPr/>
        </p:nvCxnSpPr>
        <p:spPr>
          <a:xfrm>
            <a:off x="10616362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7" name="直接连接符 1836">
            <a:extLst>
              <a:ext uri="{FF2B5EF4-FFF2-40B4-BE49-F238E27FC236}">
                <a16:creationId xmlns:a16="http://schemas.microsoft.com/office/drawing/2014/main" id="{35AE9F0B-4F7F-48C0-B6D4-99AC3D9D5ECC}"/>
              </a:ext>
            </a:extLst>
          </p:cNvPr>
          <p:cNvCxnSpPr>
            <a:cxnSpLocks/>
            <a:stCxn id="1831" idx="2"/>
            <a:endCxn id="1830" idx="0"/>
          </p:cNvCxnSpPr>
          <p:nvPr/>
        </p:nvCxnSpPr>
        <p:spPr>
          <a:xfrm>
            <a:off x="10004362" y="1772450"/>
            <a:ext cx="1224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8" name="直接连接符 1837">
            <a:extLst>
              <a:ext uri="{FF2B5EF4-FFF2-40B4-BE49-F238E27FC236}">
                <a16:creationId xmlns:a16="http://schemas.microsoft.com/office/drawing/2014/main" id="{757FBC25-E966-4FBD-91A5-490970AD49C8}"/>
              </a:ext>
            </a:extLst>
          </p:cNvPr>
          <p:cNvCxnSpPr>
            <a:cxnSpLocks/>
            <a:stCxn id="1832" idx="2"/>
            <a:endCxn id="1827" idx="0"/>
          </p:cNvCxnSpPr>
          <p:nvPr/>
        </p:nvCxnSpPr>
        <p:spPr>
          <a:xfrm flipH="1">
            <a:off x="9392362" y="1772450"/>
            <a:ext cx="1224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9" name="直接连接符 1838">
            <a:extLst>
              <a:ext uri="{FF2B5EF4-FFF2-40B4-BE49-F238E27FC236}">
                <a16:creationId xmlns:a16="http://schemas.microsoft.com/office/drawing/2014/main" id="{A24DDABF-51EC-4D31-AF68-859F45E69AAB}"/>
              </a:ext>
            </a:extLst>
          </p:cNvPr>
          <p:cNvCxnSpPr>
            <a:cxnSpLocks/>
            <a:stCxn id="1831" idx="2"/>
            <a:endCxn id="1827" idx="0"/>
          </p:cNvCxnSpPr>
          <p:nvPr/>
        </p:nvCxnSpPr>
        <p:spPr>
          <a:xfrm flipH="1">
            <a:off x="9392362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0" name="直接连接符 1839">
            <a:extLst>
              <a:ext uri="{FF2B5EF4-FFF2-40B4-BE49-F238E27FC236}">
                <a16:creationId xmlns:a16="http://schemas.microsoft.com/office/drawing/2014/main" id="{2A3B80D5-13ED-47F8-B26B-A0C0D8AADE68}"/>
              </a:ext>
            </a:extLst>
          </p:cNvPr>
          <p:cNvCxnSpPr>
            <a:cxnSpLocks/>
            <a:stCxn id="1832" idx="2"/>
            <a:endCxn id="1828" idx="0"/>
          </p:cNvCxnSpPr>
          <p:nvPr/>
        </p:nvCxnSpPr>
        <p:spPr>
          <a:xfrm flipH="1">
            <a:off x="10004362" y="1772450"/>
            <a:ext cx="612000" cy="468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1" name="直接连接符 1840">
            <a:extLst>
              <a:ext uri="{FF2B5EF4-FFF2-40B4-BE49-F238E27FC236}">
                <a16:creationId xmlns:a16="http://schemas.microsoft.com/office/drawing/2014/main" id="{0309BAF0-A2A7-4FB0-9A7A-F6E80C13CC61}"/>
              </a:ext>
            </a:extLst>
          </p:cNvPr>
          <p:cNvCxnSpPr>
            <a:cxnSpLocks/>
            <a:stCxn id="1827" idx="2"/>
            <a:endCxn id="1823" idx="0"/>
          </p:cNvCxnSpPr>
          <p:nvPr/>
        </p:nvCxnSpPr>
        <p:spPr>
          <a:xfrm>
            <a:off x="9392362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2" name="直接连接符 1841">
            <a:extLst>
              <a:ext uri="{FF2B5EF4-FFF2-40B4-BE49-F238E27FC236}">
                <a16:creationId xmlns:a16="http://schemas.microsoft.com/office/drawing/2014/main" id="{C03E981F-1908-40E5-89C4-C791FFEF6186}"/>
              </a:ext>
            </a:extLst>
          </p:cNvPr>
          <p:cNvCxnSpPr>
            <a:cxnSpLocks/>
            <a:stCxn id="1828" idx="2"/>
            <a:endCxn id="1824" idx="0"/>
          </p:cNvCxnSpPr>
          <p:nvPr/>
        </p:nvCxnSpPr>
        <p:spPr>
          <a:xfrm>
            <a:off x="10004362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" name="直接连接符 1842">
            <a:extLst>
              <a:ext uri="{FF2B5EF4-FFF2-40B4-BE49-F238E27FC236}">
                <a16:creationId xmlns:a16="http://schemas.microsoft.com/office/drawing/2014/main" id="{BB92299C-CD83-4618-8E8C-414E3203A46A}"/>
              </a:ext>
            </a:extLst>
          </p:cNvPr>
          <p:cNvCxnSpPr>
            <a:cxnSpLocks/>
            <a:stCxn id="1829" idx="2"/>
            <a:endCxn id="1825" idx="0"/>
          </p:cNvCxnSpPr>
          <p:nvPr/>
        </p:nvCxnSpPr>
        <p:spPr>
          <a:xfrm>
            <a:off x="10616362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" name="直接连接符 1843">
            <a:extLst>
              <a:ext uri="{FF2B5EF4-FFF2-40B4-BE49-F238E27FC236}">
                <a16:creationId xmlns:a16="http://schemas.microsoft.com/office/drawing/2014/main" id="{D26DECB8-D25D-4F48-B6F1-4E5BDBD94DA2}"/>
              </a:ext>
            </a:extLst>
          </p:cNvPr>
          <p:cNvCxnSpPr>
            <a:cxnSpLocks/>
            <a:stCxn id="1830" idx="2"/>
            <a:endCxn id="1826" idx="0"/>
          </p:cNvCxnSpPr>
          <p:nvPr/>
        </p:nvCxnSpPr>
        <p:spPr>
          <a:xfrm>
            <a:off x="11228362" y="2420450"/>
            <a:ext cx="0" cy="324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" name="直接连接符 1844">
            <a:extLst>
              <a:ext uri="{FF2B5EF4-FFF2-40B4-BE49-F238E27FC236}">
                <a16:creationId xmlns:a16="http://schemas.microsoft.com/office/drawing/2014/main" id="{02B22662-6DD8-4E0F-83C7-0385695E10CE}"/>
              </a:ext>
            </a:extLst>
          </p:cNvPr>
          <p:cNvCxnSpPr>
            <a:cxnSpLocks/>
            <a:stCxn id="1829" idx="2"/>
            <a:endCxn id="1826" idx="1"/>
          </p:cNvCxnSpPr>
          <p:nvPr/>
        </p:nvCxnSpPr>
        <p:spPr>
          <a:xfrm>
            <a:off x="10616362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" name="直接连接符 1845">
            <a:extLst>
              <a:ext uri="{FF2B5EF4-FFF2-40B4-BE49-F238E27FC236}">
                <a16:creationId xmlns:a16="http://schemas.microsoft.com/office/drawing/2014/main" id="{226394A4-3EA7-4ABF-8332-3FE724A104DF}"/>
              </a:ext>
            </a:extLst>
          </p:cNvPr>
          <p:cNvCxnSpPr>
            <a:cxnSpLocks/>
            <a:stCxn id="1830" idx="2"/>
            <a:endCxn id="1825" idx="7"/>
          </p:cNvCxnSpPr>
          <p:nvPr/>
        </p:nvCxnSpPr>
        <p:spPr>
          <a:xfrm flipH="1">
            <a:off x="10667274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7" name="直接连接符 1846">
            <a:extLst>
              <a:ext uri="{FF2B5EF4-FFF2-40B4-BE49-F238E27FC236}">
                <a16:creationId xmlns:a16="http://schemas.microsoft.com/office/drawing/2014/main" id="{56CE929E-E8BA-4774-87E8-6D15C05A047E}"/>
              </a:ext>
            </a:extLst>
          </p:cNvPr>
          <p:cNvCxnSpPr>
            <a:cxnSpLocks/>
            <a:stCxn id="1827" idx="2"/>
            <a:endCxn id="1824" idx="1"/>
          </p:cNvCxnSpPr>
          <p:nvPr/>
        </p:nvCxnSpPr>
        <p:spPr>
          <a:xfrm>
            <a:off x="9392362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8" name="直接连接符 1847">
            <a:extLst>
              <a:ext uri="{FF2B5EF4-FFF2-40B4-BE49-F238E27FC236}">
                <a16:creationId xmlns:a16="http://schemas.microsoft.com/office/drawing/2014/main" id="{6A641F17-082C-479A-8994-D135094B2A63}"/>
              </a:ext>
            </a:extLst>
          </p:cNvPr>
          <p:cNvCxnSpPr>
            <a:cxnSpLocks/>
            <a:stCxn id="1828" idx="2"/>
            <a:endCxn id="1823" idx="7"/>
          </p:cNvCxnSpPr>
          <p:nvPr/>
        </p:nvCxnSpPr>
        <p:spPr>
          <a:xfrm flipH="1">
            <a:off x="9443274" y="2420450"/>
            <a:ext cx="561088" cy="345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9" name="Rectangle 507">
            <a:extLst>
              <a:ext uri="{FF2B5EF4-FFF2-40B4-BE49-F238E27FC236}">
                <a16:creationId xmlns:a16="http://schemas.microsoft.com/office/drawing/2014/main" id="{D3E3C443-3E3F-4949-8B42-5B15C5D17197}"/>
              </a:ext>
            </a:extLst>
          </p:cNvPr>
          <p:cNvSpPr/>
          <p:nvPr/>
        </p:nvSpPr>
        <p:spPr>
          <a:xfrm>
            <a:off x="9457369" y="2564450"/>
            <a:ext cx="468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1850" name="Rectangle 507">
            <a:extLst>
              <a:ext uri="{FF2B5EF4-FFF2-40B4-BE49-F238E27FC236}">
                <a16:creationId xmlns:a16="http://schemas.microsoft.com/office/drawing/2014/main" id="{876C4955-5724-4655-A3ED-8E7FDFCAEAAF}"/>
              </a:ext>
            </a:extLst>
          </p:cNvPr>
          <p:cNvSpPr/>
          <p:nvPr/>
        </p:nvSpPr>
        <p:spPr>
          <a:xfrm>
            <a:off x="10670363" y="2564450"/>
            <a:ext cx="468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1851" name="Rectangle 507">
            <a:extLst>
              <a:ext uri="{FF2B5EF4-FFF2-40B4-BE49-F238E27FC236}">
                <a16:creationId xmlns:a16="http://schemas.microsoft.com/office/drawing/2014/main" id="{FF3ED7F2-2520-4399-897A-EA3056F204FE}"/>
              </a:ext>
            </a:extLst>
          </p:cNvPr>
          <p:cNvSpPr/>
          <p:nvPr/>
        </p:nvSpPr>
        <p:spPr>
          <a:xfrm>
            <a:off x="10072362" y="1952390"/>
            <a:ext cx="468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grpSp>
        <p:nvGrpSpPr>
          <p:cNvPr id="1852" name="组合 1851">
            <a:extLst>
              <a:ext uri="{FF2B5EF4-FFF2-40B4-BE49-F238E27FC236}">
                <a16:creationId xmlns:a16="http://schemas.microsoft.com/office/drawing/2014/main" id="{EAC05C27-B7DD-49C0-B5B9-6F7A45777C56}"/>
              </a:ext>
            </a:extLst>
          </p:cNvPr>
          <p:cNvGrpSpPr/>
          <p:nvPr/>
        </p:nvGrpSpPr>
        <p:grpSpPr>
          <a:xfrm>
            <a:off x="9878400" y="3068450"/>
            <a:ext cx="1692000" cy="576000"/>
            <a:chOff x="9086380" y="2647800"/>
            <a:chExt cx="1692000" cy="576000"/>
          </a:xfrm>
        </p:grpSpPr>
        <p:sp>
          <p:nvSpPr>
            <p:cNvPr id="1853" name="对话气泡: 矩形 1852">
              <a:extLst>
                <a:ext uri="{FF2B5EF4-FFF2-40B4-BE49-F238E27FC236}">
                  <a16:creationId xmlns:a16="http://schemas.microsoft.com/office/drawing/2014/main" id="{9DA11629-4B9F-41F8-B1C7-509D4F30B580}"/>
                </a:ext>
              </a:extLst>
            </p:cNvPr>
            <p:cNvSpPr/>
            <p:nvPr/>
          </p:nvSpPr>
          <p:spPr>
            <a:xfrm>
              <a:off x="9086380" y="2647800"/>
              <a:ext cx="1692000" cy="576000"/>
            </a:xfrm>
            <a:prstGeom prst="wedgeRectCallout">
              <a:avLst>
                <a:gd name="adj1" fmla="val 33312"/>
                <a:gd name="adj2" fmla="val 86278"/>
              </a:avLst>
            </a:prstGeom>
            <a:solidFill>
              <a:schemeClr val="tx2">
                <a:lumMod val="95000"/>
              </a:schemeClr>
            </a:solidFill>
            <a:ln w="3175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7200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70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***********</a:t>
              </a:r>
              <a:endParaRPr lang="zh-CN" altLang="en-US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854" name="矩形 1853">
              <a:extLst>
                <a:ext uri="{FF2B5EF4-FFF2-40B4-BE49-F238E27FC236}">
                  <a16:creationId xmlns:a16="http://schemas.microsoft.com/office/drawing/2014/main" id="{EB7A54AE-48FA-47FE-99D2-047FCE230352}"/>
                </a:ext>
              </a:extLst>
            </p:cNvPr>
            <p:cNvSpPr/>
            <p:nvPr/>
          </p:nvSpPr>
          <p:spPr>
            <a:xfrm>
              <a:off x="9159647" y="2865088"/>
              <a:ext cx="1548000" cy="288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55" name="矩形 1854">
              <a:extLst>
                <a:ext uri="{FF2B5EF4-FFF2-40B4-BE49-F238E27FC236}">
                  <a16:creationId xmlns:a16="http://schemas.microsoft.com/office/drawing/2014/main" id="{B982A6B6-B356-446C-BF23-F9121CB094E5}"/>
                </a:ext>
              </a:extLst>
            </p:cNvPr>
            <p:cNvSpPr/>
            <p:nvPr/>
          </p:nvSpPr>
          <p:spPr>
            <a:xfrm>
              <a:off x="923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56" name="矩形 1855">
              <a:extLst>
                <a:ext uri="{FF2B5EF4-FFF2-40B4-BE49-F238E27FC236}">
                  <a16:creationId xmlns:a16="http://schemas.microsoft.com/office/drawing/2014/main" id="{8CE935CC-D254-464F-894D-65A1D51EA176}"/>
                </a:ext>
              </a:extLst>
            </p:cNvPr>
            <p:cNvSpPr/>
            <p:nvPr/>
          </p:nvSpPr>
          <p:spPr>
            <a:xfrm>
              <a:off x="941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57" name="矩形 1856">
              <a:extLst>
                <a:ext uri="{FF2B5EF4-FFF2-40B4-BE49-F238E27FC236}">
                  <a16:creationId xmlns:a16="http://schemas.microsoft.com/office/drawing/2014/main" id="{93BD9BCA-5395-467A-ADFC-25684E6D5A97}"/>
                </a:ext>
              </a:extLst>
            </p:cNvPr>
            <p:cNvSpPr/>
            <p:nvPr/>
          </p:nvSpPr>
          <p:spPr>
            <a:xfrm>
              <a:off x="959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58" name="矩形 1857">
              <a:extLst>
                <a:ext uri="{FF2B5EF4-FFF2-40B4-BE49-F238E27FC236}">
                  <a16:creationId xmlns:a16="http://schemas.microsoft.com/office/drawing/2014/main" id="{61A572E5-2AC1-4786-84A1-4DB526ACD448}"/>
                </a:ext>
              </a:extLst>
            </p:cNvPr>
            <p:cNvSpPr/>
            <p:nvPr/>
          </p:nvSpPr>
          <p:spPr>
            <a:xfrm>
              <a:off x="977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59" name="矩形 1858">
              <a:extLst>
                <a:ext uri="{FF2B5EF4-FFF2-40B4-BE49-F238E27FC236}">
                  <a16:creationId xmlns:a16="http://schemas.microsoft.com/office/drawing/2014/main" id="{1BB43451-ECDB-4AAC-8A42-E542E29C9B2A}"/>
                </a:ext>
              </a:extLst>
            </p:cNvPr>
            <p:cNvSpPr/>
            <p:nvPr/>
          </p:nvSpPr>
          <p:spPr>
            <a:xfrm>
              <a:off x="995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60" name="矩形 1859">
              <a:extLst>
                <a:ext uri="{FF2B5EF4-FFF2-40B4-BE49-F238E27FC236}">
                  <a16:creationId xmlns:a16="http://schemas.microsoft.com/office/drawing/2014/main" id="{9F32D08F-EDE8-45F4-B53C-B880797D472A}"/>
                </a:ext>
              </a:extLst>
            </p:cNvPr>
            <p:cNvSpPr/>
            <p:nvPr/>
          </p:nvSpPr>
          <p:spPr>
            <a:xfrm>
              <a:off x="1013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61" name="矩形 1860">
              <a:extLst>
                <a:ext uri="{FF2B5EF4-FFF2-40B4-BE49-F238E27FC236}">
                  <a16:creationId xmlns:a16="http://schemas.microsoft.com/office/drawing/2014/main" id="{ECBA450B-B17F-49B3-8647-75D75EC40047}"/>
                </a:ext>
              </a:extLst>
            </p:cNvPr>
            <p:cNvSpPr/>
            <p:nvPr/>
          </p:nvSpPr>
          <p:spPr>
            <a:xfrm>
              <a:off x="1031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62" name="矩形 1861">
              <a:extLst>
                <a:ext uri="{FF2B5EF4-FFF2-40B4-BE49-F238E27FC236}">
                  <a16:creationId xmlns:a16="http://schemas.microsoft.com/office/drawing/2014/main" id="{79515997-3019-4276-8EF9-3B9D276663F8}"/>
                </a:ext>
              </a:extLst>
            </p:cNvPr>
            <p:cNvSpPr/>
            <p:nvPr/>
          </p:nvSpPr>
          <p:spPr>
            <a:xfrm>
              <a:off x="10491647" y="2937088"/>
              <a:ext cx="144000" cy="144000"/>
            </a:xfrm>
            <a:prstGeom prst="rect">
              <a:avLst/>
            </a:prstGeom>
            <a:solidFill>
              <a:srgbClr val="F9F9F9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863" name="矩形 1862">
            <a:extLst>
              <a:ext uri="{FF2B5EF4-FFF2-40B4-BE49-F238E27FC236}">
                <a16:creationId xmlns:a16="http://schemas.microsoft.com/office/drawing/2014/main" id="{0B534222-C1DE-47F4-9176-D30365412496}"/>
              </a:ext>
            </a:extLst>
          </p:cNvPr>
          <p:cNvSpPr/>
          <p:nvPr/>
        </p:nvSpPr>
        <p:spPr>
          <a:xfrm>
            <a:off x="8762372" y="836655"/>
            <a:ext cx="864000" cy="359795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CN" altLang="en-US" sz="8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</a:t>
            </a:r>
            <a:endParaRPr lang="zh-CN" altLang="en-US" sz="8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</a:t>
            </a:r>
            <a:endParaRPr lang="zh-CN" altLang="en-US" sz="6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1864" name="矩形 1863">
            <a:extLst>
              <a:ext uri="{FF2B5EF4-FFF2-40B4-BE49-F238E27FC236}">
                <a16:creationId xmlns:a16="http://schemas.microsoft.com/office/drawing/2014/main" id="{711AA73E-C41B-4A56-8898-F2C5AC948054}"/>
              </a:ext>
            </a:extLst>
          </p:cNvPr>
          <p:cNvSpPr/>
          <p:nvPr/>
        </p:nvSpPr>
        <p:spPr>
          <a:xfrm>
            <a:off x="10670381" y="836655"/>
            <a:ext cx="1008000" cy="575795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CN" altLang="en-US" sz="8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</a:t>
            </a:r>
            <a:endParaRPr lang="en-US" altLang="zh-CN" sz="8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*****************</a:t>
            </a:r>
            <a:endParaRPr lang="zh-CN" altLang="en-US" sz="4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1865" name="矩形 1864">
            <a:extLst>
              <a:ext uri="{FF2B5EF4-FFF2-40B4-BE49-F238E27FC236}">
                <a16:creationId xmlns:a16="http://schemas.microsoft.com/office/drawing/2014/main" id="{A3138247-DF8F-4362-B904-AA88BB76DA1E}"/>
              </a:ext>
            </a:extLst>
          </p:cNvPr>
          <p:cNvSpPr/>
          <p:nvPr/>
        </p:nvSpPr>
        <p:spPr>
          <a:xfrm>
            <a:off x="518400" y="836655"/>
            <a:ext cx="1008000" cy="575795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CN" altLang="en-US" sz="8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</a:t>
            </a:r>
            <a:endParaRPr lang="en-US" altLang="zh-CN" sz="8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******************</a:t>
            </a:r>
            <a:endParaRPr lang="zh-CN" altLang="en-US" sz="4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1866" name="矩形 1865">
            <a:extLst>
              <a:ext uri="{FF2B5EF4-FFF2-40B4-BE49-F238E27FC236}">
                <a16:creationId xmlns:a16="http://schemas.microsoft.com/office/drawing/2014/main" id="{F6C54AB0-2347-40BF-8AF1-503336D06FD0}"/>
              </a:ext>
            </a:extLst>
          </p:cNvPr>
          <p:cNvSpPr/>
          <p:nvPr/>
        </p:nvSpPr>
        <p:spPr>
          <a:xfrm>
            <a:off x="4550382" y="4580450"/>
            <a:ext cx="1008000" cy="360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n-US" altLang="zh-CN" sz="7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</a:t>
            </a:r>
            <a:r>
              <a:rPr lang="zh-CN" altLang="en-US" sz="7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</a:t>
            </a:r>
            <a:endParaRPr lang="zh-CN" altLang="en-US" sz="7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*******************</a:t>
            </a:r>
            <a:endParaRPr lang="zh-CN" altLang="en-US" sz="2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1867" name="矩形 1866">
            <a:extLst>
              <a:ext uri="{FF2B5EF4-FFF2-40B4-BE49-F238E27FC236}">
                <a16:creationId xmlns:a16="http://schemas.microsoft.com/office/drawing/2014/main" id="{E6114E7C-1CC3-4AFC-8197-D770A558357F}"/>
              </a:ext>
            </a:extLst>
          </p:cNvPr>
          <p:cNvSpPr/>
          <p:nvPr/>
        </p:nvSpPr>
        <p:spPr>
          <a:xfrm>
            <a:off x="5774379" y="4580450"/>
            <a:ext cx="1008000" cy="360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n-US" altLang="zh-CN" sz="7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</a:t>
            </a:r>
            <a:r>
              <a:rPr lang="zh-CN" altLang="en-US" sz="7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</a:t>
            </a:r>
            <a:endParaRPr lang="zh-CN" altLang="en-US" sz="7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*******************</a:t>
            </a:r>
            <a:endParaRPr lang="zh-CN" altLang="en-US" sz="2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1868" name="矩形 1867">
            <a:extLst>
              <a:ext uri="{FF2B5EF4-FFF2-40B4-BE49-F238E27FC236}">
                <a16:creationId xmlns:a16="http://schemas.microsoft.com/office/drawing/2014/main" id="{40333C3E-483A-44DC-9CE7-5330FCBBFA81}"/>
              </a:ext>
            </a:extLst>
          </p:cNvPr>
          <p:cNvSpPr/>
          <p:nvPr/>
        </p:nvSpPr>
        <p:spPr>
          <a:xfrm>
            <a:off x="3542400" y="5804450"/>
            <a:ext cx="1008000" cy="360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CN" altLang="en-US" sz="7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</a:t>
            </a:r>
            <a:endParaRPr lang="zh-CN" altLang="en-US" sz="7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*****************</a:t>
            </a:r>
            <a:endParaRPr lang="zh-CN" altLang="en-US" sz="1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1869" name="矩形 1868">
            <a:extLst>
              <a:ext uri="{FF2B5EF4-FFF2-40B4-BE49-F238E27FC236}">
                <a16:creationId xmlns:a16="http://schemas.microsoft.com/office/drawing/2014/main" id="{36BCD706-C8F2-4CF0-9C2F-99903545003F}"/>
              </a:ext>
            </a:extLst>
          </p:cNvPr>
          <p:cNvSpPr/>
          <p:nvPr/>
        </p:nvSpPr>
        <p:spPr>
          <a:xfrm>
            <a:off x="10670381" y="5804450"/>
            <a:ext cx="1008000" cy="360000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CN" altLang="en-US" sz="7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</a:t>
            </a:r>
            <a:endParaRPr lang="zh-CN" altLang="en-US" sz="7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*****************</a:t>
            </a:r>
            <a:endParaRPr lang="zh-CN" altLang="en-US" sz="1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cxnSp>
        <p:nvCxnSpPr>
          <p:cNvPr id="1870" name="直接连接符 1869">
            <a:extLst>
              <a:ext uri="{FF2B5EF4-FFF2-40B4-BE49-F238E27FC236}">
                <a16:creationId xmlns:a16="http://schemas.microsoft.com/office/drawing/2014/main" id="{C3053466-45DA-45DC-B875-2494A73375D3}"/>
              </a:ext>
            </a:extLst>
          </p:cNvPr>
          <p:cNvCxnSpPr>
            <a:cxnSpLocks/>
            <a:stCxn id="1815" idx="1"/>
          </p:cNvCxnSpPr>
          <p:nvPr/>
        </p:nvCxnSpPr>
        <p:spPr>
          <a:xfrm flipH="1">
            <a:off x="3254400" y="2690450"/>
            <a:ext cx="1439981" cy="0"/>
          </a:xfrm>
          <a:prstGeom prst="line">
            <a:avLst/>
          </a:prstGeom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1" name="直接连接符 1870">
            <a:extLst>
              <a:ext uri="{FF2B5EF4-FFF2-40B4-BE49-F238E27FC236}">
                <a16:creationId xmlns:a16="http://schemas.microsoft.com/office/drawing/2014/main" id="{AA87C662-4EE9-4E6F-90EB-297986187F84}"/>
              </a:ext>
            </a:extLst>
          </p:cNvPr>
          <p:cNvCxnSpPr>
            <a:cxnSpLocks/>
            <a:endCxn id="1815" idx="3"/>
          </p:cNvCxnSpPr>
          <p:nvPr/>
        </p:nvCxnSpPr>
        <p:spPr>
          <a:xfrm flipH="1">
            <a:off x="7502381" y="2690450"/>
            <a:ext cx="1439982" cy="0"/>
          </a:xfrm>
          <a:prstGeom prst="line">
            <a:avLst/>
          </a:prstGeom>
          <a:ln w="3175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2" name="矩形 1871">
            <a:extLst>
              <a:ext uri="{FF2B5EF4-FFF2-40B4-BE49-F238E27FC236}">
                <a16:creationId xmlns:a16="http://schemas.microsoft.com/office/drawing/2014/main" id="{CA73C415-66E1-45BE-94D1-87A9F7738BAA}"/>
              </a:ext>
            </a:extLst>
          </p:cNvPr>
          <p:cNvSpPr/>
          <p:nvPr/>
        </p:nvSpPr>
        <p:spPr>
          <a:xfrm>
            <a:off x="7502400" y="2456655"/>
            <a:ext cx="792000" cy="466481"/>
          </a:xfrm>
          <a:prstGeom prst="rect">
            <a:avLst/>
          </a:prstGeom>
          <a:solidFill>
            <a:schemeClr val="tx2">
              <a:lumMod val="95000"/>
            </a:schemeClr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CN" altLang="en-US" sz="8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</a:t>
            </a:r>
            <a:endParaRPr lang="zh-CN" altLang="en-US" sz="8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  <a:p>
            <a:pPr algn="ctr">
              <a:spcAft>
                <a:spcPts val="300"/>
              </a:spcAft>
            </a:pPr>
            <a:r>
              <a:rPr lang="en-US" altLang="zh-CN" sz="600">
                <a:solidFill>
                  <a:schemeClr val="bg1">
                    <a:lumMod val="60000"/>
                    <a:lumOff val="40000"/>
                  </a:schemeClr>
                </a:solidFill>
                <a:latin typeface="+mn-ea"/>
              </a:rPr>
              <a:t>*****************</a:t>
            </a:r>
            <a:endParaRPr lang="zh-CN" altLang="en-US" sz="400" dirty="0">
              <a:solidFill>
                <a:schemeClr val="bg1">
                  <a:lumMod val="60000"/>
                  <a:lumOff val="40000"/>
                </a:schemeClr>
              </a:solidFill>
              <a:latin typeface="+mn-ea"/>
            </a:endParaRPr>
          </a:p>
        </p:txBody>
      </p:sp>
      <p:cxnSp>
        <p:nvCxnSpPr>
          <p:cNvPr id="1873" name="直接连接符 1872">
            <a:extLst>
              <a:ext uri="{FF2B5EF4-FFF2-40B4-BE49-F238E27FC236}">
                <a16:creationId xmlns:a16="http://schemas.microsoft.com/office/drawing/2014/main" id="{32FE7A30-8184-40E2-AE24-3A60A94C06B5}"/>
              </a:ext>
            </a:extLst>
          </p:cNvPr>
          <p:cNvCxnSpPr>
            <a:cxnSpLocks/>
            <a:stCxn id="1714" idx="2"/>
            <a:endCxn id="1817" idx="0"/>
          </p:cNvCxnSpPr>
          <p:nvPr/>
        </p:nvCxnSpPr>
        <p:spPr>
          <a:xfrm>
            <a:off x="5126400" y="1700450"/>
            <a:ext cx="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4" name="直接连接符 1873">
            <a:extLst>
              <a:ext uri="{FF2B5EF4-FFF2-40B4-BE49-F238E27FC236}">
                <a16:creationId xmlns:a16="http://schemas.microsoft.com/office/drawing/2014/main" id="{420961BB-501B-48BD-8B8F-1E8AED75AECF}"/>
              </a:ext>
            </a:extLst>
          </p:cNvPr>
          <p:cNvCxnSpPr>
            <a:cxnSpLocks/>
            <a:stCxn id="1714" idx="2"/>
            <a:endCxn id="1818" idx="0"/>
          </p:cNvCxnSpPr>
          <p:nvPr/>
        </p:nvCxnSpPr>
        <p:spPr>
          <a:xfrm>
            <a:off x="5126400" y="1700450"/>
            <a:ext cx="648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5" name="直接连接符 1874">
            <a:extLst>
              <a:ext uri="{FF2B5EF4-FFF2-40B4-BE49-F238E27FC236}">
                <a16:creationId xmlns:a16="http://schemas.microsoft.com/office/drawing/2014/main" id="{C9CA7B1E-5292-4D32-8DBC-792C7DFD33CA}"/>
              </a:ext>
            </a:extLst>
          </p:cNvPr>
          <p:cNvCxnSpPr>
            <a:cxnSpLocks/>
            <a:stCxn id="1714" idx="2"/>
            <a:endCxn id="1819" idx="0"/>
          </p:cNvCxnSpPr>
          <p:nvPr/>
        </p:nvCxnSpPr>
        <p:spPr>
          <a:xfrm>
            <a:off x="5126400" y="1700450"/>
            <a:ext cx="1296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6" name="直接连接符 1875">
            <a:extLst>
              <a:ext uri="{FF2B5EF4-FFF2-40B4-BE49-F238E27FC236}">
                <a16:creationId xmlns:a16="http://schemas.microsoft.com/office/drawing/2014/main" id="{75E29905-B667-4085-90E0-27A72A794C9E}"/>
              </a:ext>
            </a:extLst>
          </p:cNvPr>
          <p:cNvCxnSpPr>
            <a:cxnSpLocks/>
            <a:stCxn id="1714" idx="2"/>
            <a:endCxn id="1820" idx="0"/>
          </p:cNvCxnSpPr>
          <p:nvPr/>
        </p:nvCxnSpPr>
        <p:spPr>
          <a:xfrm>
            <a:off x="5126400" y="1700450"/>
            <a:ext cx="1944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7" name="直接连接符 1876">
            <a:extLst>
              <a:ext uri="{FF2B5EF4-FFF2-40B4-BE49-F238E27FC236}">
                <a16:creationId xmlns:a16="http://schemas.microsoft.com/office/drawing/2014/main" id="{8915CC99-707C-4D46-83D6-98005E9C6C21}"/>
              </a:ext>
            </a:extLst>
          </p:cNvPr>
          <p:cNvCxnSpPr>
            <a:cxnSpLocks/>
            <a:stCxn id="1715" idx="2"/>
          </p:cNvCxnSpPr>
          <p:nvPr/>
        </p:nvCxnSpPr>
        <p:spPr>
          <a:xfrm flipH="1">
            <a:off x="5126400" y="1700450"/>
            <a:ext cx="648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8" name="直接连接符 1877">
            <a:extLst>
              <a:ext uri="{FF2B5EF4-FFF2-40B4-BE49-F238E27FC236}">
                <a16:creationId xmlns:a16="http://schemas.microsoft.com/office/drawing/2014/main" id="{ABDED57B-B480-4B26-ADAD-C89619B6750D}"/>
              </a:ext>
            </a:extLst>
          </p:cNvPr>
          <p:cNvCxnSpPr>
            <a:cxnSpLocks/>
            <a:stCxn id="1715" idx="2"/>
          </p:cNvCxnSpPr>
          <p:nvPr/>
        </p:nvCxnSpPr>
        <p:spPr>
          <a:xfrm>
            <a:off x="5774400" y="1700450"/>
            <a:ext cx="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9" name="直接连接符 1878">
            <a:extLst>
              <a:ext uri="{FF2B5EF4-FFF2-40B4-BE49-F238E27FC236}">
                <a16:creationId xmlns:a16="http://schemas.microsoft.com/office/drawing/2014/main" id="{3654C704-67D8-4327-BDE0-8CEF5E4EB614}"/>
              </a:ext>
            </a:extLst>
          </p:cNvPr>
          <p:cNvCxnSpPr>
            <a:cxnSpLocks/>
            <a:stCxn id="1715" idx="2"/>
          </p:cNvCxnSpPr>
          <p:nvPr/>
        </p:nvCxnSpPr>
        <p:spPr>
          <a:xfrm>
            <a:off x="5774400" y="1700450"/>
            <a:ext cx="648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0" name="直接连接符 1879">
            <a:extLst>
              <a:ext uri="{FF2B5EF4-FFF2-40B4-BE49-F238E27FC236}">
                <a16:creationId xmlns:a16="http://schemas.microsoft.com/office/drawing/2014/main" id="{E9686A7F-AB4E-4EF3-84BF-4D3714D2C2BC}"/>
              </a:ext>
            </a:extLst>
          </p:cNvPr>
          <p:cNvCxnSpPr>
            <a:cxnSpLocks/>
            <a:stCxn id="1715" idx="2"/>
          </p:cNvCxnSpPr>
          <p:nvPr/>
        </p:nvCxnSpPr>
        <p:spPr>
          <a:xfrm>
            <a:off x="5774400" y="1700450"/>
            <a:ext cx="1296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1" name="直接连接符 1880">
            <a:extLst>
              <a:ext uri="{FF2B5EF4-FFF2-40B4-BE49-F238E27FC236}">
                <a16:creationId xmlns:a16="http://schemas.microsoft.com/office/drawing/2014/main" id="{51853365-9431-4CF1-A9B1-CC77015234D3}"/>
              </a:ext>
            </a:extLst>
          </p:cNvPr>
          <p:cNvCxnSpPr>
            <a:cxnSpLocks/>
            <a:stCxn id="1716" idx="2"/>
          </p:cNvCxnSpPr>
          <p:nvPr/>
        </p:nvCxnSpPr>
        <p:spPr>
          <a:xfrm flipH="1">
            <a:off x="5126400" y="1700449"/>
            <a:ext cx="1296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直接连接符 1881">
            <a:extLst>
              <a:ext uri="{FF2B5EF4-FFF2-40B4-BE49-F238E27FC236}">
                <a16:creationId xmlns:a16="http://schemas.microsoft.com/office/drawing/2014/main" id="{92E7EE00-5DF1-45E4-96A3-1A683941A3F8}"/>
              </a:ext>
            </a:extLst>
          </p:cNvPr>
          <p:cNvCxnSpPr>
            <a:cxnSpLocks/>
            <a:stCxn id="1716" idx="2"/>
          </p:cNvCxnSpPr>
          <p:nvPr/>
        </p:nvCxnSpPr>
        <p:spPr>
          <a:xfrm flipH="1">
            <a:off x="5774400" y="1700449"/>
            <a:ext cx="648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3" name="直接连接符 1882">
            <a:extLst>
              <a:ext uri="{FF2B5EF4-FFF2-40B4-BE49-F238E27FC236}">
                <a16:creationId xmlns:a16="http://schemas.microsoft.com/office/drawing/2014/main" id="{11F63388-1A2F-4857-A4F8-5077CDC920DB}"/>
              </a:ext>
            </a:extLst>
          </p:cNvPr>
          <p:cNvCxnSpPr>
            <a:cxnSpLocks/>
            <a:stCxn id="1716" idx="2"/>
          </p:cNvCxnSpPr>
          <p:nvPr/>
        </p:nvCxnSpPr>
        <p:spPr>
          <a:xfrm>
            <a:off x="6422400" y="1700449"/>
            <a:ext cx="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4" name="直接连接符 1883">
            <a:extLst>
              <a:ext uri="{FF2B5EF4-FFF2-40B4-BE49-F238E27FC236}">
                <a16:creationId xmlns:a16="http://schemas.microsoft.com/office/drawing/2014/main" id="{512E5E6C-449C-4285-9A15-15A18E53E4DA}"/>
              </a:ext>
            </a:extLst>
          </p:cNvPr>
          <p:cNvCxnSpPr>
            <a:cxnSpLocks/>
            <a:stCxn id="1716" idx="2"/>
          </p:cNvCxnSpPr>
          <p:nvPr/>
        </p:nvCxnSpPr>
        <p:spPr>
          <a:xfrm>
            <a:off x="6422400" y="1700449"/>
            <a:ext cx="648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5" name="直接连接符 1884">
            <a:extLst>
              <a:ext uri="{FF2B5EF4-FFF2-40B4-BE49-F238E27FC236}">
                <a16:creationId xmlns:a16="http://schemas.microsoft.com/office/drawing/2014/main" id="{509E5F9B-6A56-4079-A862-6732D6C90668}"/>
              </a:ext>
            </a:extLst>
          </p:cNvPr>
          <p:cNvCxnSpPr>
            <a:cxnSpLocks/>
            <a:stCxn id="1717" idx="2"/>
          </p:cNvCxnSpPr>
          <p:nvPr/>
        </p:nvCxnSpPr>
        <p:spPr>
          <a:xfrm flipH="1">
            <a:off x="5126400" y="1700450"/>
            <a:ext cx="1944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6" name="直接连接符 1885">
            <a:extLst>
              <a:ext uri="{FF2B5EF4-FFF2-40B4-BE49-F238E27FC236}">
                <a16:creationId xmlns:a16="http://schemas.microsoft.com/office/drawing/2014/main" id="{88FC50EE-F7EB-4291-9482-070D5A4A1BB8}"/>
              </a:ext>
            </a:extLst>
          </p:cNvPr>
          <p:cNvCxnSpPr>
            <a:cxnSpLocks/>
            <a:stCxn id="1717" idx="2"/>
          </p:cNvCxnSpPr>
          <p:nvPr/>
        </p:nvCxnSpPr>
        <p:spPr>
          <a:xfrm flipH="1">
            <a:off x="5774400" y="1700450"/>
            <a:ext cx="1296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7" name="直接连接符 1886">
            <a:extLst>
              <a:ext uri="{FF2B5EF4-FFF2-40B4-BE49-F238E27FC236}">
                <a16:creationId xmlns:a16="http://schemas.microsoft.com/office/drawing/2014/main" id="{27F48028-6636-4F1F-9752-57E1D3B37192}"/>
              </a:ext>
            </a:extLst>
          </p:cNvPr>
          <p:cNvCxnSpPr>
            <a:cxnSpLocks/>
            <a:stCxn id="1717" idx="2"/>
          </p:cNvCxnSpPr>
          <p:nvPr/>
        </p:nvCxnSpPr>
        <p:spPr>
          <a:xfrm flipH="1">
            <a:off x="6422400" y="1700450"/>
            <a:ext cx="64800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8" name="直接连接符 1887">
            <a:extLst>
              <a:ext uri="{FF2B5EF4-FFF2-40B4-BE49-F238E27FC236}">
                <a16:creationId xmlns:a16="http://schemas.microsoft.com/office/drawing/2014/main" id="{69CD257D-10BA-48C0-A663-DFE0E49B947C}"/>
              </a:ext>
            </a:extLst>
          </p:cNvPr>
          <p:cNvCxnSpPr>
            <a:cxnSpLocks/>
            <a:stCxn id="1717" idx="2"/>
          </p:cNvCxnSpPr>
          <p:nvPr/>
        </p:nvCxnSpPr>
        <p:spPr>
          <a:xfrm>
            <a:off x="7070400" y="1700450"/>
            <a:ext cx="0" cy="900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9" name="矩形 1888">
            <a:extLst>
              <a:ext uri="{FF2B5EF4-FFF2-40B4-BE49-F238E27FC236}">
                <a16:creationId xmlns:a16="http://schemas.microsoft.com/office/drawing/2014/main" id="{52F6C177-0F82-4652-8688-5C4EB24A09CC}"/>
              </a:ext>
            </a:extLst>
          </p:cNvPr>
          <p:cNvSpPr/>
          <p:nvPr/>
        </p:nvSpPr>
        <p:spPr>
          <a:xfrm>
            <a:off x="2948400" y="3896450"/>
            <a:ext cx="72000" cy="18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600">
                <a:solidFill>
                  <a:schemeClr val="tx1"/>
                </a:solidFill>
                <a:latin typeface="+mn-ea"/>
              </a:rPr>
              <a:t>*</a:t>
            </a:r>
            <a:endParaRPr lang="en-US" altLang="zh-CN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90" name="直接连接符 1889">
            <a:extLst>
              <a:ext uri="{FF2B5EF4-FFF2-40B4-BE49-F238E27FC236}">
                <a16:creationId xmlns:a16="http://schemas.microsoft.com/office/drawing/2014/main" id="{D0E14CF9-11E6-46C9-88F4-FF90EF197FF0}"/>
              </a:ext>
            </a:extLst>
          </p:cNvPr>
          <p:cNvCxnSpPr>
            <a:cxnSpLocks/>
            <a:stCxn id="1817" idx="2"/>
            <a:endCxn id="1699" idx="0"/>
          </p:cNvCxnSpPr>
          <p:nvPr/>
        </p:nvCxnSpPr>
        <p:spPr>
          <a:xfrm flipH="1">
            <a:off x="1922401" y="2780450"/>
            <a:ext cx="3203999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1" name="直接连接符 1890">
            <a:extLst>
              <a:ext uri="{FF2B5EF4-FFF2-40B4-BE49-F238E27FC236}">
                <a16:creationId xmlns:a16="http://schemas.microsoft.com/office/drawing/2014/main" id="{2D2049D7-B3E1-41D9-BA5E-37B64F700002}"/>
              </a:ext>
            </a:extLst>
          </p:cNvPr>
          <p:cNvCxnSpPr>
            <a:cxnSpLocks/>
            <a:stCxn id="1817" idx="2"/>
            <a:endCxn id="1700" idx="0"/>
          </p:cNvCxnSpPr>
          <p:nvPr/>
        </p:nvCxnSpPr>
        <p:spPr>
          <a:xfrm flipH="1">
            <a:off x="2534401" y="2780450"/>
            <a:ext cx="2591999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2" name="直接连接符 1891">
            <a:extLst>
              <a:ext uri="{FF2B5EF4-FFF2-40B4-BE49-F238E27FC236}">
                <a16:creationId xmlns:a16="http://schemas.microsoft.com/office/drawing/2014/main" id="{66A00E98-804D-461F-A3BB-7D345E80DB92}"/>
              </a:ext>
            </a:extLst>
          </p:cNvPr>
          <p:cNvCxnSpPr>
            <a:cxnSpLocks/>
            <a:stCxn id="1817" idx="2"/>
            <a:endCxn id="1705" idx="0"/>
          </p:cNvCxnSpPr>
          <p:nvPr/>
        </p:nvCxnSpPr>
        <p:spPr>
          <a:xfrm flipH="1">
            <a:off x="3794372" y="2780450"/>
            <a:ext cx="1332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3" name="直接连接符 1892">
            <a:extLst>
              <a:ext uri="{FF2B5EF4-FFF2-40B4-BE49-F238E27FC236}">
                <a16:creationId xmlns:a16="http://schemas.microsoft.com/office/drawing/2014/main" id="{2B02E008-62D2-4BA0-9C56-EC0D77B8FDA2}"/>
              </a:ext>
            </a:extLst>
          </p:cNvPr>
          <p:cNvCxnSpPr>
            <a:cxnSpLocks/>
            <a:stCxn id="1817" idx="2"/>
            <a:endCxn id="1706" idx="0"/>
          </p:cNvCxnSpPr>
          <p:nvPr/>
        </p:nvCxnSpPr>
        <p:spPr>
          <a:xfrm flipH="1">
            <a:off x="4406372" y="2780450"/>
            <a:ext cx="720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4" name="直接连接符 1893">
            <a:extLst>
              <a:ext uri="{FF2B5EF4-FFF2-40B4-BE49-F238E27FC236}">
                <a16:creationId xmlns:a16="http://schemas.microsoft.com/office/drawing/2014/main" id="{19F27BA5-33DB-43FE-83FD-C8A2E5AB5144}"/>
              </a:ext>
            </a:extLst>
          </p:cNvPr>
          <p:cNvCxnSpPr>
            <a:cxnSpLocks/>
            <a:stCxn id="1817" idx="2"/>
            <a:endCxn id="1643" idx="0"/>
          </p:cNvCxnSpPr>
          <p:nvPr/>
        </p:nvCxnSpPr>
        <p:spPr>
          <a:xfrm>
            <a:off x="5126400" y="2780450"/>
            <a:ext cx="208798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5" name="直接连接符 1894">
            <a:extLst>
              <a:ext uri="{FF2B5EF4-FFF2-40B4-BE49-F238E27FC236}">
                <a16:creationId xmlns:a16="http://schemas.microsoft.com/office/drawing/2014/main" id="{CAC212EA-86EA-4146-86D1-837D1D44B8F2}"/>
              </a:ext>
            </a:extLst>
          </p:cNvPr>
          <p:cNvCxnSpPr>
            <a:cxnSpLocks/>
            <a:stCxn id="1817" idx="2"/>
            <a:endCxn id="1644" idx="0"/>
          </p:cNvCxnSpPr>
          <p:nvPr/>
        </p:nvCxnSpPr>
        <p:spPr>
          <a:xfrm>
            <a:off x="5126400" y="2780450"/>
            <a:ext cx="266400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6" name="直接连接符 1895">
            <a:extLst>
              <a:ext uri="{FF2B5EF4-FFF2-40B4-BE49-F238E27FC236}">
                <a16:creationId xmlns:a16="http://schemas.microsoft.com/office/drawing/2014/main" id="{0F01AB4A-6551-4A0B-8ADC-02BBBAE72182}"/>
              </a:ext>
            </a:extLst>
          </p:cNvPr>
          <p:cNvCxnSpPr>
            <a:cxnSpLocks/>
            <a:stCxn id="1817" idx="2"/>
            <a:endCxn id="1645" idx="0"/>
          </p:cNvCxnSpPr>
          <p:nvPr/>
        </p:nvCxnSpPr>
        <p:spPr>
          <a:xfrm>
            <a:off x="5126400" y="2780450"/>
            <a:ext cx="3311989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7" name="直接连接符 1896">
            <a:extLst>
              <a:ext uri="{FF2B5EF4-FFF2-40B4-BE49-F238E27FC236}">
                <a16:creationId xmlns:a16="http://schemas.microsoft.com/office/drawing/2014/main" id="{755DE4E3-9B58-4789-809B-87308D92B1BA}"/>
              </a:ext>
            </a:extLst>
          </p:cNvPr>
          <p:cNvCxnSpPr>
            <a:cxnSpLocks/>
            <a:stCxn id="1818" idx="2"/>
          </p:cNvCxnSpPr>
          <p:nvPr/>
        </p:nvCxnSpPr>
        <p:spPr>
          <a:xfrm flipH="1">
            <a:off x="1922402" y="2780450"/>
            <a:ext cx="385199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8" name="直接连接符 1897">
            <a:extLst>
              <a:ext uri="{FF2B5EF4-FFF2-40B4-BE49-F238E27FC236}">
                <a16:creationId xmlns:a16="http://schemas.microsoft.com/office/drawing/2014/main" id="{DC661A60-C304-4547-94A9-667EF027C794}"/>
              </a:ext>
            </a:extLst>
          </p:cNvPr>
          <p:cNvCxnSpPr>
            <a:cxnSpLocks/>
            <a:stCxn id="1818" idx="2"/>
          </p:cNvCxnSpPr>
          <p:nvPr/>
        </p:nvCxnSpPr>
        <p:spPr>
          <a:xfrm flipH="1">
            <a:off x="2534402" y="2780450"/>
            <a:ext cx="323999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9" name="直接连接符 1898">
            <a:extLst>
              <a:ext uri="{FF2B5EF4-FFF2-40B4-BE49-F238E27FC236}">
                <a16:creationId xmlns:a16="http://schemas.microsoft.com/office/drawing/2014/main" id="{8DD0C617-C705-4E1B-9B8F-71B7936F4970}"/>
              </a:ext>
            </a:extLst>
          </p:cNvPr>
          <p:cNvCxnSpPr>
            <a:cxnSpLocks/>
            <a:stCxn id="1818" idx="2"/>
          </p:cNvCxnSpPr>
          <p:nvPr/>
        </p:nvCxnSpPr>
        <p:spPr>
          <a:xfrm flipH="1">
            <a:off x="3794372" y="2780450"/>
            <a:ext cx="1980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0" name="直接连接符 1899">
            <a:extLst>
              <a:ext uri="{FF2B5EF4-FFF2-40B4-BE49-F238E27FC236}">
                <a16:creationId xmlns:a16="http://schemas.microsoft.com/office/drawing/2014/main" id="{EC30C326-F412-4F84-8C01-1E0288311591}"/>
              </a:ext>
            </a:extLst>
          </p:cNvPr>
          <p:cNvCxnSpPr>
            <a:cxnSpLocks/>
            <a:stCxn id="1818" idx="2"/>
          </p:cNvCxnSpPr>
          <p:nvPr/>
        </p:nvCxnSpPr>
        <p:spPr>
          <a:xfrm flipH="1">
            <a:off x="4406372" y="2780450"/>
            <a:ext cx="1368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1" name="直接连接符 1900">
            <a:extLst>
              <a:ext uri="{FF2B5EF4-FFF2-40B4-BE49-F238E27FC236}">
                <a16:creationId xmlns:a16="http://schemas.microsoft.com/office/drawing/2014/main" id="{8232FDAC-6E2E-4189-A36C-7ECDA4822D22}"/>
              </a:ext>
            </a:extLst>
          </p:cNvPr>
          <p:cNvCxnSpPr>
            <a:cxnSpLocks/>
            <a:stCxn id="1818" idx="2"/>
          </p:cNvCxnSpPr>
          <p:nvPr/>
        </p:nvCxnSpPr>
        <p:spPr>
          <a:xfrm>
            <a:off x="5774400" y="2780450"/>
            <a:ext cx="143998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2" name="直接连接符 1901">
            <a:extLst>
              <a:ext uri="{FF2B5EF4-FFF2-40B4-BE49-F238E27FC236}">
                <a16:creationId xmlns:a16="http://schemas.microsoft.com/office/drawing/2014/main" id="{C751B0FE-4846-4936-84E4-9C85E365B8D9}"/>
              </a:ext>
            </a:extLst>
          </p:cNvPr>
          <p:cNvCxnSpPr>
            <a:cxnSpLocks/>
            <a:stCxn id="1818" idx="2"/>
          </p:cNvCxnSpPr>
          <p:nvPr/>
        </p:nvCxnSpPr>
        <p:spPr>
          <a:xfrm>
            <a:off x="5774400" y="2780450"/>
            <a:ext cx="201600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3" name="直接连接符 1902">
            <a:extLst>
              <a:ext uri="{FF2B5EF4-FFF2-40B4-BE49-F238E27FC236}">
                <a16:creationId xmlns:a16="http://schemas.microsoft.com/office/drawing/2014/main" id="{096C38F6-6A7D-4226-AC27-B484B524A438}"/>
              </a:ext>
            </a:extLst>
          </p:cNvPr>
          <p:cNvCxnSpPr>
            <a:cxnSpLocks/>
            <a:stCxn id="1818" idx="2"/>
          </p:cNvCxnSpPr>
          <p:nvPr/>
        </p:nvCxnSpPr>
        <p:spPr>
          <a:xfrm>
            <a:off x="5774400" y="2780450"/>
            <a:ext cx="2663989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4" name="直接连接符 1903">
            <a:extLst>
              <a:ext uri="{FF2B5EF4-FFF2-40B4-BE49-F238E27FC236}">
                <a16:creationId xmlns:a16="http://schemas.microsoft.com/office/drawing/2014/main" id="{693388E5-0693-4D6E-AA1E-5BF6AFF3C036}"/>
              </a:ext>
            </a:extLst>
          </p:cNvPr>
          <p:cNvCxnSpPr>
            <a:cxnSpLocks/>
            <a:stCxn id="1819" idx="2"/>
          </p:cNvCxnSpPr>
          <p:nvPr/>
        </p:nvCxnSpPr>
        <p:spPr>
          <a:xfrm flipH="1">
            <a:off x="1922402" y="2780450"/>
            <a:ext cx="449999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5" name="直接连接符 1904">
            <a:extLst>
              <a:ext uri="{FF2B5EF4-FFF2-40B4-BE49-F238E27FC236}">
                <a16:creationId xmlns:a16="http://schemas.microsoft.com/office/drawing/2014/main" id="{087D9861-A43B-4B4A-BA50-68102D9D8C94}"/>
              </a:ext>
            </a:extLst>
          </p:cNvPr>
          <p:cNvCxnSpPr>
            <a:cxnSpLocks/>
            <a:stCxn id="1819" idx="2"/>
          </p:cNvCxnSpPr>
          <p:nvPr/>
        </p:nvCxnSpPr>
        <p:spPr>
          <a:xfrm flipH="1">
            <a:off x="2534402" y="2780450"/>
            <a:ext cx="388799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6" name="直接连接符 1905">
            <a:extLst>
              <a:ext uri="{FF2B5EF4-FFF2-40B4-BE49-F238E27FC236}">
                <a16:creationId xmlns:a16="http://schemas.microsoft.com/office/drawing/2014/main" id="{B4A4DA6D-8D6E-4754-BBF8-9C79E8A18E8A}"/>
              </a:ext>
            </a:extLst>
          </p:cNvPr>
          <p:cNvCxnSpPr>
            <a:cxnSpLocks/>
            <a:stCxn id="1819" idx="2"/>
          </p:cNvCxnSpPr>
          <p:nvPr/>
        </p:nvCxnSpPr>
        <p:spPr>
          <a:xfrm flipH="1">
            <a:off x="3794372" y="2780450"/>
            <a:ext cx="2628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7" name="直接连接符 1906">
            <a:extLst>
              <a:ext uri="{FF2B5EF4-FFF2-40B4-BE49-F238E27FC236}">
                <a16:creationId xmlns:a16="http://schemas.microsoft.com/office/drawing/2014/main" id="{9C3299ED-79AB-4069-A7DF-348D2E64F8DC}"/>
              </a:ext>
            </a:extLst>
          </p:cNvPr>
          <p:cNvCxnSpPr>
            <a:cxnSpLocks/>
            <a:stCxn id="1819" idx="2"/>
          </p:cNvCxnSpPr>
          <p:nvPr/>
        </p:nvCxnSpPr>
        <p:spPr>
          <a:xfrm flipH="1">
            <a:off x="4406372" y="2780450"/>
            <a:ext cx="2016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8" name="直接连接符 1907">
            <a:extLst>
              <a:ext uri="{FF2B5EF4-FFF2-40B4-BE49-F238E27FC236}">
                <a16:creationId xmlns:a16="http://schemas.microsoft.com/office/drawing/2014/main" id="{556CCA4A-F14B-445E-8CF5-7C992921B11D}"/>
              </a:ext>
            </a:extLst>
          </p:cNvPr>
          <p:cNvCxnSpPr>
            <a:cxnSpLocks/>
            <a:stCxn id="1819" idx="2"/>
          </p:cNvCxnSpPr>
          <p:nvPr/>
        </p:nvCxnSpPr>
        <p:spPr>
          <a:xfrm>
            <a:off x="6422400" y="2780450"/>
            <a:ext cx="79198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9" name="直接连接符 1908">
            <a:extLst>
              <a:ext uri="{FF2B5EF4-FFF2-40B4-BE49-F238E27FC236}">
                <a16:creationId xmlns:a16="http://schemas.microsoft.com/office/drawing/2014/main" id="{0E92C837-7045-43ED-A9CE-D22898E82A6E}"/>
              </a:ext>
            </a:extLst>
          </p:cNvPr>
          <p:cNvCxnSpPr>
            <a:cxnSpLocks/>
            <a:stCxn id="1819" idx="2"/>
          </p:cNvCxnSpPr>
          <p:nvPr/>
        </p:nvCxnSpPr>
        <p:spPr>
          <a:xfrm>
            <a:off x="6422400" y="2780450"/>
            <a:ext cx="136800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0" name="直接连接符 1909">
            <a:extLst>
              <a:ext uri="{FF2B5EF4-FFF2-40B4-BE49-F238E27FC236}">
                <a16:creationId xmlns:a16="http://schemas.microsoft.com/office/drawing/2014/main" id="{FED6A298-B343-4626-B8A4-3987F1ECF81B}"/>
              </a:ext>
            </a:extLst>
          </p:cNvPr>
          <p:cNvCxnSpPr>
            <a:cxnSpLocks/>
            <a:stCxn id="1819" idx="2"/>
          </p:cNvCxnSpPr>
          <p:nvPr/>
        </p:nvCxnSpPr>
        <p:spPr>
          <a:xfrm>
            <a:off x="6422400" y="2780450"/>
            <a:ext cx="2015989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1" name="直接连接符 1910">
            <a:extLst>
              <a:ext uri="{FF2B5EF4-FFF2-40B4-BE49-F238E27FC236}">
                <a16:creationId xmlns:a16="http://schemas.microsoft.com/office/drawing/2014/main" id="{7561D223-24F8-4C4F-B9FB-AB3545120C0F}"/>
              </a:ext>
            </a:extLst>
          </p:cNvPr>
          <p:cNvCxnSpPr>
            <a:cxnSpLocks/>
            <a:stCxn id="1820" idx="2"/>
          </p:cNvCxnSpPr>
          <p:nvPr/>
        </p:nvCxnSpPr>
        <p:spPr>
          <a:xfrm flipH="1">
            <a:off x="1922402" y="2780450"/>
            <a:ext cx="514799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2" name="直接连接符 1911">
            <a:extLst>
              <a:ext uri="{FF2B5EF4-FFF2-40B4-BE49-F238E27FC236}">
                <a16:creationId xmlns:a16="http://schemas.microsoft.com/office/drawing/2014/main" id="{1BD52FA0-18DB-4CE6-8F58-9BD8818D1E64}"/>
              </a:ext>
            </a:extLst>
          </p:cNvPr>
          <p:cNvCxnSpPr>
            <a:cxnSpLocks/>
            <a:stCxn id="1820" idx="2"/>
          </p:cNvCxnSpPr>
          <p:nvPr/>
        </p:nvCxnSpPr>
        <p:spPr>
          <a:xfrm flipH="1">
            <a:off x="2534402" y="2780450"/>
            <a:ext cx="453599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3" name="直接连接符 1912">
            <a:extLst>
              <a:ext uri="{FF2B5EF4-FFF2-40B4-BE49-F238E27FC236}">
                <a16:creationId xmlns:a16="http://schemas.microsoft.com/office/drawing/2014/main" id="{909D9261-5102-4740-994F-10A62D283AAF}"/>
              </a:ext>
            </a:extLst>
          </p:cNvPr>
          <p:cNvCxnSpPr>
            <a:cxnSpLocks/>
            <a:stCxn id="1820" idx="2"/>
          </p:cNvCxnSpPr>
          <p:nvPr/>
        </p:nvCxnSpPr>
        <p:spPr>
          <a:xfrm flipH="1">
            <a:off x="3794372" y="2780450"/>
            <a:ext cx="3276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4" name="直接连接符 1913">
            <a:extLst>
              <a:ext uri="{FF2B5EF4-FFF2-40B4-BE49-F238E27FC236}">
                <a16:creationId xmlns:a16="http://schemas.microsoft.com/office/drawing/2014/main" id="{F3F97BB8-F0FB-4453-91F8-4A3044DDA942}"/>
              </a:ext>
            </a:extLst>
          </p:cNvPr>
          <p:cNvCxnSpPr>
            <a:cxnSpLocks/>
            <a:stCxn id="1820" idx="2"/>
          </p:cNvCxnSpPr>
          <p:nvPr/>
        </p:nvCxnSpPr>
        <p:spPr>
          <a:xfrm flipH="1">
            <a:off x="4406372" y="2780450"/>
            <a:ext cx="2664028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5" name="直接连接符 1914">
            <a:extLst>
              <a:ext uri="{FF2B5EF4-FFF2-40B4-BE49-F238E27FC236}">
                <a16:creationId xmlns:a16="http://schemas.microsoft.com/office/drawing/2014/main" id="{AD740B29-929D-45BC-B158-B51182BC3A04}"/>
              </a:ext>
            </a:extLst>
          </p:cNvPr>
          <p:cNvCxnSpPr>
            <a:cxnSpLocks/>
            <a:stCxn id="1820" idx="2"/>
          </p:cNvCxnSpPr>
          <p:nvPr/>
        </p:nvCxnSpPr>
        <p:spPr>
          <a:xfrm>
            <a:off x="7070400" y="2780450"/>
            <a:ext cx="14398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6" name="直接连接符 1915">
            <a:extLst>
              <a:ext uri="{FF2B5EF4-FFF2-40B4-BE49-F238E27FC236}">
                <a16:creationId xmlns:a16="http://schemas.microsoft.com/office/drawing/2014/main" id="{77C4F307-2DC2-4430-B45A-893FB8CB2F79}"/>
              </a:ext>
            </a:extLst>
          </p:cNvPr>
          <p:cNvCxnSpPr>
            <a:cxnSpLocks/>
            <a:stCxn id="1820" idx="2"/>
          </p:cNvCxnSpPr>
          <p:nvPr/>
        </p:nvCxnSpPr>
        <p:spPr>
          <a:xfrm>
            <a:off x="7070400" y="2780450"/>
            <a:ext cx="720000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7" name="直接连接符 1916">
            <a:extLst>
              <a:ext uri="{FF2B5EF4-FFF2-40B4-BE49-F238E27FC236}">
                <a16:creationId xmlns:a16="http://schemas.microsoft.com/office/drawing/2014/main" id="{FB0A7D9E-D947-4EE1-84A2-A02DA8D45748}"/>
              </a:ext>
            </a:extLst>
          </p:cNvPr>
          <p:cNvCxnSpPr>
            <a:cxnSpLocks/>
            <a:stCxn id="1820" idx="2"/>
          </p:cNvCxnSpPr>
          <p:nvPr/>
        </p:nvCxnSpPr>
        <p:spPr>
          <a:xfrm>
            <a:off x="7070400" y="2780450"/>
            <a:ext cx="1367989" cy="57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8" name="直接连接符 1917">
            <a:extLst>
              <a:ext uri="{FF2B5EF4-FFF2-40B4-BE49-F238E27FC236}">
                <a16:creationId xmlns:a16="http://schemas.microsoft.com/office/drawing/2014/main" id="{CF917AF7-C70A-4B50-9FEC-2CD82CCAD7CF}"/>
              </a:ext>
            </a:extLst>
          </p:cNvPr>
          <p:cNvCxnSpPr>
            <a:cxnSpLocks/>
            <a:stCxn id="1643" idx="2"/>
            <a:endCxn id="1638" idx="0"/>
          </p:cNvCxnSpPr>
          <p:nvPr/>
        </p:nvCxnSpPr>
        <p:spPr>
          <a:xfrm flipH="1">
            <a:off x="6116346" y="3500450"/>
            <a:ext cx="109803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9" name="直接连接符 1918">
            <a:extLst>
              <a:ext uri="{FF2B5EF4-FFF2-40B4-BE49-F238E27FC236}">
                <a16:creationId xmlns:a16="http://schemas.microsoft.com/office/drawing/2014/main" id="{FFE3EEF3-2DEB-494C-94ED-4B5563D16352}"/>
              </a:ext>
            </a:extLst>
          </p:cNvPr>
          <p:cNvCxnSpPr>
            <a:cxnSpLocks/>
            <a:stCxn id="1643" idx="2"/>
            <a:endCxn id="1639" idx="0"/>
          </p:cNvCxnSpPr>
          <p:nvPr/>
        </p:nvCxnSpPr>
        <p:spPr>
          <a:xfrm flipH="1">
            <a:off x="6584400" y="3500450"/>
            <a:ext cx="62998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0" name="直接连接符 1919">
            <a:extLst>
              <a:ext uri="{FF2B5EF4-FFF2-40B4-BE49-F238E27FC236}">
                <a16:creationId xmlns:a16="http://schemas.microsoft.com/office/drawing/2014/main" id="{FA24F26D-2751-4781-94AA-AE1436C8E66B}"/>
              </a:ext>
            </a:extLst>
          </p:cNvPr>
          <p:cNvCxnSpPr>
            <a:cxnSpLocks/>
            <a:stCxn id="1643" idx="2"/>
            <a:endCxn id="1578" idx="0"/>
          </p:cNvCxnSpPr>
          <p:nvPr/>
        </p:nvCxnSpPr>
        <p:spPr>
          <a:xfrm flipH="1">
            <a:off x="7142380" y="3500450"/>
            <a:ext cx="7200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1" name="直接连接符 1920">
            <a:extLst>
              <a:ext uri="{FF2B5EF4-FFF2-40B4-BE49-F238E27FC236}">
                <a16:creationId xmlns:a16="http://schemas.microsoft.com/office/drawing/2014/main" id="{5C6F49C8-D5FD-41D2-876D-49A5A0DEB44F}"/>
              </a:ext>
            </a:extLst>
          </p:cNvPr>
          <p:cNvCxnSpPr>
            <a:cxnSpLocks/>
            <a:stCxn id="1643" idx="2"/>
            <a:endCxn id="1579" idx="0"/>
          </p:cNvCxnSpPr>
          <p:nvPr/>
        </p:nvCxnSpPr>
        <p:spPr>
          <a:xfrm>
            <a:off x="7214380" y="3500450"/>
            <a:ext cx="35997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2" name="直接连接符 1921">
            <a:extLst>
              <a:ext uri="{FF2B5EF4-FFF2-40B4-BE49-F238E27FC236}">
                <a16:creationId xmlns:a16="http://schemas.microsoft.com/office/drawing/2014/main" id="{91A3F0CB-92B6-4A20-832E-F4A601964D5F}"/>
              </a:ext>
            </a:extLst>
          </p:cNvPr>
          <p:cNvCxnSpPr>
            <a:cxnSpLocks/>
            <a:stCxn id="1643" idx="2"/>
            <a:endCxn id="1580" idx="0"/>
          </p:cNvCxnSpPr>
          <p:nvPr/>
        </p:nvCxnSpPr>
        <p:spPr>
          <a:xfrm>
            <a:off x="7214380" y="3500450"/>
            <a:ext cx="79202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3" name="直接连接符 1922">
            <a:extLst>
              <a:ext uri="{FF2B5EF4-FFF2-40B4-BE49-F238E27FC236}">
                <a16:creationId xmlns:a16="http://schemas.microsoft.com/office/drawing/2014/main" id="{18C3FFE3-572F-43A6-B8A1-A5F8E9CF4EAA}"/>
              </a:ext>
            </a:extLst>
          </p:cNvPr>
          <p:cNvCxnSpPr>
            <a:cxnSpLocks/>
            <a:stCxn id="1643" idx="2"/>
            <a:endCxn id="1602" idx="0"/>
          </p:cNvCxnSpPr>
          <p:nvPr/>
        </p:nvCxnSpPr>
        <p:spPr>
          <a:xfrm>
            <a:off x="7214380" y="3500450"/>
            <a:ext cx="179997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4" name="直接连接符 1923">
            <a:extLst>
              <a:ext uri="{FF2B5EF4-FFF2-40B4-BE49-F238E27FC236}">
                <a16:creationId xmlns:a16="http://schemas.microsoft.com/office/drawing/2014/main" id="{4CCCC6FC-32B5-49D7-9C29-C9E96D76EE7B}"/>
              </a:ext>
            </a:extLst>
          </p:cNvPr>
          <p:cNvCxnSpPr>
            <a:cxnSpLocks/>
            <a:stCxn id="1643" idx="2"/>
            <a:endCxn id="1603" idx="0"/>
          </p:cNvCxnSpPr>
          <p:nvPr/>
        </p:nvCxnSpPr>
        <p:spPr>
          <a:xfrm>
            <a:off x="7214380" y="3500450"/>
            <a:ext cx="223194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5" name="直接连接符 1924">
            <a:extLst>
              <a:ext uri="{FF2B5EF4-FFF2-40B4-BE49-F238E27FC236}">
                <a16:creationId xmlns:a16="http://schemas.microsoft.com/office/drawing/2014/main" id="{25925090-AD34-4466-883E-F038BA405EBB}"/>
              </a:ext>
            </a:extLst>
          </p:cNvPr>
          <p:cNvCxnSpPr>
            <a:cxnSpLocks/>
            <a:stCxn id="1643" idx="2"/>
            <a:endCxn id="1604" idx="0"/>
          </p:cNvCxnSpPr>
          <p:nvPr/>
        </p:nvCxnSpPr>
        <p:spPr>
          <a:xfrm>
            <a:off x="7214380" y="3500450"/>
            <a:ext cx="266399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6" name="直接连接符 1925">
            <a:extLst>
              <a:ext uri="{FF2B5EF4-FFF2-40B4-BE49-F238E27FC236}">
                <a16:creationId xmlns:a16="http://schemas.microsoft.com/office/drawing/2014/main" id="{B5F4819E-A71C-4E4D-B9E8-5AF5D56C319B}"/>
              </a:ext>
            </a:extLst>
          </p:cNvPr>
          <p:cNvCxnSpPr>
            <a:cxnSpLocks/>
            <a:stCxn id="1643" idx="2"/>
            <a:endCxn id="1581" idx="0"/>
          </p:cNvCxnSpPr>
          <p:nvPr/>
        </p:nvCxnSpPr>
        <p:spPr>
          <a:xfrm>
            <a:off x="7214380" y="3500450"/>
            <a:ext cx="122402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7" name="直接连接符 1926">
            <a:extLst>
              <a:ext uri="{FF2B5EF4-FFF2-40B4-BE49-F238E27FC236}">
                <a16:creationId xmlns:a16="http://schemas.microsoft.com/office/drawing/2014/main" id="{A6EBB587-793D-413A-82C1-39B264BDFCAC}"/>
              </a:ext>
            </a:extLst>
          </p:cNvPr>
          <p:cNvCxnSpPr>
            <a:cxnSpLocks/>
            <a:stCxn id="1643" idx="2"/>
            <a:endCxn id="1605" idx="0"/>
          </p:cNvCxnSpPr>
          <p:nvPr/>
        </p:nvCxnSpPr>
        <p:spPr>
          <a:xfrm>
            <a:off x="7214380" y="3500450"/>
            <a:ext cx="309599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8" name="直接连接符 1927">
            <a:extLst>
              <a:ext uri="{FF2B5EF4-FFF2-40B4-BE49-F238E27FC236}">
                <a16:creationId xmlns:a16="http://schemas.microsoft.com/office/drawing/2014/main" id="{B565E720-7BD8-4EF8-BFB1-06295ADE21C6}"/>
              </a:ext>
            </a:extLst>
          </p:cNvPr>
          <p:cNvCxnSpPr>
            <a:cxnSpLocks/>
            <a:stCxn id="1643" idx="2"/>
            <a:endCxn id="1627" idx="0"/>
          </p:cNvCxnSpPr>
          <p:nvPr/>
        </p:nvCxnSpPr>
        <p:spPr>
          <a:xfrm>
            <a:off x="7214380" y="3500450"/>
            <a:ext cx="3653946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9" name="直接连接符 1928">
            <a:extLst>
              <a:ext uri="{FF2B5EF4-FFF2-40B4-BE49-F238E27FC236}">
                <a16:creationId xmlns:a16="http://schemas.microsoft.com/office/drawing/2014/main" id="{5DAD40D8-565E-4098-A5A8-8A25E9DF43A7}"/>
              </a:ext>
            </a:extLst>
          </p:cNvPr>
          <p:cNvCxnSpPr>
            <a:cxnSpLocks/>
            <a:stCxn id="1643" idx="2"/>
            <a:endCxn id="1628" idx="0"/>
          </p:cNvCxnSpPr>
          <p:nvPr/>
        </p:nvCxnSpPr>
        <p:spPr>
          <a:xfrm>
            <a:off x="7214380" y="3500450"/>
            <a:ext cx="412198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0" name="直接连接符 1929">
            <a:extLst>
              <a:ext uri="{FF2B5EF4-FFF2-40B4-BE49-F238E27FC236}">
                <a16:creationId xmlns:a16="http://schemas.microsoft.com/office/drawing/2014/main" id="{43A14C9B-20E6-4F73-BD95-FB8E6E3C9CEE}"/>
              </a:ext>
            </a:extLst>
          </p:cNvPr>
          <p:cNvCxnSpPr>
            <a:cxnSpLocks/>
            <a:stCxn id="1644" idx="2"/>
          </p:cNvCxnSpPr>
          <p:nvPr/>
        </p:nvCxnSpPr>
        <p:spPr>
          <a:xfrm flipH="1">
            <a:off x="6116346" y="3500450"/>
            <a:ext cx="167405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1" name="直接连接符 1930">
            <a:extLst>
              <a:ext uri="{FF2B5EF4-FFF2-40B4-BE49-F238E27FC236}">
                <a16:creationId xmlns:a16="http://schemas.microsoft.com/office/drawing/2014/main" id="{42323312-3380-4456-BCAD-B42A4DB7D368}"/>
              </a:ext>
            </a:extLst>
          </p:cNvPr>
          <p:cNvCxnSpPr>
            <a:cxnSpLocks/>
            <a:stCxn id="1644" idx="2"/>
          </p:cNvCxnSpPr>
          <p:nvPr/>
        </p:nvCxnSpPr>
        <p:spPr>
          <a:xfrm flipH="1">
            <a:off x="6584400" y="3500450"/>
            <a:ext cx="120600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2" name="直接连接符 1931">
            <a:extLst>
              <a:ext uri="{FF2B5EF4-FFF2-40B4-BE49-F238E27FC236}">
                <a16:creationId xmlns:a16="http://schemas.microsoft.com/office/drawing/2014/main" id="{30C529B8-F65E-4726-BD76-1C1EC8F4D04C}"/>
              </a:ext>
            </a:extLst>
          </p:cNvPr>
          <p:cNvCxnSpPr>
            <a:cxnSpLocks/>
            <a:stCxn id="1644" idx="2"/>
          </p:cNvCxnSpPr>
          <p:nvPr/>
        </p:nvCxnSpPr>
        <p:spPr>
          <a:xfrm flipH="1">
            <a:off x="7142380" y="3500450"/>
            <a:ext cx="64802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3" name="直接连接符 1932">
            <a:extLst>
              <a:ext uri="{FF2B5EF4-FFF2-40B4-BE49-F238E27FC236}">
                <a16:creationId xmlns:a16="http://schemas.microsoft.com/office/drawing/2014/main" id="{C6089131-65E4-4B90-8C67-D74D10E4C7B8}"/>
              </a:ext>
            </a:extLst>
          </p:cNvPr>
          <p:cNvCxnSpPr>
            <a:cxnSpLocks/>
            <a:stCxn id="1644" idx="2"/>
          </p:cNvCxnSpPr>
          <p:nvPr/>
        </p:nvCxnSpPr>
        <p:spPr>
          <a:xfrm flipH="1">
            <a:off x="7574352" y="3500450"/>
            <a:ext cx="21604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4" name="直接连接符 1933">
            <a:extLst>
              <a:ext uri="{FF2B5EF4-FFF2-40B4-BE49-F238E27FC236}">
                <a16:creationId xmlns:a16="http://schemas.microsoft.com/office/drawing/2014/main" id="{6F0E6736-9D0B-4452-B075-60C4D56355E9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21600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5" name="直接连接符 1934">
            <a:extLst>
              <a:ext uri="{FF2B5EF4-FFF2-40B4-BE49-F238E27FC236}">
                <a16:creationId xmlns:a16="http://schemas.microsoft.com/office/drawing/2014/main" id="{F4845DDA-4F67-4619-B4E1-AD3D793306B0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122395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6" name="直接连接符 1935">
            <a:extLst>
              <a:ext uri="{FF2B5EF4-FFF2-40B4-BE49-F238E27FC236}">
                <a16:creationId xmlns:a16="http://schemas.microsoft.com/office/drawing/2014/main" id="{C5AEA97E-DE6E-4AFA-A968-783E308311DE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165592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7" name="直接连接符 1936">
            <a:extLst>
              <a:ext uri="{FF2B5EF4-FFF2-40B4-BE49-F238E27FC236}">
                <a16:creationId xmlns:a16="http://schemas.microsoft.com/office/drawing/2014/main" id="{0E54026C-94A4-47B5-950B-113C7CFF98C3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208797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8" name="直接连接符 1937">
            <a:extLst>
              <a:ext uri="{FF2B5EF4-FFF2-40B4-BE49-F238E27FC236}">
                <a16:creationId xmlns:a16="http://schemas.microsoft.com/office/drawing/2014/main" id="{52E43647-B3D4-4867-9D84-2BAA3330C63C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64800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9" name="直接连接符 1938">
            <a:extLst>
              <a:ext uri="{FF2B5EF4-FFF2-40B4-BE49-F238E27FC236}">
                <a16:creationId xmlns:a16="http://schemas.microsoft.com/office/drawing/2014/main" id="{C26F57A1-76FA-47B9-B7B5-B76046484145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251997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0" name="直接连接符 1939">
            <a:extLst>
              <a:ext uri="{FF2B5EF4-FFF2-40B4-BE49-F238E27FC236}">
                <a16:creationId xmlns:a16="http://schemas.microsoft.com/office/drawing/2014/main" id="{5DAA7A14-13B8-4897-A947-39B294A26BD9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3077926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" name="直接连接符 1940">
            <a:extLst>
              <a:ext uri="{FF2B5EF4-FFF2-40B4-BE49-F238E27FC236}">
                <a16:creationId xmlns:a16="http://schemas.microsoft.com/office/drawing/2014/main" id="{2D0E97FE-465B-4048-B4AA-3A90D282DBEE}"/>
              </a:ext>
            </a:extLst>
          </p:cNvPr>
          <p:cNvCxnSpPr>
            <a:cxnSpLocks/>
            <a:stCxn id="1644" idx="2"/>
          </p:cNvCxnSpPr>
          <p:nvPr/>
        </p:nvCxnSpPr>
        <p:spPr>
          <a:xfrm>
            <a:off x="7790400" y="3500450"/>
            <a:ext cx="354596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2" name="直接连接符 1941">
            <a:extLst>
              <a:ext uri="{FF2B5EF4-FFF2-40B4-BE49-F238E27FC236}">
                <a16:creationId xmlns:a16="http://schemas.microsoft.com/office/drawing/2014/main" id="{A6972149-42E5-42E0-9DCC-F41D0F5C03D3}"/>
              </a:ext>
            </a:extLst>
          </p:cNvPr>
          <p:cNvCxnSpPr>
            <a:cxnSpLocks/>
            <a:stCxn id="1645" idx="2"/>
          </p:cNvCxnSpPr>
          <p:nvPr/>
        </p:nvCxnSpPr>
        <p:spPr>
          <a:xfrm flipH="1">
            <a:off x="6116347" y="3500449"/>
            <a:ext cx="232204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直接连接符 1942">
            <a:extLst>
              <a:ext uri="{FF2B5EF4-FFF2-40B4-BE49-F238E27FC236}">
                <a16:creationId xmlns:a16="http://schemas.microsoft.com/office/drawing/2014/main" id="{D8AAFD6A-86F1-4D30-83BB-5A808FB74836}"/>
              </a:ext>
            </a:extLst>
          </p:cNvPr>
          <p:cNvCxnSpPr>
            <a:cxnSpLocks/>
            <a:stCxn id="1645" idx="2"/>
          </p:cNvCxnSpPr>
          <p:nvPr/>
        </p:nvCxnSpPr>
        <p:spPr>
          <a:xfrm flipH="1">
            <a:off x="6584401" y="3500449"/>
            <a:ext cx="185398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4" name="直接连接符 1943">
            <a:extLst>
              <a:ext uri="{FF2B5EF4-FFF2-40B4-BE49-F238E27FC236}">
                <a16:creationId xmlns:a16="http://schemas.microsoft.com/office/drawing/2014/main" id="{3AE538A4-5E17-41C1-ACA6-5E83A632AC01}"/>
              </a:ext>
            </a:extLst>
          </p:cNvPr>
          <p:cNvCxnSpPr>
            <a:cxnSpLocks/>
            <a:stCxn id="1645" idx="2"/>
          </p:cNvCxnSpPr>
          <p:nvPr/>
        </p:nvCxnSpPr>
        <p:spPr>
          <a:xfrm flipH="1">
            <a:off x="7142381" y="3500449"/>
            <a:ext cx="129600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5" name="直接连接符 1944">
            <a:extLst>
              <a:ext uri="{FF2B5EF4-FFF2-40B4-BE49-F238E27FC236}">
                <a16:creationId xmlns:a16="http://schemas.microsoft.com/office/drawing/2014/main" id="{181CB829-F069-4DD4-B664-37D2C5BFB378}"/>
              </a:ext>
            </a:extLst>
          </p:cNvPr>
          <p:cNvCxnSpPr>
            <a:cxnSpLocks/>
            <a:stCxn id="1645" idx="2"/>
          </p:cNvCxnSpPr>
          <p:nvPr/>
        </p:nvCxnSpPr>
        <p:spPr>
          <a:xfrm flipH="1">
            <a:off x="7574353" y="3500449"/>
            <a:ext cx="864036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6" name="直接连接符 1945">
            <a:extLst>
              <a:ext uri="{FF2B5EF4-FFF2-40B4-BE49-F238E27FC236}">
                <a16:creationId xmlns:a16="http://schemas.microsoft.com/office/drawing/2014/main" id="{B1C63844-FA92-4E5E-AC89-43D91487D398}"/>
              </a:ext>
            </a:extLst>
          </p:cNvPr>
          <p:cNvCxnSpPr>
            <a:cxnSpLocks/>
            <a:stCxn id="1645" idx="2"/>
          </p:cNvCxnSpPr>
          <p:nvPr/>
        </p:nvCxnSpPr>
        <p:spPr>
          <a:xfrm flipH="1">
            <a:off x="8006401" y="3500449"/>
            <a:ext cx="43198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7" name="直接连接符 1946">
            <a:extLst>
              <a:ext uri="{FF2B5EF4-FFF2-40B4-BE49-F238E27FC236}">
                <a16:creationId xmlns:a16="http://schemas.microsoft.com/office/drawing/2014/main" id="{A29747E3-074B-46C4-85C2-003BEBE47C89}"/>
              </a:ext>
            </a:extLst>
          </p:cNvPr>
          <p:cNvCxnSpPr>
            <a:cxnSpLocks/>
            <a:stCxn id="1645" idx="2"/>
          </p:cNvCxnSpPr>
          <p:nvPr/>
        </p:nvCxnSpPr>
        <p:spPr>
          <a:xfrm>
            <a:off x="8438389" y="3500449"/>
            <a:ext cx="57596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8" name="直接连接符 1947">
            <a:extLst>
              <a:ext uri="{FF2B5EF4-FFF2-40B4-BE49-F238E27FC236}">
                <a16:creationId xmlns:a16="http://schemas.microsoft.com/office/drawing/2014/main" id="{6F7DE7B1-7013-4F14-97DB-D1E30ABC3305}"/>
              </a:ext>
            </a:extLst>
          </p:cNvPr>
          <p:cNvCxnSpPr>
            <a:cxnSpLocks/>
            <a:stCxn id="1645" idx="2"/>
          </p:cNvCxnSpPr>
          <p:nvPr/>
        </p:nvCxnSpPr>
        <p:spPr>
          <a:xfrm>
            <a:off x="8438389" y="3500449"/>
            <a:ext cx="100793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9" name="直接连接符 1948">
            <a:extLst>
              <a:ext uri="{FF2B5EF4-FFF2-40B4-BE49-F238E27FC236}">
                <a16:creationId xmlns:a16="http://schemas.microsoft.com/office/drawing/2014/main" id="{82D51457-7B4C-4AF5-851D-5D101C424D94}"/>
              </a:ext>
            </a:extLst>
          </p:cNvPr>
          <p:cNvCxnSpPr>
            <a:cxnSpLocks/>
            <a:stCxn id="1645" idx="2"/>
          </p:cNvCxnSpPr>
          <p:nvPr/>
        </p:nvCxnSpPr>
        <p:spPr>
          <a:xfrm>
            <a:off x="8438389" y="3500449"/>
            <a:ext cx="143998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0" name="直接连接符 1949">
            <a:extLst>
              <a:ext uri="{FF2B5EF4-FFF2-40B4-BE49-F238E27FC236}">
                <a16:creationId xmlns:a16="http://schemas.microsoft.com/office/drawing/2014/main" id="{A7B0E4FA-0AB9-43A2-B255-0AED26191DA2}"/>
              </a:ext>
            </a:extLst>
          </p:cNvPr>
          <p:cNvCxnSpPr>
            <a:cxnSpLocks/>
            <a:stCxn id="1645" idx="2"/>
          </p:cNvCxnSpPr>
          <p:nvPr/>
        </p:nvCxnSpPr>
        <p:spPr>
          <a:xfrm>
            <a:off x="8438389" y="3500449"/>
            <a:ext cx="1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1" name="直接连接符 1950">
            <a:extLst>
              <a:ext uri="{FF2B5EF4-FFF2-40B4-BE49-F238E27FC236}">
                <a16:creationId xmlns:a16="http://schemas.microsoft.com/office/drawing/2014/main" id="{417C3C32-C98A-4F6A-99C4-9ECC3E3E12AD}"/>
              </a:ext>
            </a:extLst>
          </p:cNvPr>
          <p:cNvCxnSpPr>
            <a:cxnSpLocks/>
            <a:stCxn id="1645" idx="2"/>
          </p:cNvCxnSpPr>
          <p:nvPr/>
        </p:nvCxnSpPr>
        <p:spPr>
          <a:xfrm>
            <a:off x="8438389" y="3500449"/>
            <a:ext cx="187198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2" name="直接连接符 1951">
            <a:extLst>
              <a:ext uri="{FF2B5EF4-FFF2-40B4-BE49-F238E27FC236}">
                <a16:creationId xmlns:a16="http://schemas.microsoft.com/office/drawing/2014/main" id="{012A8D45-B596-4546-88D0-59C217168F68}"/>
              </a:ext>
            </a:extLst>
          </p:cNvPr>
          <p:cNvCxnSpPr>
            <a:cxnSpLocks/>
            <a:stCxn id="1645" idx="2"/>
          </p:cNvCxnSpPr>
          <p:nvPr/>
        </p:nvCxnSpPr>
        <p:spPr>
          <a:xfrm>
            <a:off x="8438389" y="3500449"/>
            <a:ext cx="2429937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3" name="直接连接符 1952">
            <a:extLst>
              <a:ext uri="{FF2B5EF4-FFF2-40B4-BE49-F238E27FC236}">
                <a16:creationId xmlns:a16="http://schemas.microsoft.com/office/drawing/2014/main" id="{94DAA3E6-C2E5-4945-8C00-AE69C085139C}"/>
              </a:ext>
            </a:extLst>
          </p:cNvPr>
          <p:cNvCxnSpPr>
            <a:cxnSpLocks/>
            <a:stCxn id="1645" idx="2"/>
          </p:cNvCxnSpPr>
          <p:nvPr/>
        </p:nvCxnSpPr>
        <p:spPr>
          <a:xfrm>
            <a:off x="8438389" y="3500449"/>
            <a:ext cx="289797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4" name="直接连接符 1953">
            <a:extLst>
              <a:ext uri="{FF2B5EF4-FFF2-40B4-BE49-F238E27FC236}">
                <a16:creationId xmlns:a16="http://schemas.microsoft.com/office/drawing/2014/main" id="{7052A051-8CE6-4DA0-946A-79126CD55D0C}"/>
              </a:ext>
            </a:extLst>
          </p:cNvPr>
          <p:cNvCxnSpPr>
            <a:cxnSpLocks/>
            <a:stCxn id="1646" idx="2"/>
          </p:cNvCxnSpPr>
          <p:nvPr/>
        </p:nvCxnSpPr>
        <p:spPr>
          <a:xfrm flipH="1">
            <a:off x="6116347" y="3500450"/>
            <a:ext cx="297032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5" name="直接连接符 1954">
            <a:extLst>
              <a:ext uri="{FF2B5EF4-FFF2-40B4-BE49-F238E27FC236}">
                <a16:creationId xmlns:a16="http://schemas.microsoft.com/office/drawing/2014/main" id="{16B8EF23-F317-4FCA-BB92-CE5E4FB531B2}"/>
              </a:ext>
            </a:extLst>
          </p:cNvPr>
          <p:cNvCxnSpPr>
            <a:cxnSpLocks/>
            <a:stCxn id="1646" idx="2"/>
          </p:cNvCxnSpPr>
          <p:nvPr/>
        </p:nvCxnSpPr>
        <p:spPr>
          <a:xfrm flipH="1">
            <a:off x="6584401" y="3500450"/>
            <a:ext cx="250227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6" name="直接连接符 1955">
            <a:extLst>
              <a:ext uri="{FF2B5EF4-FFF2-40B4-BE49-F238E27FC236}">
                <a16:creationId xmlns:a16="http://schemas.microsoft.com/office/drawing/2014/main" id="{FEF08FD4-3AC4-4DA9-BD22-C13DE3F4BE94}"/>
              </a:ext>
            </a:extLst>
          </p:cNvPr>
          <p:cNvCxnSpPr>
            <a:cxnSpLocks/>
            <a:stCxn id="1646" idx="2"/>
          </p:cNvCxnSpPr>
          <p:nvPr/>
        </p:nvCxnSpPr>
        <p:spPr>
          <a:xfrm flipH="1">
            <a:off x="7142381" y="3500450"/>
            <a:ext cx="194429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7" name="直接连接符 1956">
            <a:extLst>
              <a:ext uri="{FF2B5EF4-FFF2-40B4-BE49-F238E27FC236}">
                <a16:creationId xmlns:a16="http://schemas.microsoft.com/office/drawing/2014/main" id="{C4205A63-0629-4065-8254-5DA93A3A52D4}"/>
              </a:ext>
            </a:extLst>
          </p:cNvPr>
          <p:cNvCxnSpPr>
            <a:cxnSpLocks/>
            <a:stCxn id="1646" idx="2"/>
          </p:cNvCxnSpPr>
          <p:nvPr/>
        </p:nvCxnSpPr>
        <p:spPr>
          <a:xfrm flipH="1">
            <a:off x="7574353" y="3500450"/>
            <a:ext cx="151231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8" name="直接连接符 1957">
            <a:extLst>
              <a:ext uri="{FF2B5EF4-FFF2-40B4-BE49-F238E27FC236}">
                <a16:creationId xmlns:a16="http://schemas.microsoft.com/office/drawing/2014/main" id="{982C9389-9429-42F6-B6C2-1F7BB78620DA}"/>
              </a:ext>
            </a:extLst>
          </p:cNvPr>
          <p:cNvCxnSpPr>
            <a:cxnSpLocks/>
            <a:stCxn id="1646" idx="2"/>
          </p:cNvCxnSpPr>
          <p:nvPr/>
        </p:nvCxnSpPr>
        <p:spPr>
          <a:xfrm flipH="1">
            <a:off x="8006401" y="3500450"/>
            <a:ext cx="108027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9" name="直接连接符 1958">
            <a:extLst>
              <a:ext uri="{FF2B5EF4-FFF2-40B4-BE49-F238E27FC236}">
                <a16:creationId xmlns:a16="http://schemas.microsoft.com/office/drawing/2014/main" id="{7D092463-65B5-4476-8C25-128BFCDFE954}"/>
              </a:ext>
            </a:extLst>
          </p:cNvPr>
          <p:cNvCxnSpPr>
            <a:cxnSpLocks/>
            <a:stCxn id="1646" idx="2"/>
          </p:cNvCxnSpPr>
          <p:nvPr/>
        </p:nvCxnSpPr>
        <p:spPr>
          <a:xfrm flipH="1">
            <a:off x="9014353" y="3500450"/>
            <a:ext cx="7231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0" name="直接连接符 1959">
            <a:extLst>
              <a:ext uri="{FF2B5EF4-FFF2-40B4-BE49-F238E27FC236}">
                <a16:creationId xmlns:a16="http://schemas.microsoft.com/office/drawing/2014/main" id="{36D80142-377A-4CAD-B4A3-191D0ACAF0BE}"/>
              </a:ext>
            </a:extLst>
          </p:cNvPr>
          <p:cNvCxnSpPr>
            <a:cxnSpLocks/>
            <a:stCxn id="1646" idx="2"/>
          </p:cNvCxnSpPr>
          <p:nvPr/>
        </p:nvCxnSpPr>
        <p:spPr>
          <a:xfrm>
            <a:off x="9086671" y="3500450"/>
            <a:ext cx="35965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1" name="直接连接符 1960">
            <a:extLst>
              <a:ext uri="{FF2B5EF4-FFF2-40B4-BE49-F238E27FC236}">
                <a16:creationId xmlns:a16="http://schemas.microsoft.com/office/drawing/2014/main" id="{7D95DACD-C62E-47A6-9931-2B2B59E5EB5D}"/>
              </a:ext>
            </a:extLst>
          </p:cNvPr>
          <p:cNvCxnSpPr>
            <a:cxnSpLocks/>
            <a:stCxn id="1646" idx="2"/>
          </p:cNvCxnSpPr>
          <p:nvPr/>
        </p:nvCxnSpPr>
        <p:spPr>
          <a:xfrm>
            <a:off x="9086671" y="3500450"/>
            <a:ext cx="79170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2" name="直接连接符 1961">
            <a:extLst>
              <a:ext uri="{FF2B5EF4-FFF2-40B4-BE49-F238E27FC236}">
                <a16:creationId xmlns:a16="http://schemas.microsoft.com/office/drawing/2014/main" id="{7F4C1D3F-F9D7-4840-B039-8726AE364D8C}"/>
              </a:ext>
            </a:extLst>
          </p:cNvPr>
          <p:cNvCxnSpPr>
            <a:cxnSpLocks/>
            <a:stCxn id="1646" idx="2"/>
          </p:cNvCxnSpPr>
          <p:nvPr/>
        </p:nvCxnSpPr>
        <p:spPr>
          <a:xfrm flipH="1">
            <a:off x="8438401" y="3500450"/>
            <a:ext cx="64827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3" name="直接连接符 1962">
            <a:extLst>
              <a:ext uri="{FF2B5EF4-FFF2-40B4-BE49-F238E27FC236}">
                <a16:creationId xmlns:a16="http://schemas.microsoft.com/office/drawing/2014/main" id="{71DC9AD5-6B71-4DC4-B94D-FC205D44F780}"/>
              </a:ext>
            </a:extLst>
          </p:cNvPr>
          <p:cNvCxnSpPr>
            <a:cxnSpLocks/>
            <a:stCxn id="1646" idx="2"/>
          </p:cNvCxnSpPr>
          <p:nvPr/>
        </p:nvCxnSpPr>
        <p:spPr>
          <a:xfrm>
            <a:off x="9086671" y="3500450"/>
            <a:ext cx="122370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4" name="直接连接符 1963">
            <a:extLst>
              <a:ext uri="{FF2B5EF4-FFF2-40B4-BE49-F238E27FC236}">
                <a16:creationId xmlns:a16="http://schemas.microsoft.com/office/drawing/2014/main" id="{FA70E4C7-1BC7-4AD9-9747-085325516D24}"/>
              </a:ext>
            </a:extLst>
          </p:cNvPr>
          <p:cNvCxnSpPr>
            <a:cxnSpLocks/>
            <a:stCxn id="1646" idx="2"/>
          </p:cNvCxnSpPr>
          <p:nvPr/>
        </p:nvCxnSpPr>
        <p:spPr>
          <a:xfrm>
            <a:off x="9086671" y="3500450"/>
            <a:ext cx="1781655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5" name="直接连接符 1964">
            <a:extLst>
              <a:ext uri="{FF2B5EF4-FFF2-40B4-BE49-F238E27FC236}">
                <a16:creationId xmlns:a16="http://schemas.microsoft.com/office/drawing/2014/main" id="{A592EE03-82BA-42CF-BEFF-9F11713640A0}"/>
              </a:ext>
            </a:extLst>
          </p:cNvPr>
          <p:cNvCxnSpPr>
            <a:cxnSpLocks/>
            <a:stCxn id="1646" idx="2"/>
          </p:cNvCxnSpPr>
          <p:nvPr/>
        </p:nvCxnSpPr>
        <p:spPr>
          <a:xfrm>
            <a:off x="9086671" y="3500450"/>
            <a:ext cx="2249689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6" name="直接连接符 1965">
            <a:extLst>
              <a:ext uri="{FF2B5EF4-FFF2-40B4-BE49-F238E27FC236}">
                <a16:creationId xmlns:a16="http://schemas.microsoft.com/office/drawing/2014/main" id="{8C74147A-DE81-4326-996B-7C28AE5B31D1}"/>
              </a:ext>
            </a:extLst>
          </p:cNvPr>
          <p:cNvCxnSpPr>
            <a:cxnSpLocks/>
            <a:stCxn id="1699" idx="2"/>
            <a:endCxn id="1688" idx="0"/>
          </p:cNvCxnSpPr>
          <p:nvPr/>
        </p:nvCxnSpPr>
        <p:spPr>
          <a:xfrm flipH="1">
            <a:off x="860387" y="3500450"/>
            <a:ext cx="106201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7" name="直接连接符 1966">
            <a:extLst>
              <a:ext uri="{FF2B5EF4-FFF2-40B4-BE49-F238E27FC236}">
                <a16:creationId xmlns:a16="http://schemas.microsoft.com/office/drawing/2014/main" id="{422F69CE-7137-4A24-B242-32C64F0C5D2D}"/>
              </a:ext>
            </a:extLst>
          </p:cNvPr>
          <p:cNvCxnSpPr>
            <a:cxnSpLocks/>
            <a:stCxn id="1699" idx="2"/>
            <a:endCxn id="1664" idx="0"/>
          </p:cNvCxnSpPr>
          <p:nvPr/>
        </p:nvCxnSpPr>
        <p:spPr>
          <a:xfrm flipH="1">
            <a:off x="1886381" y="3500450"/>
            <a:ext cx="3602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8" name="直接连接符 1967">
            <a:extLst>
              <a:ext uri="{FF2B5EF4-FFF2-40B4-BE49-F238E27FC236}">
                <a16:creationId xmlns:a16="http://schemas.microsoft.com/office/drawing/2014/main" id="{A0EF9FFE-3EBF-4C4B-9968-D3973F945E1F}"/>
              </a:ext>
            </a:extLst>
          </p:cNvPr>
          <p:cNvCxnSpPr>
            <a:cxnSpLocks/>
            <a:stCxn id="1699" idx="2"/>
            <a:endCxn id="1654" idx="0"/>
          </p:cNvCxnSpPr>
          <p:nvPr/>
        </p:nvCxnSpPr>
        <p:spPr>
          <a:xfrm>
            <a:off x="1922401" y="3500450"/>
            <a:ext cx="181795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9" name="直接连接符 1968">
            <a:extLst>
              <a:ext uri="{FF2B5EF4-FFF2-40B4-BE49-F238E27FC236}">
                <a16:creationId xmlns:a16="http://schemas.microsoft.com/office/drawing/2014/main" id="{212FF406-8C9C-4DD6-91CF-B7D5EA8794FB}"/>
              </a:ext>
            </a:extLst>
          </p:cNvPr>
          <p:cNvCxnSpPr>
            <a:cxnSpLocks/>
            <a:stCxn id="1699" idx="2"/>
            <a:endCxn id="1650" idx="0"/>
          </p:cNvCxnSpPr>
          <p:nvPr/>
        </p:nvCxnSpPr>
        <p:spPr>
          <a:xfrm>
            <a:off x="1922401" y="3500450"/>
            <a:ext cx="2825999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0" name="直接连接符 1969">
            <a:extLst>
              <a:ext uri="{FF2B5EF4-FFF2-40B4-BE49-F238E27FC236}">
                <a16:creationId xmlns:a16="http://schemas.microsoft.com/office/drawing/2014/main" id="{736863CA-3525-43FB-A674-1FFBFF38AB8A}"/>
              </a:ext>
            </a:extLst>
          </p:cNvPr>
          <p:cNvCxnSpPr>
            <a:cxnSpLocks/>
            <a:stCxn id="1700" idx="2"/>
            <a:endCxn id="1688" idx="0"/>
          </p:cNvCxnSpPr>
          <p:nvPr/>
        </p:nvCxnSpPr>
        <p:spPr>
          <a:xfrm flipH="1">
            <a:off x="860387" y="3500450"/>
            <a:ext cx="1674014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1" name="直接连接符 1970">
            <a:extLst>
              <a:ext uri="{FF2B5EF4-FFF2-40B4-BE49-F238E27FC236}">
                <a16:creationId xmlns:a16="http://schemas.microsoft.com/office/drawing/2014/main" id="{ABFA8901-0361-48E1-BE61-0A22B665B4F4}"/>
              </a:ext>
            </a:extLst>
          </p:cNvPr>
          <p:cNvCxnSpPr>
            <a:cxnSpLocks/>
            <a:stCxn id="1700" idx="2"/>
            <a:endCxn id="1664" idx="0"/>
          </p:cNvCxnSpPr>
          <p:nvPr/>
        </p:nvCxnSpPr>
        <p:spPr>
          <a:xfrm flipH="1">
            <a:off x="1886381" y="3500450"/>
            <a:ext cx="64802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2" name="直接连接符 1971">
            <a:extLst>
              <a:ext uri="{FF2B5EF4-FFF2-40B4-BE49-F238E27FC236}">
                <a16:creationId xmlns:a16="http://schemas.microsoft.com/office/drawing/2014/main" id="{A683F766-6794-4DAA-A5B7-D8A63BC49A14}"/>
              </a:ext>
            </a:extLst>
          </p:cNvPr>
          <p:cNvCxnSpPr>
            <a:cxnSpLocks/>
            <a:stCxn id="1700" idx="2"/>
            <a:endCxn id="1654" idx="0"/>
          </p:cNvCxnSpPr>
          <p:nvPr/>
        </p:nvCxnSpPr>
        <p:spPr>
          <a:xfrm>
            <a:off x="2534401" y="3500450"/>
            <a:ext cx="120595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3" name="直接连接符 1972">
            <a:extLst>
              <a:ext uri="{FF2B5EF4-FFF2-40B4-BE49-F238E27FC236}">
                <a16:creationId xmlns:a16="http://schemas.microsoft.com/office/drawing/2014/main" id="{C0A0E7DB-7058-4F78-8A35-F451F8079A30}"/>
              </a:ext>
            </a:extLst>
          </p:cNvPr>
          <p:cNvCxnSpPr>
            <a:cxnSpLocks/>
            <a:stCxn id="1700" idx="2"/>
            <a:endCxn id="1650" idx="0"/>
          </p:cNvCxnSpPr>
          <p:nvPr/>
        </p:nvCxnSpPr>
        <p:spPr>
          <a:xfrm>
            <a:off x="2534401" y="3500450"/>
            <a:ext cx="2213999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4" name="直接连接符 1973">
            <a:extLst>
              <a:ext uri="{FF2B5EF4-FFF2-40B4-BE49-F238E27FC236}">
                <a16:creationId xmlns:a16="http://schemas.microsoft.com/office/drawing/2014/main" id="{80E8D4CF-74FC-4879-AEA5-B01010CC6A78}"/>
              </a:ext>
            </a:extLst>
          </p:cNvPr>
          <p:cNvCxnSpPr>
            <a:cxnSpLocks/>
            <a:stCxn id="1701" idx="2"/>
            <a:endCxn id="1688" idx="0"/>
          </p:cNvCxnSpPr>
          <p:nvPr/>
        </p:nvCxnSpPr>
        <p:spPr>
          <a:xfrm flipH="1">
            <a:off x="860387" y="3500450"/>
            <a:ext cx="228601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5" name="直接连接符 1974">
            <a:extLst>
              <a:ext uri="{FF2B5EF4-FFF2-40B4-BE49-F238E27FC236}">
                <a16:creationId xmlns:a16="http://schemas.microsoft.com/office/drawing/2014/main" id="{FD43BB83-BDEF-4CA6-B956-C2A5141E7C05}"/>
              </a:ext>
            </a:extLst>
          </p:cNvPr>
          <p:cNvCxnSpPr>
            <a:cxnSpLocks/>
            <a:stCxn id="1701" idx="2"/>
            <a:endCxn id="1664" idx="0"/>
          </p:cNvCxnSpPr>
          <p:nvPr/>
        </p:nvCxnSpPr>
        <p:spPr>
          <a:xfrm flipH="1">
            <a:off x="1886381" y="3500450"/>
            <a:ext cx="1260019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6" name="直接连接符 1975">
            <a:extLst>
              <a:ext uri="{FF2B5EF4-FFF2-40B4-BE49-F238E27FC236}">
                <a16:creationId xmlns:a16="http://schemas.microsoft.com/office/drawing/2014/main" id="{3FAE64FD-C581-4C20-B300-54E15EF18A03}"/>
              </a:ext>
            </a:extLst>
          </p:cNvPr>
          <p:cNvCxnSpPr>
            <a:cxnSpLocks/>
            <a:stCxn id="1701" idx="2"/>
            <a:endCxn id="1654" idx="0"/>
          </p:cNvCxnSpPr>
          <p:nvPr/>
        </p:nvCxnSpPr>
        <p:spPr>
          <a:xfrm>
            <a:off x="3146400" y="3500450"/>
            <a:ext cx="593959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7" name="直接连接符 1976">
            <a:extLst>
              <a:ext uri="{FF2B5EF4-FFF2-40B4-BE49-F238E27FC236}">
                <a16:creationId xmlns:a16="http://schemas.microsoft.com/office/drawing/2014/main" id="{B14F8C84-96E8-4E6E-A29D-946234C5E793}"/>
              </a:ext>
            </a:extLst>
          </p:cNvPr>
          <p:cNvCxnSpPr>
            <a:cxnSpLocks/>
            <a:stCxn id="1701" idx="2"/>
            <a:endCxn id="1650" idx="0"/>
          </p:cNvCxnSpPr>
          <p:nvPr/>
        </p:nvCxnSpPr>
        <p:spPr>
          <a:xfrm>
            <a:off x="3146400" y="3500450"/>
            <a:ext cx="160200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8" name="直接连接符 1977">
            <a:extLst>
              <a:ext uri="{FF2B5EF4-FFF2-40B4-BE49-F238E27FC236}">
                <a16:creationId xmlns:a16="http://schemas.microsoft.com/office/drawing/2014/main" id="{B724F5A9-A725-477F-A9CA-997357A06C9F}"/>
              </a:ext>
            </a:extLst>
          </p:cNvPr>
          <p:cNvCxnSpPr>
            <a:cxnSpLocks/>
            <a:stCxn id="1705" idx="2"/>
            <a:endCxn id="1689" idx="0"/>
          </p:cNvCxnSpPr>
          <p:nvPr/>
        </p:nvCxnSpPr>
        <p:spPr>
          <a:xfrm flipH="1">
            <a:off x="1328421" y="3500450"/>
            <a:ext cx="246595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9" name="直接连接符 1978">
            <a:extLst>
              <a:ext uri="{FF2B5EF4-FFF2-40B4-BE49-F238E27FC236}">
                <a16:creationId xmlns:a16="http://schemas.microsoft.com/office/drawing/2014/main" id="{1D79C5DB-E5E8-49F8-9997-DF9A61819E65}"/>
              </a:ext>
            </a:extLst>
          </p:cNvPr>
          <p:cNvCxnSpPr>
            <a:cxnSpLocks/>
            <a:stCxn id="1705" idx="2"/>
            <a:endCxn id="1665" idx="0"/>
          </p:cNvCxnSpPr>
          <p:nvPr/>
        </p:nvCxnSpPr>
        <p:spPr>
          <a:xfrm flipH="1">
            <a:off x="2318352" y="3500450"/>
            <a:ext cx="147602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0" name="直接连接符 1979">
            <a:extLst>
              <a:ext uri="{FF2B5EF4-FFF2-40B4-BE49-F238E27FC236}">
                <a16:creationId xmlns:a16="http://schemas.microsoft.com/office/drawing/2014/main" id="{676A3DF8-1C58-4BEB-968D-2644A8CC9D9E}"/>
              </a:ext>
            </a:extLst>
          </p:cNvPr>
          <p:cNvCxnSpPr>
            <a:cxnSpLocks/>
            <a:stCxn id="1705" idx="2"/>
            <a:endCxn id="1666" idx="0"/>
          </p:cNvCxnSpPr>
          <p:nvPr/>
        </p:nvCxnSpPr>
        <p:spPr>
          <a:xfrm flipH="1">
            <a:off x="2750402" y="3500450"/>
            <a:ext cx="104397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1" name="直接连接符 1980">
            <a:extLst>
              <a:ext uri="{FF2B5EF4-FFF2-40B4-BE49-F238E27FC236}">
                <a16:creationId xmlns:a16="http://schemas.microsoft.com/office/drawing/2014/main" id="{F00D6938-CEB1-42E2-8DAC-3051F3F0AE26}"/>
              </a:ext>
            </a:extLst>
          </p:cNvPr>
          <p:cNvCxnSpPr>
            <a:cxnSpLocks/>
            <a:stCxn id="1705" idx="2"/>
            <a:endCxn id="1667" idx="0"/>
          </p:cNvCxnSpPr>
          <p:nvPr/>
        </p:nvCxnSpPr>
        <p:spPr>
          <a:xfrm flipH="1">
            <a:off x="3200400" y="3500450"/>
            <a:ext cx="59397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2" name="直接连接符 1981">
            <a:extLst>
              <a:ext uri="{FF2B5EF4-FFF2-40B4-BE49-F238E27FC236}">
                <a16:creationId xmlns:a16="http://schemas.microsoft.com/office/drawing/2014/main" id="{E8D8780C-3412-433A-A6BC-8BD71C6F6789}"/>
              </a:ext>
            </a:extLst>
          </p:cNvPr>
          <p:cNvCxnSpPr>
            <a:cxnSpLocks/>
            <a:stCxn id="1705" idx="2"/>
            <a:endCxn id="1655" idx="0"/>
          </p:cNvCxnSpPr>
          <p:nvPr/>
        </p:nvCxnSpPr>
        <p:spPr>
          <a:xfrm>
            <a:off x="3794372" y="3500450"/>
            <a:ext cx="414021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3" name="直接连接符 1982">
            <a:extLst>
              <a:ext uri="{FF2B5EF4-FFF2-40B4-BE49-F238E27FC236}">
                <a16:creationId xmlns:a16="http://schemas.microsoft.com/office/drawing/2014/main" id="{17D4F2DA-923B-4F03-AF3B-CA5D3FD967F8}"/>
              </a:ext>
            </a:extLst>
          </p:cNvPr>
          <p:cNvCxnSpPr>
            <a:cxnSpLocks/>
            <a:stCxn id="1705" idx="2"/>
            <a:endCxn id="1651" idx="0"/>
          </p:cNvCxnSpPr>
          <p:nvPr/>
        </p:nvCxnSpPr>
        <p:spPr>
          <a:xfrm>
            <a:off x="3794372" y="3500450"/>
            <a:ext cx="142208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4" name="直接连接符 1983">
            <a:extLst>
              <a:ext uri="{FF2B5EF4-FFF2-40B4-BE49-F238E27FC236}">
                <a16:creationId xmlns:a16="http://schemas.microsoft.com/office/drawing/2014/main" id="{698834AA-2706-45F2-ABC5-4FFB1D674C0C}"/>
              </a:ext>
            </a:extLst>
          </p:cNvPr>
          <p:cNvCxnSpPr>
            <a:cxnSpLocks/>
            <a:stCxn id="1706" idx="2"/>
          </p:cNvCxnSpPr>
          <p:nvPr/>
        </p:nvCxnSpPr>
        <p:spPr>
          <a:xfrm flipH="1">
            <a:off x="1328422" y="3500449"/>
            <a:ext cx="307795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5" name="直接连接符 1984">
            <a:extLst>
              <a:ext uri="{FF2B5EF4-FFF2-40B4-BE49-F238E27FC236}">
                <a16:creationId xmlns:a16="http://schemas.microsoft.com/office/drawing/2014/main" id="{43FB8C1F-EC7D-40E9-B5E0-07022F3F4165}"/>
              </a:ext>
            </a:extLst>
          </p:cNvPr>
          <p:cNvCxnSpPr>
            <a:cxnSpLocks/>
            <a:stCxn id="1706" idx="2"/>
          </p:cNvCxnSpPr>
          <p:nvPr/>
        </p:nvCxnSpPr>
        <p:spPr>
          <a:xfrm flipH="1">
            <a:off x="2318352" y="3500449"/>
            <a:ext cx="208802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6" name="直接连接符 1985">
            <a:extLst>
              <a:ext uri="{FF2B5EF4-FFF2-40B4-BE49-F238E27FC236}">
                <a16:creationId xmlns:a16="http://schemas.microsoft.com/office/drawing/2014/main" id="{AC84A760-252C-4659-8B89-62F9E3C33924}"/>
              </a:ext>
            </a:extLst>
          </p:cNvPr>
          <p:cNvCxnSpPr>
            <a:cxnSpLocks/>
            <a:stCxn id="1706" idx="2"/>
          </p:cNvCxnSpPr>
          <p:nvPr/>
        </p:nvCxnSpPr>
        <p:spPr>
          <a:xfrm flipH="1">
            <a:off x="2750402" y="3500449"/>
            <a:ext cx="165597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7" name="直接连接符 1986">
            <a:extLst>
              <a:ext uri="{FF2B5EF4-FFF2-40B4-BE49-F238E27FC236}">
                <a16:creationId xmlns:a16="http://schemas.microsoft.com/office/drawing/2014/main" id="{BB1838FD-4590-404C-8488-5499AA5BF707}"/>
              </a:ext>
            </a:extLst>
          </p:cNvPr>
          <p:cNvCxnSpPr>
            <a:cxnSpLocks/>
            <a:stCxn id="1706" idx="2"/>
          </p:cNvCxnSpPr>
          <p:nvPr/>
        </p:nvCxnSpPr>
        <p:spPr>
          <a:xfrm flipH="1">
            <a:off x="3200400" y="3500449"/>
            <a:ext cx="120597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8" name="直接连接符 1987">
            <a:extLst>
              <a:ext uri="{FF2B5EF4-FFF2-40B4-BE49-F238E27FC236}">
                <a16:creationId xmlns:a16="http://schemas.microsoft.com/office/drawing/2014/main" id="{640F3BD1-BE51-4E36-AEA2-549D58320BB9}"/>
              </a:ext>
            </a:extLst>
          </p:cNvPr>
          <p:cNvCxnSpPr>
            <a:cxnSpLocks/>
            <a:stCxn id="1706" idx="2"/>
          </p:cNvCxnSpPr>
          <p:nvPr/>
        </p:nvCxnSpPr>
        <p:spPr>
          <a:xfrm flipH="1">
            <a:off x="4208394" y="3500449"/>
            <a:ext cx="19797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9" name="直接连接符 1988">
            <a:extLst>
              <a:ext uri="{FF2B5EF4-FFF2-40B4-BE49-F238E27FC236}">
                <a16:creationId xmlns:a16="http://schemas.microsoft.com/office/drawing/2014/main" id="{3D230552-42FA-4B07-96B3-DD6C79EA52F0}"/>
              </a:ext>
            </a:extLst>
          </p:cNvPr>
          <p:cNvCxnSpPr>
            <a:cxnSpLocks/>
            <a:stCxn id="1706" idx="2"/>
          </p:cNvCxnSpPr>
          <p:nvPr/>
        </p:nvCxnSpPr>
        <p:spPr>
          <a:xfrm>
            <a:off x="4406372" y="3500449"/>
            <a:ext cx="810082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0" name="直接连接符 1989">
            <a:extLst>
              <a:ext uri="{FF2B5EF4-FFF2-40B4-BE49-F238E27FC236}">
                <a16:creationId xmlns:a16="http://schemas.microsoft.com/office/drawing/2014/main" id="{87A332DD-2BF9-4E97-B0FA-DB5B51AA5B8F}"/>
              </a:ext>
            </a:extLst>
          </p:cNvPr>
          <p:cNvCxnSpPr>
            <a:cxnSpLocks/>
            <a:stCxn id="1707" idx="2"/>
          </p:cNvCxnSpPr>
          <p:nvPr/>
        </p:nvCxnSpPr>
        <p:spPr>
          <a:xfrm flipH="1">
            <a:off x="1328423" y="3500449"/>
            <a:ext cx="376194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1" name="直接连接符 1990">
            <a:extLst>
              <a:ext uri="{FF2B5EF4-FFF2-40B4-BE49-F238E27FC236}">
                <a16:creationId xmlns:a16="http://schemas.microsoft.com/office/drawing/2014/main" id="{23D37B9E-CDF7-4444-8293-C989AD824FAA}"/>
              </a:ext>
            </a:extLst>
          </p:cNvPr>
          <p:cNvCxnSpPr>
            <a:cxnSpLocks/>
            <a:stCxn id="1707" idx="2"/>
          </p:cNvCxnSpPr>
          <p:nvPr/>
        </p:nvCxnSpPr>
        <p:spPr>
          <a:xfrm flipH="1">
            <a:off x="2318353" y="3500449"/>
            <a:ext cx="277201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2" name="直接连接符 1991">
            <a:extLst>
              <a:ext uri="{FF2B5EF4-FFF2-40B4-BE49-F238E27FC236}">
                <a16:creationId xmlns:a16="http://schemas.microsoft.com/office/drawing/2014/main" id="{E372E516-EAF1-43DD-AF83-C173BD6F7538}"/>
              </a:ext>
            </a:extLst>
          </p:cNvPr>
          <p:cNvCxnSpPr>
            <a:cxnSpLocks/>
            <a:stCxn id="1707" idx="2"/>
          </p:cNvCxnSpPr>
          <p:nvPr/>
        </p:nvCxnSpPr>
        <p:spPr>
          <a:xfrm flipH="1">
            <a:off x="2750403" y="3500449"/>
            <a:ext cx="2339968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3" name="直接连接符 1992">
            <a:extLst>
              <a:ext uri="{FF2B5EF4-FFF2-40B4-BE49-F238E27FC236}">
                <a16:creationId xmlns:a16="http://schemas.microsoft.com/office/drawing/2014/main" id="{28908BDD-BED7-4AC5-9529-07B709DADD95}"/>
              </a:ext>
            </a:extLst>
          </p:cNvPr>
          <p:cNvCxnSpPr>
            <a:cxnSpLocks/>
            <a:stCxn id="1707" idx="2"/>
          </p:cNvCxnSpPr>
          <p:nvPr/>
        </p:nvCxnSpPr>
        <p:spPr>
          <a:xfrm flipH="1">
            <a:off x="3200401" y="3500449"/>
            <a:ext cx="1889970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4" name="直接连接符 1993">
            <a:extLst>
              <a:ext uri="{FF2B5EF4-FFF2-40B4-BE49-F238E27FC236}">
                <a16:creationId xmlns:a16="http://schemas.microsoft.com/office/drawing/2014/main" id="{95D7EF08-30A4-467D-BE56-9C94F58EAD61}"/>
              </a:ext>
            </a:extLst>
          </p:cNvPr>
          <p:cNvCxnSpPr>
            <a:cxnSpLocks/>
            <a:stCxn id="1707" idx="2"/>
          </p:cNvCxnSpPr>
          <p:nvPr/>
        </p:nvCxnSpPr>
        <p:spPr>
          <a:xfrm flipH="1">
            <a:off x="4208395" y="3500449"/>
            <a:ext cx="881976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5" name="直接连接符 1994">
            <a:extLst>
              <a:ext uri="{FF2B5EF4-FFF2-40B4-BE49-F238E27FC236}">
                <a16:creationId xmlns:a16="http://schemas.microsoft.com/office/drawing/2014/main" id="{FC8E3321-5DCC-4FE9-A412-34265029547F}"/>
              </a:ext>
            </a:extLst>
          </p:cNvPr>
          <p:cNvCxnSpPr>
            <a:cxnSpLocks/>
            <a:stCxn id="1707" idx="2"/>
          </p:cNvCxnSpPr>
          <p:nvPr/>
        </p:nvCxnSpPr>
        <p:spPr>
          <a:xfrm>
            <a:off x="5090371" y="3500449"/>
            <a:ext cx="126083" cy="396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6" name="椭圆 1995">
            <a:extLst>
              <a:ext uri="{FF2B5EF4-FFF2-40B4-BE49-F238E27FC236}">
                <a16:creationId xmlns:a16="http://schemas.microsoft.com/office/drawing/2014/main" id="{E1B8E632-C053-4507-9515-1C0D3AC2EC40}"/>
              </a:ext>
            </a:extLst>
          </p:cNvPr>
          <p:cNvSpPr/>
          <p:nvPr/>
        </p:nvSpPr>
        <p:spPr>
          <a:xfrm>
            <a:off x="788387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97" name="椭圆 1996">
            <a:extLst>
              <a:ext uri="{FF2B5EF4-FFF2-40B4-BE49-F238E27FC236}">
                <a16:creationId xmlns:a16="http://schemas.microsoft.com/office/drawing/2014/main" id="{5A931612-C23A-4986-9479-6ADE87F16009}"/>
              </a:ext>
            </a:extLst>
          </p:cNvPr>
          <p:cNvSpPr/>
          <p:nvPr/>
        </p:nvSpPr>
        <p:spPr>
          <a:xfrm>
            <a:off x="1256421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98" name="椭圆 1997">
            <a:extLst>
              <a:ext uri="{FF2B5EF4-FFF2-40B4-BE49-F238E27FC236}">
                <a16:creationId xmlns:a16="http://schemas.microsoft.com/office/drawing/2014/main" id="{5D548B0E-A770-4F87-AF37-EC72D208619D}"/>
              </a:ext>
            </a:extLst>
          </p:cNvPr>
          <p:cNvSpPr/>
          <p:nvPr/>
        </p:nvSpPr>
        <p:spPr>
          <a:xfrm>
            <a:off x="1814381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99" name="椭圆 1998">
            <a:extLst>
              <a:ext uri="{FF2B5EF4-FFF2-40B4-BE49-F238E27FC236}">
                <a16:creationId xmlns:a16="http://schemas.microsoft.com/office/drawing/2014/main" id="{06F1CAED-7020-40FF-BF51-7D29AE93C17E}"/>
              </a:ext>
            </a:extLst>
          </p:cNvPr>
          <p:cNvSpPr/>
          <p:nvPr/>
        </p:nvSpPr>
        <p:spPr>
          <a:xfrm>
            <a:off x="2246352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0" name="椭圆 1999">
            <a:extLst>
              <a:ext uri="{FF2B5EF4-FFF2-40B4-BE49-F238E27FC236}">
                <a16:creationId xmlns:a16="http://schemas.microsoft.com/office/drawing/2014/main" id="{1283887A-1608-4ED7-83FD-FBC319DEB732}"/>
              </a:ext>
            </a:extLst>
          </p:cNvPr>
          <p:cNvSpPr/>
          <p:nvPr/>
        </p:nvSpPr>
        <p:spPr>
          <a:xfrm>
            <a:off x="2678402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1" name="椭圆 2000">
            <a:extLst>
              <a:ext uri="{FF2B5EF4-FFF2-40B4-BE49-F238E27FC236}">
                <a16:creationId xmlns:a16="http://schemas.microsoft.com/office/drawing/2014/main" id="{4B287470-3222-4298-A3C6-CB204C2D13CA}"/>
              </a:ext>
            </a:extLst>
          </p:cNvPr>
          <p:cNvSpPr/>
          <p:nvPr/>
        </p:nvSpPr>
        <p:spPr>
          <a:xfrm>
            <a:off x="3128400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2" name="椭圆 2001">
            <a:extLst>
              <a:ext uri="{FF2B5EF4-FFF2-40B4-BE49-F238E27FC236}">
                <a16:creationId xmlns:a16="http://schemas.microsoft.com/office/drawing/2014/main" id="{997DF84B-4066-4EBE-AAE3-96B945D77737}"/>
              </a:ext>
            </a:extLst>
          </p:cNvPr>
          <p:cNvSpPr/>
          <p:nvPr/>
        </p:nvSpPr>
        <p:spPr>
          <a:xfrm>
            <a:off x="3668359" y="4868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3" name="椭圆 2002">
            <a:extLst>
              <a:ext uri="{FF2B5EF4-FFF2-40B4-BE49-F238E27FC236}">
                <a16:creationId xmlns:a16="http://schemas.microsoft.com/office/drawing/2014/main" id="{F90F86E2-EB0D-4388-A022-EB3055F88528}"/>
              </a:ext>
            </a:extLst>
          </p:cNvPr>
          <p:cNvSpPr/>
          <p:nvPr/>
        </p:nvSpPr>
        <p:spPr>
          <a:xfrm>
            <a:off x="4136393" y="4868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4" name="椭圆 2003">
            <a:extLst>
              <a:ext uri="{FF2B5EF4-FFF2-40B4-BE49-F238E27FC236}">
                <a16:creationId xmlns:a16="http://schemas.microsoft.com/office/drawing/2014/main" id="{CD35CE90-E302-4FB3-AF46-F114D69E4831}"/>
              </a:ext>
            </a:extLst>
          </p:cNvPr>
          <p:cNvSpPr/>
          <p:nvPr/>
        </p:nvSpPr>
        <p:spPr>
          <a:xfrm>
            <a:off x="7070380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5" name="椭圆 2004">
            <a:extLst>
              <a:ext uri="{FF2B5EF4-FFF2-40B4-BE49-F238E27FC236}">
                <a16:creationId xmlns:a16="http://schemas.microsoft.com/office/drawing/2014/main" id="{A5DBBA9C-C451-45E2-82D7-959DD73E7CC2}"/>
              </a:ext>
            </a:extLst>
          </p:cNvPr>
          <p:cNvSpPr/>
          <p:nvPr/>
        </p:nvSpPr>
        <p:spPr>
          <a:xfrm>
            <a:off x="7502351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6" name="椭圆 2005">
            <a:extLst>
              <a:ext uri="{FF2B5EF4-FFF2-40B4-BE49-F238E27FC236}">
                <a16:creationId xmlns:a16="http://schemas.microsoft.com/office/drawing/2014/main" id="{D1A37008-8D86-4133-BC01-631FC8DB720B}"/>
              </a:ext>
            </a:extLst>
          </p:cNvPr>
          <p:cNvSpPr/>
          <p:nvPr/>
        </p:nvSpPr>
        <p:spPr>
          <a:xfrm>
            <a:off x="7934401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7" name="椭圆 2006">
            <a:extLst>
              <a:ext uri="{FF2B5EF4-FFF2-40B4-BE49-F238E27FC236}">
                <a16:creationId xmlns:a16="http://schemas.microsoft.com/office/drawing/2014/main" id="{9862463E-7C53-4B73-A024-EF476D555907}"/>
              </a:ext>
            </a:extLst>
          </p:cNvPr>
          <p:cNvSpPr/>
          <p:nvPr/>
        </p:nvSpPr>
        <p:spPr>
          <a:xfrm>
            <a:off x="8366401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8" name="椭圆 2007">
            <a:extLst>
              <a:ext uri="{FF2B5EF4-FFF2-40B4-BE49-F238E27FC236}">
                <a16:creationId xmlns:a16="http://schemas.microsoft.com/office/drawing/2014/main" id="{5362E56E-2799-470E-BBB3-99D9A21C4E9A}"/>
              </a:ext>
            </a:extLst>
          </p:cNvPr>
          <p:cNvSpPr/>
          <p:nvPr/>
        </p:nvSpPr>
        <p:spPr>
          <a:xfrm>
            <a:off x="8942352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9" name="椭圆 2008">
            <a:extLst>
              <a:ext uri="{FF2B5EF4-FFF2-40B4-BE49-F238E27FC236}">
                <a16:creationId xmlns:a16="http://schemas.microsoft.com/office/drawing/2014/main" id="{8CF46F9F-CD22-4432-87B3-B286208ACD05}"/>
              </a:ext>
            </a:extLst>
          </p:cNvPr>
          <p:cNvSpPr/>
          <p:nvPr/>
        </p:nvSpPr>
        <p:spPr>
          <a:xfrm>
            <a:off x="9374323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10" name="椭圆 2009">
            <a:extLst>
              <a:ext uri="{FF2B5EF4-FFF2-40B4-BE49-F238E27FC236}">
                <a16:creationId xmlns:a16="http://schemas.microsoft.com/office/drawing/2014/main" id="{AB96026F-4B22-47E3-A8C3-67BFC58BA503}"/>
              </a:ext>
            </a:extLst>
          </p:cNvPr>
          <p:cNvSpPr/>
          <p:nvPr/>
        </p:nvSpPr>
        <p:spPr>
          <a:xfrm>
            <a:off x="9806373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11" name="椭圆 2010">
            <a:extLst>
              <a:ext uri="{FF2B5EF4-FFF2-40B4-BE49-F238E27FC236}">
                <a16:creationId xmlns:a16="http://schemas.microsoft.com/office/drawing/2014/main" id="{6D2D3C4B-6DA7-491F-9EA0-ED7B7309C0E2}"/>
              </a:ext>
            </a:extLst>
          </p:cNvPr>
          <p:cNvSpPr/>
          <p:nvPr/>
        </p:nvSpPr>
        <p:spPr>
          <a:xfrm>
            <a:off x="10238373" y="4868450"/>
            <a:ext cx="144000" cy="144000"/>
          </a:xfrm>
          <a:prstGeom prst="ellipse">
            <a:avLst/>
          </a:prstGeom>
          <a:solidFill>
            <a:srgbClr val="FFE2C8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12" name="椭圆 2011">
            <a:extLst>
              <a:ext uri="{FF2B5EF4-FFF2-40B4-BE49-F238E27FC236}">
                <a16:creationId xmlns:a16="http://schemas.microsoft.com/office/drawing/2014/main" id="{16B3581F-E980-49E9-884A-535E311228E4}"/>
              </a:ext>
            </a:extLst>
          </p:cNvPr>
          <p:cNvSpPr/>
          <p:nvPr/>
        </p:nvSpPr>
        <p:spPr>
          <a:xfrm>
            <a:off x="10796326" y="4868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13" name="椭圆 2012">
            <a:extLst>
              <a:ext uri="{FF2B5EF4-FFF2-40B4-BE49-F238E27FC236}">
                <a16:creationId xmlns:a16="http://schemas.microsoft.com/office/drawing/2014/main" id="{8361AA1F-0370-431C-BD9D-81D7E28F1BB7}"/>
              </a:ext>
            </a:extLst>
          </p:cNvPr>
          <p:cNvSpPr/>
          <p:nvPr/>
        </p:nvSpPr>
        <p:spPr>
          <a:xfrm>
            <a:off x="11264360" y="4868450"/>
            <a:ext cx="144000" cy="144000"/>
          </a:xfrm>
          <a:prstGeom prst="ellipse">
            <a:avLst/>
          </a:prstGeom>
          <a:solidFill>
            <a:srgbClr val="CDE7FF"/>
          </a:solidFill>
          <a:ln w="3175">
            <a:solidFill>
              <a:srgbClr val="007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014" name="直接连接符 2013">
            <a:extLst>
              <a:ext uri="{FF2B5EF4-FFF2-40B4-BE49-F238E27FC236}">
                <a16:creationId xmlns:a16="http://schemas.microsoft.com/office/drawing/2014/main" id="{11C3E31A-9477-4EC7-9A5E-90F62DC81EDF}"/>
              </a:ext>
            </a:extLst>
          </p:cNvPr>
          <p:cNvCxnSpPr>
            <a:cxnSpLocks/>
            <a:stCxn id="1487" idx="0"/>
            <a:endCxn id="1996" idx="4"/>
          </p:cNvCxnSpPr>
          <p:nvPr/>
        </p:nvCxnSpPr>
        <p:spPr>
          <a:xfrm flipV="1">
            <a:off x="860366" y="5012450"/>
            <a:ext cx="2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5" name="直接连接符 2014">
            <a:extLst>
              <a:ext uri="{FF2B5EF4-FFF2-40B4-BE49-F238E27FC236}">
                <a16:creationId xmlns:a16="http://schemas.microsoft.com/office/drawing/2014/main" id="{D6ED3AB0-1C69-4871-A7E2-39B3121D61FD}"/>
              </a:ext>
            </a:extLst>
          </p:cNvPr>
          <p:cNvCxnSpPr>
            <a:cxnSpLocks/>
            <a:stCxn id="1488" idx="0"/>
            <a:endCxn id="1996" idx="5"/>
          </p:cNvCxnSpPr>
          <p:nvPr/>
        </p:nvCxnSpPr>
        <p:spPr>
          <a:xfrm flipH="1" flipV="1">
            <a:off x="911299" y="4991362"/>
            <a:ext cx="417101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6" name="直接连接符 2015">
            <a:extLst>
              <a:ext uri="{FF2B5EF4-FFF2-40B4-BE49-F238E27FC236}">
                <a16:creationId xmlns:a16="http://schemas.microsoft.com/office/drawing/2014/main" id="{42DD0E66-77B5-4E8E-8703-DD7ABA6466A5}"/>
              </a:ext>
            </a:extLst>
          </p:cNvPr>
          <p:cNvCxnSpPr>
            <a:cxnSpLocks/>
            <a:stCxn id="1487" idx="0"/>
            <a:endCxn id="1997" idx="3"/>
          </p:cNvCxnSpPr>
          <p:nvPr/>
        </p:nvCxnSpPr>
        <p:spPr>
          <a:xfrm flipV="1">
            <a:off x="860366" y="4991362"/>
            <a:ext cx="417143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7" name="直接连接符 2016">
            <a:extLst>
              <a:ext uri="{FF2B5EF4-FFF2-40B4-BE49-F238E27FC236}">
                <a16:creationId xmlns:a16="http://schemas.microsoft.com/office/drawing/2014/main" id="{DEE84006-05A8-47BC-B42D-EFC0655E1AFD}"/>
              </a:ext>
            </a:extLst>
          </p:cNvPr>
          <p:cNvCxnSpPr>
            <a:cxnSpLocks/>
            <a:stCxn id="1488" idx="0"/>
            <a:endCxn id="1997" idx="4"/>
          </p:cNvCxnSpPr>
          <p:nvPr/>
        </p:nvCxnSpPr>
        <p:spPr>
          <a:xfrm flipV="1">
            <a:off x="1328400" y="5012450"/>
            <a:ext cx="2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8" name="直接连接符 2017">
            <a:extLst>
              <a:ext uri="{FF2B5EF4-FFF2-40B4-BE49-F238E27FC236}">
                <a16:creationId xmlns:a16="http://schemas.microsoft.com/office/drawing/2014/main" id="{4539C32B-C13E-4BA3-999B-9F07D8AB3BE1}"/>
              </a:ext>
            </a:extLst>
          </p:cNvPr>
          <p:cNvCxnSpPr>
            <a:cxnSpLocks/>
            <a:stCxn id="1996" idx="0"/>
            <a:endCxn id="1690" idx="2"/>
          </p:cNvCxnSpPr>
          <p:nvPr/>
        </p:nvCxnSpPr>
        <p:spPr>
          <a:xfrm flipV="1">
            <a:off x="860387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9" name="直接连接符 2018">
            <a:extLst>
              <a:ext uri="{FF2B5EF4-FFF2-40B4-BE49-F238E27FC236}">
                <a16:creationId xmlns:a16="http://schemas.microsoft.com/office/drawing/2014/main" id="{1472E76F-B775-43A3-A7F9-B2FB76C2582C}"/>
              </a:ext>
            </a:extLst>
          </p:cNvPr>
          <p:cNvCxnSpPr>
            <a:cxnSpLocks/>
            <a:stCxn id="1997" idx="1"/>
            <a:endCxn id="1690" idx="2"/>
          </p:cNvCxnSpPr>
          <p:nvPr/>
        </p:nvCxnSpPr>
        <p:spPr>
          <a:xfrm flipH="1" flipV="1">
            <a:off x="860387" y="4616450"/>
            <a:ext cx="417122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0" name="直接连接符 2019">
            <a:extLst>
              <a:ext uri="{FF2B5EF4-FFF2-40B4-BE49-F238E27FC236}">
                <a16:creationId xmlns:a16="http://schemas.microsoft.com/office/drawing/2014/main" id="{89EEDC36-B366-4FAF-83E8-CFD03DD5F331}"/>
              </a:ext>
            </a:extLst>
          </p:cNvPr>
          <p:cNvCxnSpPr>
            <a:cxnSpLocks/>
            <a:stCxn id="1996" idx="7"/>
            <a:endCxn id="1691" idx="2"/>
          </p:cNvCxnSpPr>
          <p:nvPr/>
        </p:nvCxnSpPr>
        <p:spPr>
          <a:xfrm flipV="1">
            <a:off x="911299" y="4616450"/>
            <a:ext cx="417122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1" name="直接连接符 2020">
            <a:extLst>
              <a:ext uri="{FF2B5EF4-FFF2-40B4-BE49-F238E27FC236}">
                <a16:creationId xmlns:a16="http://schemas.microsoft.com/office/drawing/2014/main" id="{FB79A49E-D6BB-4C91-BE41-4EA14AC4519C}"/>
              </a:ext>
            </a:extLst>
          </p:cNvPr>
          <p:cNvCxnSpPr>
            <a:cxnSpLocks/>
            <a:stCxn id="1997" idx="0"/>
            <a:endCxn id="1691" idx="2"/>
          </p:cNvCxnSpPr>
          <p:nvPr/>
        </p:nvCxnSpPr>
        <p:spPr>
          <a:xfrm flipV="1">
            <a:off x="1328421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2" name="直接连接符 2021">
            <a:extLst>
              <a:ext uri="{FF2B5EF4-FFF2-40B4-BE49-F238E27FC236}">
                <a16:creationId xmlns:a16="http://schemas.microsoft.com/office/drawing/2014/main" id="{90FAD53F-5BC3-4D22-9E99-239A0941BF54}"/>
              </a:ext>
            </a:extLst>
          </p:cNvPr>
          <p:cNvCxnSpPr>
            <a:cxnSpLocks/>
            <a:stCxn id="1463" idx="0"/>
            <a:endCxn id="1998" idx="4"/>
          </p:cNvCxnSpPr>
          <p:nvPr/>
        </p:nvCxnSpPr>
        <p:spPr>
          <a:xfrm flipV="1">
            <a:off x="1886380" y="5012450"/>
            <a:ext cx="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3" name="直接连接符 2022">
            <a:extLst>
              <a:ext uri="{FF2B5EF4-FFF2-40B4-BE49-F238E27FC236}">
                <a16:creationId xmlns:a16="http://schemas.microsoft.com/office/drawing/2014/main" id="{28B41012-BE5F-4EEB-8BA3-46375F2DB0DB}"/>
              </a:ext>
            </a:extLst>
          </p:cNvPr>
          <p:cNvCxnSpPr>
            <a:cxnSpLocks/>
            <a:stCxn id="1998" idx="0"/>
            <a:endCxn id="1668" idx="2"/>
          </p:cNvCxnSpPr>
          <p:nvPr/>
        </p:nvCxnSpPr>
        <p:spPr>
          <a:xfrm flipV="1">
            <a:off x="1886381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4" name="直接连接符 2023">
            <a:extLst>
              <a:ext uri="{FF2B5EF4-FFF2-40B4-BE49-F238E27FC236}">
                <a16:creationId xmlns:a16="http://schemas.microsoft.com/office/drawing/2014/main" id="{0D98F565-583A-4897-9F3F-832F6885C16D}"/>
              </a:ext>
            </a:extLst>
          </p:cNvPr>
          <p:cNvCxnSpPr>
            <a:cxnSpLocks/>
            <a:stCxn id="1464" idx="0"/>
            <a:endCxn id="1998" idx="5"/>
          </p:cNvCxnSpPr>
          <p:nvPr/>
        </p:nvCxnSpPr>
        <p:spPr>
          <a:xfrm flipH="1" flipV="1">
            <a:off x="1937293" y="4991362"/>
            <a:ext cx="38105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5" name="直接连接符 2024">
            <a:extLst>
              <a:ext uri="{FF2B5EF4-FFF2-40B4-BE49-F238E27FC236}">
                <a16:creationId xmlns:a16="http://schemas.microsoft.com/office/drawing/2014/main" id="{195ACE91-F4BB-4D0A-8418-9FDE7C8F0E97}"/>
              </a:ext>
            </a:extLst>
          </p:cNvPr>
          <p:cNvCxnSpPr>
            <a:cxnSpLocks/>
            <a:stCxn id="1464" idx="0"/>
            <a:endCxn id="1999" idx="4"/>
          </p:cNvCxnSpPr>
          <p:nvPr/>
        </p:nvCxnSpPr>
        <p:spPr>
          <a:xfrm flipV="1">
            <a:off x="2318351" y="5012450"/>
            <a:ext cx="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6" name="直接连接符 2025">
            <a:extLst>
              <a:ext uri="{FF2B5EF4-FFF2-40B4-BE49-F238E27FC236}">
                <a16:creationId xmlns:a16="http://schemas.microsoft.com/office/drawing/2014/main" id="{2AE9A2DB-FBB4-45EE-8359-F6B5F8CA6367}"/>
              </a:ext>
            </a:extLst>
          </p:cNvPr>
          <p:cNvCxnSpPr>
            <a:cxnSpLocks/>
            <a:stCxn id="1999" idx="0"/>
            <a:endCxn id="1669" idx="2"/>
          </p:cNvCxnSpPr>
          <p:nvPr/>
        </p:nvCxnSpPr>
        <p:spPr>
          <a:xfrm flipV="1">
            <a:off x="2318352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7" name="直接连接符 2026">
            <a:extLst>
              <a:ext uri="{FF2B5EF4-FFF2-40B4-BE49-F238E27FC236}">
                <a16:creationId xmlns:a16="http://schemas.microsoft.com/office/drawing/2014/main" id="{8B3D8FA4-6FA8-4D3C-9EA5-5515977FFE87}"/>
              </a:ext>
            </a:extLst>
          </p:cNvPr>
          <p:cNvCxnSpPr>
            <a:cxnSpLocks/>
            <a:stCxn id="1999" idx="1"/>
            <a:endCxn id="1668" idx="2"/>
          </p:cNvCxnSpPr>
          <p:nvPr/>
        </p:nvCxnSpPr>
        <p:spPr>
          <a:xfrm flipH="1" flipV="1">
            <a:off x="1886381" y="4616450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8" name="直接连接符 2027">
            <a:extLst>
              <a:ext uri="{FF2B5EF4-FFF2-40B4-BE49-F238E27FC236}">
                <a16:creationId xmlns:a16="http://schemas.microsoft.com/office/drawing/2014/main" id="{4BCBB7BE-5F10-4D2D-AD3F-C08AA152A93E}"/>
              </a:ext>
            </a:extLst>
          </p:cNvPr>
          <p:cNvCxnSpPr>
            <a:cxnSpLocks/>
            <a:stCxn id="1998" idx="7"/>
            <a:endCxn id="1669" idx="2"/>
          </p:cNvCxnSpPr>
          <p:nvPr/>
        </p:nvCxnSpPr>
        <p:spPr>
          <a:xfrm flipV="1">
            <a:off x="1937293" y="4616450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9" name="直接连接符 2028">
            <a:extLst>
              <a:ext uri="{FF2B5EF4-FFF2-40B4-BE49-F238E27FC236}">
                <a16:creationId xmlns:a16="http://schemas.microsoft.com/office/drawing/2014/main" id="{778B8B22-5479-4138-9375-2E1B4BD549E0}"/>
              </a:ext>
            </a:extLst>
          </p:cNvPr>
          <p:cNvCxnSpPr>
            <a:cxnSpLocks/>
            <a:stCxn id="1463" idx="0"/>
            <a:endCxn id="1999" idx="3"/>
          </p:cNvCxnSpPr>
          <p:nvPr/>
        </p:nvCxnSpPr>
        <p:spPr>
          <a:xfrm flipV="1">
            <a:off x="1886380" y="4991362"/>
            <a:ext cx="381060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0" name="直接连接符 2029">
            <a:extLst>
              <a:ext uri="{FF2B5EF4-FFF2-40B4-BE49-F238E27FC236}">
                <a16:creationId xmlns:a16="http://schemas.microsoft.com/office/drawing/2014/main" id="{BECBD2C5-656A-4107-8A1E-5B6BEC912AF0}"/>
              </a:ext>
            </a:extLst>
          </p:cNvPr>
          <p:cNvCxnSpPr>
            <a:cxnSpLocks/>
            <a:stCxn id="1465" idx="0"/>
            <a:endCxn id="2000" idx="4"/>
          </p:cNvCxnSpPr>
          <p:nvPr/>
        </p:nvCxnSpPr>
        <p:spPr>
          <a:xfrm flipV="1">
            <a:off x="2750401" y="5012450"/>
            <a:ext cx="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1" name="直接连接符 2030">
            <a:extLst>
              <a:ext uri="{FF2B5EF4-FFF2-40B4-BE49-F238E27FC236}">
                <a16:creationId xmlns:a16="http://schemas.microsoft.com/office/drawing/2014/main" id="{BDEC2F12-9DF0-488C-B271-C536A6B4296B}"/>
              </a:ext>
            </a:extLst>
          </p:cNvPr>
          <p:cNvCxnSpPr>
            <a:cxnSpLocks/>
            <a:stCxn id="2000" idx="0"/>
            <a:endCxn id="1670" idx="2"/>
          </p:cNvCxnSpPr>
          <p:nvPr/>
        </p:nvCxnSpPr>
        <p:spPr>
          <a:xfrm flipV="1">
            <a:off x="2750402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2" name="直接连接符 2031">
            <a:extLst>
              <a:ext uri="{FF2B5EF4-FFF2-40B4-BE49-F238E27FC236}">
                <a16:creationId xmlns:a16="http://schemas.microsoft.com/office/drawing/2014/main" id="{A4C3789E-11CF-41AC-A3FE-1DBA15EF3553}"/>
              </a:ext>
            </a:extLst>
          </p:cNvPr>
          <p:cNvCxnSpPr>
            <a:cxnSpLocks/>
            <a:stCxn id="1466" idx="0"/>
            <a:endCxn id="2000" idx="5"/>
          </p:cNvCxnSpPr>
          <p:nvPr/>
        </p:nvCxnSpPr>
        <p:spPr>
          <a:xfrm flipH="1" flipV="1">
            <a:off x="2801314" y="4991362"/>
            <a:ext cx="399086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3" name="直接连接符 2032">
            <a:extLst>
              <a:ext uri="{FF2B5EF4-FFF2-40B4-BE49-F238E27FC236}">
                <a16:creationId xmlns:a16="http://schemas.microsoft.com/office/drawing/2014/main" id="{2D852C5F-3905-4C98-BE98-B0F3C8B5FC91}"/>
              </a:ext>
            </a:extLst>
          </p:cNvPr>
          <p:cNvCxnSpPr>
            <a:cxnSpLocks/>
            <a:stCxn id="1466" idx="0"/>
            <a:endCxn id="2001" idx="4"/>
          </p:cNvCxnSpPr>
          <p:nvPr/>
        </p:nvCxnSpPr>
        <p:spPr>
          <a:xfrm flipV="1">
            <a:off x="3200400" y="5012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4" name="直接连接符 2033">
            <a:extLst>
              <a:ext uri="{FF2B5EF4-FFF2-40B4-BE49-F238E27FC236}">
                <a16:creationId xmlns:a16="http://schemas.microsoft.com/office/drawing/2014/main" id="{E341E908-D9B8-4D83-98A4-7B3E49879929}"/>
              </a:ext>
            </a:extLst>
          </p:cNvPr>
          <p:cNvCxnSpPr>
            <a:cxnSpLocks/>
            <a:stCxn id="2001" idx="0"/>
            <a:endCxn id="1671" idx="2"/>
          </p:cNvCxnSpPr>
          <p:nvPr/>
        </p:nvCxnSpPr>
        <p:spPr>
          <a:xfrm flipV="1">
            <a:off x="3200400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5" name="直接连接符 2034">
            <a:extLst>
              <a:ext uri="{FF2B5EF4-FFF2-40B4-BE49-F238E27FC236}">
                <a16:creationId xmlns:a16="http://schemas.microsoft.com/office/drawing/2014/main" id="{9F9A24F3-4F69-4BFB-96CD-CE203B243074}"/>
              </a:ext>
            </a:extLst>
          </p:cNvPr>
          <p:cNvCxnSpPr>
            <a:cxnSpLocks/>
            <a:stCxn id="2001" idx="1"/>
            <a:endCxn id="1670" idx="2"/>
          </p:cNvCxnSpPr>
          <p:nvPr/>
        </p:nvCxnSpPr>
        <p:spPr>
          <a:xfrm flipH="1" flipV="1">
            <a:off x="2750402" y="4616450"/>
            <a:ext cx="399086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6" name="直接连接符 2035">
            <a:extLst>
              <a:ext uri="{FF2B5EF4-FFF2-40B4-BE49-F238E27FC236}">
                <a16:creationId xmlns:a16="http://schemas.microsoft.com/office/drawing/2014/main" id="{728E160B-C951-4408-99D2-DF1DEFEAC041}"/>
              </a:ext>
            </a:extLst>
          </p:cNvPr>
          <p:cNvCxnSpPr>
            <a:cxnSpLocks/>
            <a:stCxn id="2000" idx="7"/>
            <a:endCxn id="1671" idx="2"/>
          </p:cNvCxnSpPr>
          <p:nvPr/>
        </p:nvCxnSpPr>
        <p:spPr>
          <a:xfrm flipV="1">
            <a:off x="2801314" y="4616450"/>
            <a:ext cx="399086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7" name="直接连接符 2036">
            <a:extLst>
              <a:ext uri="{FF2B5EF4-FFF2-40B4-BE49-F238E27FC236}">
                <a16:creationId xmlns:a16="http://schemas.microsoft.com/office/drawing/2014/main" id="{96D708C1-7051-46AA-98B8-997B7AEAF6F6}"/>
              </a:ext>
            </a:extLst>
          </p:cNvPr>
          <p:cNvCxnSpPr>
            <a:cxnSpLocks/>
            <a:stCxn id="1465" idx="0"/>
            <a:endCxn id="2001" idx="3"/>
          </p:cNvCxnSpPr>
          <p:nvPr/>
        </p:nvCxnSpPr>
        <p:spPr>
          <a:xfrm flipV="1">
            <a:off x="2750401" y="4991362"/>
            <a:ext cx="399087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8" name="直接连接符 2037">
            <a:extLst>
              <a:ext uri="{FF2B5EF4-FFF2-40B4-BE49-F238E27FC236}">
                <a16:creationId xmlns:a16="http://schemas.microsoft.com/office/drawing/2014/main" id="{BCD0A5C7-DD29-4D30-AAC4-A9D8A5FD73BF}"/>
              </a:ext>
            </a:extLst>
          </p:cNvPr>
          <p:cNvCxnSpPr>
            <a:cxnSpLocks/>
            <a:stCxn id="2002" idx="0"/>
            <a:endCxn id="1656" idx="2"/>
          </p:cNvCxnSpPr>
          <p:nvPr/>
        </p:nvCxnSpPr>
        <p:spPr>
          <a:xfrm flipV="1">
            <a:off x="3740359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9" name="直接连接符 2038">
            <a:extLst>
              <a:ext uri="{FF2B5EF4-FFF2-40B4-BE49-F238E27FC236}">
                <a16:creationId xmlns:a16="http://schemas.microsoft.com/office/drawing/2014/main" id="{9F678562-094D-430A-83DC-E6C2E2A81BCF}"/>
              </a:ext>
            </a:extLst>
          </p:cNvPr>
          <p:cNvCxnSpPr>
            <a:cxnSpLocks/>
            <a:stCxn id="2003" idx="0"/>
            <a:endCxn id="1657" idx="2"/>
          </p:cNvCxnSpPr>
          <p:nvPr/>
        </p:nvCxnSpPr>
        <p:spPr>
          <a:xfrm flipV="1">
            <a:off x="4208393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0" name="直接连接符 2039">
            <a:extLst>
              <a:ext uri="{FF2B5EF4-FFF2-40B4-BE49-F238E27FC236}">
                <a16:creationId xmlns:a16="http://schemas.microsoft.com/office/drawing/2014/main" id="{5D55D36D-4485-41EA-9A46-E150CD310780}"/>
              </a:ext>
            </a:extLst>
          </p:cNvPr>
          <p:cNvCxnSpPr>
            <a:cxnSpLocks/>
            <a:stCxn id="2003" idx="1"/>
            <a:endCxn id="1656" idx="2"/>
          </p:cNvCxnSpPr>
          <p:nvPr/>
        </p:nvCxnSpPr>
        <p:spPr>
          <a:xfrm flipH="1" flipV="1">
            <a:off x="3740359" y="4616450"/>
            <a:ext cx="417122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1" name="直接连接符 2040">
            <a:extLst>
              <a:ext uri="{FF2B5EF4-FFF2-40B4-BE49-F238E27FC236}">
                <a16:creationId xmlns:a16="http://schemas.microsoft.com/office/drawing/2014/main" id="{517C1AE5-3DAD-4DF5-B964-F02484732B41}"/>
              </a:ext>
            </a:extLst>
          </p:cNvPr>
          <p:cNvCxnSpPr>
            <a:cxnSpLocks/>
            <a:stCxn id="2002" idx="7"/>
            <a:endCxn id="1657" idx="2"/>
          </p:cNvCxnSpPr>
          <p:nvPr/>
        </p:nvCxnSpPr>
        <p:spPr>
          <a:xfrm flipV="1">
            <a:off x="3791271" y="4616450"/>
            <a:ext cx="417122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2" name="直接连接符 2041">
            <a:extLst>
              <a:ext uri="{FF2B5EF4-FFF2-40B4-BE49-F238E27FC236}">
                <a16:creationId xmlns:a16="http://schemas.microsoft.com/office/drawing/2014/main" id="{FB78E09E-FEE2-4ACA-AC11-CA94FE2E1E72}"/>
              </a:ext>
            </a:extLst>
          </p:cNvPr>
          <p:cNvCxnSpPr>
            <a:cxnSpLocks/>
            <a:stCxn id="2012" idx="0"/>
            <a:endCxn id="1629" idx="2"/>
          </p:cNvCxnSpPr>
          <p:nvPr/>
        </p:nvCxnSpPr>
        <p:spPr>
          <a:xfrm flipV="1">
            <a:off x="10868326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3" name="直接连接符 2042">
            <a:extLst>
              <a:ext uri="{FF2B5EF4-FFF2-40B4-BE49-F238E27FC236}">
                <a16:creationId xmlns:a16="http://schemas.microsoft.com/office/drawing/2014/main" id="{98AF7F43-CFB5-43AD-AD3C-53FA2DD74CE1}"/>
              </a:ext>
            </a:extLst>
          </p:cNvPr>
          <p:cNvCxnSpPr>
            <a:cxnSpLocks/>
            <a:stCxn id="2013" idx="0"/>
            <a:endCxn id="1630" idx="2"/>
          </p:cNvCxnSpPr>
          <p:nvPr/>
        </p:nvCxnSpPr>
        <p:spPr>
          <a:xfrm flipV="1">
            <a:off x="11336360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4" name="直接连接符 2043">
            <a:extLst>
              <a:ext uri="{FF2B5EF4-FFF2-40B4-BE49-F238E27FC236}">
                <a16:creationId xmlns:a16="http://schemas.microsoft.com/office/drawing/2014/main" id="{62DBFC22-7E0E-421B-8059-A37F3D832117}"/>
              </a:ext>
            </a:extLst>
          </p:cNvPr>
          <p:cNvCxnSpPr>
            <a:cxnSpLocks/>
            <a:stCxn id="2013" idx="1"/>
            <a:endCxn id="1629" idx="2"/>
          </p:cNvCxnSpPr>
          <p:nvPr/>
        </p:nvCxnSpPr>
        <p:spPr>
          <a:xfrm flipH="1" flipV="1">
            <a:off x="10868326" y="4616450"/>
            <a:ext cx="417122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5" name="直接连接符 2044">
            <a:extLst>
              <a:ext uri="{FF2B5EF4-FFF2-40B4-BE49-F238E27FC236}">
                <a16:creationId xmlns:a16="http://schemas.microsoft.com/office/drawing/2014/main" id="{F8F4BD81-15B6-4716-914C-69981FEFC610}"/>
              </a:ext>
            </a:extLst>
          </p:cNvPr>
          <p:cNvCxnSpPr>
            <a:cxnSpLocks/>
            <a:stCxn id="2012" idx="7"/>
            <a:endCxn id="1630" idx="2"/>
          </p:cNvCxnSpPr>
          <p:nvPr/>
        </p:nvCxnSpPr>
        <p:spPr>
          <a:xfrm flipV="1">
            <a:off x="10919238" y="4616450"/>
            <a:ext cx="417122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6" name="直接连接符 2045">
            <a:extLst>
              <a:ext uri="{FF2B5EF4-FFF2-40B4-BE49-F238E27FC236}">
                <a16:creationId xmlns:a16="http://schemas.microsoft.com/office/drawing/2014/main" id="{382C8F5E-C8DE-4121-91C0-B7607936ABA8}"/>
              </a:ext>
            </a:extLst>
          </p:cNvPr>
          <p:cNvCxnSpPr>
            <a:cxnSpLocks/>
            <a:stCxn id="2004" idx="0"/>
            <a:endCxn id="1582" idx="2"/>
          </p:cNvCxnSpPr>
          <p:nvPr/>
        </p:nvCxnSpPr>
        <p:spPr>
          <a:xfrm flipV="1">
            <a:off x="7142380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7" name="直接连接符 2046">
            <a:extLst>
              <a:ext uri="{FF2B5EF4-FFF2-40B4-BE49-F238E27FC236}">
                <a16:creationId xmlns:a16="http://schemas.microsoft.com/office/drawing/2014/main" id="{4DB67483-5101-42A8-B49B-B8B4B0C0AE07}"/>
              </a:ext>
            </a:extLst>
          </p:cNvPr>
          <p:cNvCxnSpPr>
            <a:cxnSpLocks/>
            <a:stCxn id="2005" idx="0"/>
            <a:endCxn id="1583" idx="2"/>
          </p:cNvCxnSpPr>
          <p:nvPr/>
        </p:nvCxnSpPr>
        <p:spPr>
          <a:xfrm flipV="1">
            <a:off x="7574351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直接连接符 2047">
            <a:extLst>
              <a:ext uri="{FF2B5EF4-FFF2-40B4-BE49-F238E27FC236}">
                <a16:creationId xmlns:a16="http://schemas.microsoft.com/office/drawing/2014/main" id="{73D41BD9-4626-4AC7-A5E9-7D1EEF65E19D}"/>
              </a:ext>
            </a:extLst>
          </p:cNvPr>
          <p:cNvCxnSpPr>
            <a:cxnSpLocks/>
            <a:stCxn id="2005" idx="1"/>
            <a:endCxn id="1582" idx="2"/>
          </p:cNvCxnSpPr>
          <p:nvPr/>
        </p:nvCxnSpPr>
        <p:spPr>
          <a:xfrm flipH="1" flipV="1">
            <a:off x="7142380" y="4616450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直接连接符 2048">
            <a:extLst>
              <a:ext uri="{FF2B5EF4-FFF2-40B4-BE49-F238E27FC236}">
                <a16:creationId xmlns:a16="http://schemas.microsoft.com/office/drawing/2014/main" id="{3D7FFF11-C7C0-49C1-B92A-FBD2A7987130}"/>
              </a:ext>
            </a:extLst>
          </p:cNvPr>
          <p:cNvCxnSpPr>
            <a:cxnSpLocks/>
            <a:stCxn id="2004" idx="7"/>
            <a:endCxn id="1583" idx="2"/>
          </p:cNvCxnSpPr>
          <p:nvPr/>
        </p:nvCxnSpPr>
        <p:spPr>
          <a:xfrm flipV="1">
            <a:off x="7193292" y="4616450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直接连接符 2049">
            <a:extLst>
              <a:ext uri="{FF2B5EF4-FFF2-40B4-BE49-F238E27FC236}">
                <a16:creationId xmlns:a16="http://schemas.microsoft.com/office/drawing/2014/main" id="{5E0C7714-33CD-4394-A29B-32C93A12D2BD}"/>
              </a:ext>
            </a:extLst>
          </p:cNvPr>
          <p:cNvCxnSpPr>
            <a:cxnSpLocks/>
            <a:stCxn id="2006" idx="0"/>
            <a:endCxn id="1584" idx="2"/>
          </p:cNvCxnSpPr>
          <p:nvPr/>
        </p:nvCxnSpPr>
        <p:spPr>
          <a:xfrm flipV="1">
            <a:off x="8006401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" name="直接连接符 2050">
            <a:extLst>
              <a:ext uri="{FF2B5EF4-FFF2-40B4-BE49-F238E27FC236}">
                <a16:creationId xmlns:a16="http://schemas.microsoft.com/office/drawing/2014/main" id="{A8E25A52-C67F-43B9-86CA-D2216126AA3C}"/>
              </a:ext>
            </a:extLst>
          </p:cNvPr>
          <p:cNvCxnSpPr>
            <a:cxnSpLocks/>
            <a:stCxn id="2007" idx="0"/>
            <a:endCxn id="1585" idx="2"/>
          </p:cNvCxnSpPr>
          <p:nvPr/>
        </p:nvCxnSpPr>
        <p:spPr>
          <a:xfrm flipV="1">
            <a:off x="8438401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2" name="直接连接符 2051">
            <a:extLst>
              <a:ext uri="{FF2B5EF4-FFF2-40B4-BE49-F238E27FC236}">
                <a16:creationId xmlns:a16="http://schemas.microsoft.com/office/drawing/2014/main" id="{5CC8DACA-1965-4D27-83DC-E42138687A18}"/>
              </a:ext>
            </a:extLst>
          </p:cNvPr>
          <p:cNvCxnSpPr>
            <a:cxnSpLocks/>
            <a:stCxn id="2007" idx="1"/>
            <a:endCxn id="1584" idx="2"/>
          </p:cNvCxnSpPr>
          <p:nvPr/>
        </p:nvCxnSpPr>
        <p:spPr>
          <a:xfrm flipH="1" flipV="1">
            <a:off x="8006401" y="4616450"/>
            <a:ext cx="38108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3" name="直接连接符 2052">
            <a:extLst>
              <a:ext uri="{FF2B5EF4-FFF2-40B4-BE49-F238E27FC236}">
                <a16:creationId xmlns:a16="http://schemas.microsoft.com/office/drawing/2014/main" id="{5E265A30-A57D-49E6-ACE5-7F2B7C5DC2CC}"/>
              </a:ext>
            </a:extLst>
          </p:cNvPr>
          <p:cNvCxnSpPr>
            <a:cxnSpLocks/>
            <a:stCxn id="2006" idx="7"/>
            <a:endCxn id="1585" idx="2"/>
          </p:cNvCxnSpPr>
          <p:nvPr/>
        </p:nvCxnSpPr>
        <p:spPr>
          <a:xfrm flipV="1">
            <a:off x="8057313" y="4616450"/>
            <a:ext cx="38108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直接连接符 2053">
            <a:extLst>
              <a:ext uri="{FF2B5EF4-FFF2-40B4-BE49-F238E27FC236}">
                <a16:creationId xmlns:a16="http://schemas.microsoft.com/office/drawing/2014/main" id="{FA2D1842-0A82-483D-8EE7-A29FDC6CF010}"/>
              </a:ext>
            </a:extLst>
          </p:cNvPr>
          <p:cNvCxnSpPr>
            <a:cxnSpLocks/>
            <a:stCxn id="2008" idx="0"/>
            <a:endCxn id="1606" idx="2"/>
          </p:cNvCxnSpPr>
          <p:nvPr/>
        </p:nvCxnSpPr>
        <p:spPr>
          <a:xfrm flipV="1">
            <a:off x="9014352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直接连接符 2054">
            <a:extLst>
              <a:ext uri="{FF2B5EF4-FFF2-40B4-BE49-F238E27FC236}">
                <a16:creationId xmlns:a16="http://schemas.microsoft.com/office/drawing/2014/main" id="{E83BC248-7EE5-46A9-BB93-0E117870B003}"/>
              </a:ext>
            </a:extLst>
          </p:cNvPr>
          <p:cNvCxnSpPr>
            <a:cxnSpLocks/>
            <a:stCxn id="2009" idx="0"/>
            <a:endCxn id="1607" idx="2"/>
          </p:cNvCxnSpPr>
          <p:nvPr/>
        </p:nvCxnSpPr>
        <p:spPr>
          <a:xfrm flipV="1">
            <a:off x="9446323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6" name="直接连接符 2055">
            <a:extLst>
              <a:ext uri="{FF2B5EF4-FFF2-40B4-BE49-F238E27FC236}">
                <a16:creationId xmlns:a16="http://schemas.microsoft.com/office/drawing/2014/main" id="{96925E2A-F122-48BC-9E57-234A4B21B298}"/>
              </a:ext>
            </a:extLst>
          </p:cNvPr>
          <p:cNvCxnSpPr>
            <a:cxnSpLocks/>
            <a:stCxn id="2009" idx="1"/>
            <a:endCxn id="1606" idx="2"/>
          </p:cNvCxnSpPr>
          <p:nvPr/>
        </p:nvCxnSpPr>
        <p:spPr>
          <a:xfrm flipH="1" flipV="1">
            <a:off x="9014352" y="4616450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直接连接符 2056">
            <a:extLst>
              <a:ext uri="{FF2B5EF4-FFF2-40B4-BE49-F238E27FC236}">
                <a16:creationId xmlns:a16="http://schemas.microsoft.com/office/drawing/2014/main" id="{1F000E81-7204-4160-BEA5-7E4A396F0A8C}"/>
              </a:ext>
            </a:extLst>
          </p:cNvPr>
          <p:cNvCxnSpPr>
            <a:cxnSpLocks/>
            <a:stCxn id="2008" idx="7"/>
            <a:endCxn id="1607" idx="2"/>
          </p:cNvCxnSpPr>
          <p:nvPr/>
        </p:nvCxnSpPr>
        <p:spPr>
          <a:xfrm flipV="1">
            <a:off x="9065264" y="4616450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直接连接符 2057">
            <a:extLst>
              <a:ext uri="{FF2B5EF4-FFF2-40B4-BE49-F238E27FC236}">
                <a16:creationId xmlns:a16="http://schemas.microsoft.com/office/drawing/2014/main" id="{7F5E9EF5-B9EA-4190-BB3B-53720EC8D16D}"/>
              </a:ext>
            </a:extLst>
          </p:cNvPr>
          <p:cNvCxnSpPr>
            <a:cxnSpLocks/>
            <a:stCxn id="2011" idx="0"/>
            <a:endCxn id="1609" idx="2"/>
          </p:cNvCxnSpPr>
          <p:nvPr/>
        </p:nvCxnSpPr>
        <p:spPr>
          <a:xfrm flipV="1">
            <a:off x="10310373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直接连接符 2058">
            <a:extLst>
              <a:ext uri="{FF2B5EF4-FFF2-40B4-BE49-F238E27FC236}">
                <a16:creationId xmlns:a16="http://schemas.microsoft.com/office/drawing/2014/main" id="{42817160-091C-47A5-880E-B494A74EEC90}"/>
              </a:ext>
            </a:extLst>
          </p:cNvPr>
          <p:cNvCxnSpPr>
            <a:cxnSpLocks/>
            <a:stCxn id="2010" idx="7"/>
            <a:endCxn id="1609" idx="2"/>
          </p:cNvCxnSpPr>
          <p:nvPr/>
        </p:nvCxnSpPr>
        <p:spPr>
          <a:xfrm flipV="1">
            <a:off x="9929285" y="4616450"/>
            <a:ext cx="38108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0" name="直接连接符 2059">
            <a:extLst>
              <a:ext uri="{FF2B5EF4-FFF2-40B4-BE49-F238E27FC236}">
                <a16:creationId xmlns:a16="http://schemas.microsoft.com/office/drawing/2014/main" id="{CC5B8A41-D4E9-45C0-AD2F-7E15119C3FD7}"/>
              </a:ext>
            </a:extLst>
          </p:cNvPr>
          <p:cNvCxnSpPr>
            <a:cxnSpLocks/>
            <a:stCxn id="2011" idx="1"/>
            <a:endCxn id="1608" idx="2"/>
          </p:cNvCxnSpPr>
          <p:nvPr/>
        </p:nvCxnSpPr>
        <p:spPr>
          <a:xfrm flipH="1" flipV="1">
            <a:off x="9878373" y="4616450"/>
            <a:ext cx="38108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直接连接符 2060">
            <a:extLst>
              <a:ext uri="{FF2B5EF4-FFF2-40B4-BE49-F238E27FC236}">
                <a16:creationId xmlns:a16="http://schemas.microsoft.com/office/drawing/2014/main" id="{3ED697D5-4236-42F8-9FB3-084DCAB22833}"/>
              </a:ext>
            </a:extLst>
          </p:cNvPr>
          <p:cNvCxnSpPr>
            <a:cxnSpLocks/>
            <a:stCxn id="2010" idx="0"/>
            <a:endCxn id="1608" idx="2"/>
          </p:cNvCxnSpPr>
          <p:nvPr/>
        </p:nvCxnSpPr>
        <p:spPr>
          <a:xfrm flipV="1">
            <a:off x="9878373" y="4616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直接连接符 2061">
            <a:extLst>
              <a:ext uri="{FF2B5EF4-FFF2-40B4-BE49-F238E27FC236}">
                <a16:creationId xmlns:a16="http://schemas.microsoft.com/office/drawing/2014/main" id="{E60D074C-1232-44A9-AE49-8356EF949113}"/>
              </a:ext>
            </a:extLst>
          </p:cNvPr>
          <p:cNvCxnSpPr>
            <a:cxnSpLocks/>
            <a:stCxn id="2004" idx="6"/>
            <a:endCxn id="2005" idx="2"/>
          </p:cNvCxnSpPr>
          <p:nvPr/>
        </p:nvCxnSpPr>
        <p:spPr>
          <a:xfrm>
            <a:off x="7214380" y="4940450"/>
            <a:ext cx="28797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直接连接符 2062">
            <a:extLst>
              <a:ext uri="{FF2B5EF4-FFF2-40B4-BE49-F238E27FC236}">
                <a16:creationId xmlns:a16="http://schemas.microsoft.com/office/drawing/2014/main" id="{32BE2396-E9BB-4DEC-B689-2064CF4349CE}"/>
              </a:ext>
            </a:extLst>
          </p:cNvPr>
          <p:cNvCxnSpPr>
            <a:cxnSpLocks/>
            <a:stCxn id="2006" idx="6"/>
            <a:endCxn id="2007" idx="2"/>
          </p:cNvCxnSpPr>
          <p:nvPr/>
        </p:nvCxnSpPr>
        <p:spPr>
          <a:xfrm>
            <a:off x="8078401" y="4940450"/>
            <a:ext cx="28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直接连接符 2063">
            <a:extLst>
              <a:ext uri="{FF2B5EF4-FFF2-40B4-BE49-F238E27FC236}">
                <a16:creationId xmlns:a16="http://schemas.microsoft.com/office/drawing/2014/main" id="{C9FC531E-4DFA-454B-B5DC-71BE1BE04FB9}"/>
              </a:ext>
            </a:extLst>
          </p:cNvPr>
          <p:cNvCxnSpPr>
            <a:cxnSpLocks/>
            <a:stCxn id="2008" idx="6"/>
            <a:endCxn id="2009" idx="2"/>
          </p:cNvCxnSpPr>
          <p:nvPr/>
        </p:nvCxnSpPr>
        <p:spPr>
          <a:xfrm>
            <a:off x="9086352" y="4940450"/>
            <a:ext cx="28797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直接连接符 2064">
            <a:extLst>
              <a:ext uri="{FF2B5EF4-FFF2-40B4-BE49-F238E27FC236}">
                <a16:creationId xmlns:a16="http://schemas.microsoft.com/office/drawing/2014/main" id="{A2D8ABEC-66E6-43E1-9C20-1753AD22A7BD}"/>
              </a:ext>
            </a:extLst>
          </p:cNvPr>
          <p:cNvCxnSpPr>
            <a:cxnSpLocks/>
            <a:stCxn id="2010" idx="6"/>
            <a:endCxn id="2011" idx="2"/>
          </p:cNvCxnSpPr>
          <p:nvPr/>
        </p:nvCxnSpPr>
        <p:spPr>
          <a:xfrm>
            <a:off x="9950373" y="4940450"/>
            <a:ext cx="28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直接连接符 2065">
            <a:extLst>
              <a:ext uri="{FF2B5EF4-FFF2-40B4-BE49-F238E27FC236}">
                <a16:creationId xmlns:a16="http://schemas.microsoft.com/office/drawing/2014/main" id="{F28C7DC6-73E3-4E41-8E7D-BEC76F1F308B}"/>
              </a:ext>
            </a:extLst>
          </p:cNvPr>
          <p:cNvCxnSpPr>
            <a:cxnSpLocks/>
            <a:stCxn id="2005" idx="6"/>
            <a:endCxn id="2006" idx="2"/>
          </p:cNvCxnSpPr>
          <p:nvPr/>
        </p:nvCxnSpPr>
        <p:spPr>
          <a:xfrm>
            <a:off x="7646351" y="4940450"/>
            <a:ext cx="28805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直接连接符 2066">
            <a:extLst>
              <a:ext uri="{FF2B5EF4-FFF2-40B4-BE49-F238E27FC236}">
                <a16:creationId xmlns:a16="http://schemas.microsoft.com/office/drawing/2014/main" id="{BF7D98AF-E259-46C9-B344-2C327D918D51}"/>
              </a:ext>
            </a:extLst>
          </p:cNvPr>
          <p:cNvCxnSpPr>
            <a:cxnSpLocks/>
            <a:stCxn id="2009" idx="6"/>
            <a:endCxn id="2010" idx="2"/>
          </p:cNvCxnSpPr>
          <p:nvPr/>
        </p:nvCxnSpPr>
        <p:spPr>
          <a:xfrm>
            <a:off x="9518323" y="4940450"/>
            <a:ext cx="28805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8" name="直接连接符 2067">
            <a:extLst>
              <a:ext uri="{FF2B5EF4-FFF2-40B4-BE49-F238E27FC236}">
                <a16:creationId xmlns:a16="http://schemas.microsoft.com/office/drawing/2014/main" id="{BCE23EC7-42E1-423A-903E-9FBBF1E6247F}"/>
              </a:ext>
            </a:extLst>
          </p:cNvPr>
          <p:cNvCxnSpPr>
            <a:cxnSpLocks/>
            <a:stCxn id="1497" idx="0"/>
            <a:endCxn id="2004" idx="4"/>
          </p:cNvCxnSpPr>
          <p:nvPr/>
        </p:nvCxnSpPr>
        <p:spPr>
          <a:xfrm flipV="1">
            <a:off x="7142380" y="5012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直接连接符 2068">
            <a:extLst>
              <a:ext uri="{FF2B5EF4-FFF2-40B4-BE49-F238E27FC236}">
                <a16:creationId xmlns:a16="http://schemas.microsoft.com/office/drawing/2014/main" id="{126591CF-6614-4E2D-BBDE-6E4205F3F69B}"/>
              </a:ext>
            </a:extLst>
          </p:cNvPr>
          <p:cNvCxnSpPr>
            <a:cxnSpLocks/>
            <a:stCxn id="1498" idx="0"/>
            <a:endCxn id="2004" idx="5"/>
          </p:cNvCxnSpPr>
          <p:nvPr/>
        </p:nvCxnSpPr>
        <p:spPr>
          <a:xfrm flipH="1" flipV="1">
            <a:off x="7193292" y="4991362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直接连接符 2069">
            <a:extLst>
              <a:ext uri="{FF2B5EF4-FFF2-40B4-BE49-F238E27FC236}">
                <a16:creationId xmlns:a16="http://schemas.microsoft.com/office/drawing/2014/main" id="{D05EF470-A400-455F-BB4D-49DA4000948B}"/>
              </a:ext>
            </a:extLst>
          </p:cNvPr>
          <p:cNvCxnSpPr>
            <a:cxnSpLocks/>
            <a:stCxn id="1499" idx="0"/>
            <a:endCxn id="2006" idx="4"/>
          </p:cNvCxnSpPr>
          <p:nvPr/>
        </p:nvCxnSpPr>
        <p:spPr>
          <a:xfrm flipV="1">
            <a:off x="8006401" y="5012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直接连接符 2070">
            <a:extLst>
              <a:ext uri="{FF2B5EF4-FFF2-40B4-BE49-F238E27FC236}">
                <a16:creationId xmlns:a16="http://schemas.microsoft.com/office/drawing/2014/main" id="{5BE9510E-1420-428A-94EF-63496AFEAEF6}"/>
              </a:ext>
            </a:extLst>
          </p:cNvPr>
          <p:cNvCxnSpPr>
            <a:cxnSpLocks/>
            <a:stCxn id="1498" idx="0"/>
            <a:endCxn id="2005" idx="4"/>
          </p:cNvCxnSpPr>
          <p:nvPr/>
        </p:nvCxnSpPr>
        <p:spPr>
          <a:xfrm flipV="1">
            <a:off x="7574351" y="5012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直接连接符 2071">
            <a:extLst>
              <a:ext uri="{FF2B5EF4-FFF2-40B4-BE49-F238E27FC236}">
                <a16:creationId xmlns:a16="http://schemas.microsoft.com/office/drawing/2014/main" id="{6C9C53DF-DB64-4AEB-88DB-BFB5ABD2E9DE}"/>
              </a:ext>
            </a:extLst>
          </p:cNvPr>
          <p:cNvCxnSpPr>
            <a:cxnSpLocks/>
            <a:stCxn id="1497" idx="0"/>
            <a:endCxn id="2005" idx="3"/>
          </p:cNvCxnSpPr>
          <p:nvPr/>
        </p:nvCxnSpPr>
        <p:spPr>
          <a:xfrm flipV="1">
            <a:off x="7142380" y="4991362"/>
            <a:ext cx="38105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3" name="直接连接符 2072">
            <a:extLst>
              <a:ext uri="{FF2B5EF4-FFF2-40B4-BE49-F238E27FC236}">
                <a16:creationId xmlns:a16="http://schemas.microsoft.com/office/drawing/2014/main" id="{95EAC850-BFB5-47F4-93C7-7B1F16BB37C0}"/>
              </a:ext>
            </a:extLst>
          </p:cNvPr>
          <p:cNvCxnSpPr>
            <a:cxnSpLocks/>
            <a:stCxn id="1500" idx="0"/>
            <a:endCxn id="2006" idx="5"/>
          </p:cNvCxnSpPr>
          <p:nvPr/>
        </p:nvCxnSpPr>
        <p:spPr>
          <a:xfrm flipH="1" flipV="1">
            <a:off x="8057313" y="4991362"/>
            <a:ext cx="38108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直接连接符 2073">
            <a:extLst>
              <a:ext uri="{FF2B5EF4-FFF2-40B4-BE49-F238E27FC236}">
                <a16:creationId xmlns:a16="http://schemas.microsoft.com/office/drawing/2014/main" id="{6FF850D8-D507-4B56-BECB-F4EF779CB530}"/>
              </a:ext>
            </a:extLst>
          </p:cNvPr>
          <p:cNvCxnSpPr>
            <a:cxnSpLocks/>
            <a:stCxn id="1499" idx="0"/>
            <a:endCxn id="2007" idx="3"/>
          </p:cNvCxnSpPr>
          <p:nvPr/>
        </p:nvCxnSpPr>
        <p:spPr>
          <a:xfrm flipV="1">
            <a:off x="8006401" y="4991362"/>
            <a:ext cx="38108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直接连接符 2074">
            <a:extLst>
              <a:ext uri="{FF2B5EF4-FFF2-40B4-BE49-F238E27FC236}">
                <a16:creationId xmlns:a16="http://schemas.microsoft.com/office/drawing/2014/main" id="{8DA49AC2-C6B3-4494-9143-1AB2034D1402}"/>
              </a:ext>
            </a:extLst>
          </p:cNvPr>
          <p:cNvCxnSpPr>
            <a:cxnSpLocks/>
            <a:stCxn id="1500" idx="0"/>
            <a:endCxn id="2007" idx="4"/>
          </p:cNvCxnSpPr>
          <p:nvPr/>
        </p:nvCxnSpPr>
        <p:spPr>
          <a:xfrm flipV="1">
            <a:off x="8438401" y="5012450"/>
            <a:ext cx="0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6" name="直接连接符 2075">
            <a:extLst>
              <a:ext uri="{FF2B5EF4-FFF2-40B4-BE49-F238E27FC236}">
                <a16:creationId xmlns:a16="http://schemas.microsoft.com/office/drawing/2014/main" id="{319169E1-6BA3-4590-A5DC-37E740887B41}"/>
              </a:ext>
            </a:extLst>
          </p:cNvPr>
          <p:cNvCxnSpPr>
            <a:cxnSpLocks/>
            <a:stCxn id="1501" idx="0"/>
            <a:endCxn id="2008" idx="4"/>
          </p:cNvCxnSpPr>
          <p:nvPr/>
        </p:nvCxnSpPr>
        <p:spPr>
          <a:xfrm flipV="1">
            <a:off x="9014351" y="5012450"/>
            <a:ext cx="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直接连接符 2076">
            <a:extLst>
              <a:ext uri="{FF2B5EF4-FFF2-40B4-BE49-F238E27FC236}">
                <a16:creationId xmlns:a16="http://schemas.microsoft.com/office/drawing/2014/main" id="{33C565CF-9C99-42F6-8F48-30B555E3EAA6}"/>
              </a:ext>
            </a:extLst>
          </p:cNvPr>
          <p:cNvCxnSpPr>
            <a:cxnSpLocks/>
            <a:stCxn id="1502" idx="0"/>
            <a:endCxn id="2009" idx="4"/>
          </p:cNvCxnSpPr>
          <p:nvPr/>
        </p:nvCxnSpPr>
        <p:spPr>
          <a:xfrm flipV="1">
            <a:off x="9446322" y="5012450"/>
            <a:ext cx="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8" name="直接连接符 2077">
            <a:extLst>
              <a:ext uri="{FF2B5EF4-FFF2-40B4-BE49-F238E27FC236}">
                <a16:creationId xmlns:a16="http://schemas.microsoft.com/office/drawing/2014/main" id="{26A34B96-EE34-4466-B590-EC2086C2EB60}"/>
              </a:ext>
            </a:extLst>
          </p:cNvPr>
          <p:cNvCxnSpPr>
            <a:cxnSpLocks/>
            <a:stCxn id="1503" idx="0"/>
            <a:endCxn id="2010" idx="4"/>
          </p:cNvCxnSpPr>
          <p:nvPr/>
        </p:nvCxnSpPr>
        <p:spPr>
          <a:xfrm flipV="1">
            <a:off x="9878372" y="5012450"/>
            <a:ext cx="1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9" name="直接连接符 2078">
            <a:extLst>
              <a:ext uri="{FF2B5EF4-FFF2-40B4-BE49-F238E27FC236}">
                <a16:creationId xmlns:a16="http://schemas.microsoft.com/office/drawing/2014/main" id="{ECF28017-F0C1-4FE3-BF79-B4507492582D}"/>
              </a:ext>
            </a:extLst>
          </p:cNvPr>
          <p:cNvCxnSpPr>
            <a:cxnSpLocks/>
            <a:stCxn id="1504" idx="0"/>
            <a:endCxn id="2011" idx="4"/>
          </p:cNvCxnSpPr>
          <p:nvPr/>
        </p:nvCxnSpPr>
        <p:spPr>
          <a:xfrm flipH="1" flipV="1">
            <a:off x="10310373" y="5012450"/>
            <a:ext cx="27" cy="252000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直接连接符 2079">
            <a:extLst>
              <a:ext uri="{FF2B5EF4-FFF2-40B4-BE49-F238E27FC236}">
                <a16:creationId xmlns:a16="http://schemas.microsoft.com/office/drawing/2014/main" id="{D4035D75-D75E-4CF6-9CD3-2990A76F085F}"/>
              </a:ext>
            </a:extLst>
          </p:cNvPr>
          <p:cNvCxnSpPr>
            <a:cxnSpLocks/>
            <a:stCxn id="1502" idx="0"/>
            <a:endCxn id="2008" idx="5"/>
          </p:cNvCxnSpPr>
          <p:nvPr/>
        </p:nvCxnSpPr>
        <p:spPr>
          <a:xfrm flipH="1" flipV="1">
            <a:off x="9065264" y="4991362"/>
            <a:ext cx="381058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1" name="直接连接符 2080">
            <a:extLst>
              <a:ext uri="{FF2B5EF4-FFF2-40B4-BE49-F238E27FC236}">
                <a16:creationId xmlns:a16="http://schemas.microsoft.com/office/drawing/2014/main" id="{A37565A3-4358-4EB0-BFE6-174C713511B9}"/>
              </a:ext>
            </a:extLst>
          </p:cNvPr>
          <p:cNvCxnSpPr>
            <a:cxnSpLocks/>
            <a:stCxn id="1501" idx="0"/>
            <a:endCxn id="2009" idx="3"/>
          </p:cNvCxnSpPr>
          <p:nvPr/>
        </p:nvCxnSpPr>
        <p:spPr>
          <a:xfrm flipV="1">
            <a:off x="9014351" y="4991362"/>
            <a:ext cx="381060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直接连接符 2081">
            <a:extLst>
              <a:ext uri="{FF2B5EF4-FFF2-40B4-BE49-F238E27FC236}">
                <a16:creationId xmlns:a16="http://schemas.microsoft.com/office/drawing/2014/main" id="{869E1D8D-8A18-4146-B118-B527A48A4A50}"/>
              </a:ext>
            </a:extLst>
          </p:cNvPr>
          <p:cNvCxnSpPr>
            <a:cxnSpLocks/>
            <a:stCxn id="1504" idx="0"/>
            <a:endCxn id="2010" idx="5"/>
          </p:cNvCxnSpPr>
          <p:nvPr/>
        </p:nvCxnSpPr>
        <p:spPr>
          <a:xfrm flipH="1" flipV="1">
            <a:off x="9929285" y="4991362"/>
            <a:ext cx="381115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直接连接符 2082">
            <a:extLst>
              <a:ext uri="{FF2B5EF4-FFF2-40B4-BE49-F238E27FC236}">
                <a16:creationId xmlns:a16="http://schemas.microsoft.com/office/drawing/2014/main" id="{8A4B67EB-8ED9-4FD1-9639-E7C6AB12725E}"/>
              </a:ext>
            </a:extLst>
          </p:cNvPr>
          <p:cNvCxnSpPr>
            <a:cxnSpLocks/>
            <a:stCxn id="1503" idx="0"/>
            <a:endCxn id="2011" idx="3"/>
          </p:cNvCxnSpPr>
          <p:nvPr/>
        </p:nvCxnSpPr>
        <p:spPr>
          <a:xfrm flipV="1">
            <a:off x="9878372" y="4991362"/>
            <a:ext cx="381089" cy="273088"/>
          </a:xfrm>
          <a:prstGeom prst="line">
            <a:avLst/>
          </a:prstGeom>
          <a:ln w="3175"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4" name="Rectangle 507">
            <a:extLst>
              <a:ext uri="{FF2B5EF4-FFF2-40B4-BE49-F238E27FC236}">
                <a16:creationId xmlns:a16="http://schemas.microsoft.com/office/drawing/2014/main" id="{220222AF-DBA4-4DFA-8F51-120BE96FC346}"/>
              </a:ext>
            </a:extLst>
          </p:cNvPr>
          <p:cNvSpPr/>
          <p:nvPr/>
        </p:nvSpPr>
        <p:spPr>
          <a:xfrm>
            <a:off x="3938382" y="2168450"/>
            <a:ext cx="432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85" name="Rectangle 507">
            <a:extLst>
              <a:ext uri="{FF2B5EF4-FFF2-40B4-BE49-F238E27FC236}">
                <a16:creationId xmlns:a16="http://schemas.microsoft.com/office/drawing/2014/main" id="{4E9A2D26-A9DE-45C8-B920-EA98A8634445}"/>
              </a:ext>
            </a:extLst>
          </p:cNvPr>
          <p:cNvSpPr/>
          <p:nvPr/>
        </p:nvSpPr>
        <p:spPr>
          <a:xfrm>
            <a:off x="5666381" y="1987733"/>
            <a:ext cx="864000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86" name="Rectangle 507">
            <a:extLst>
              <a:ext uri="{FF2B5EF4-FFF2-40B4-BE49-F238E27FC236}">
                <a16:creationId xmlns:a16="http://schemas.microsoft.com/office/drawing/2014/main" id="{5C2782A6-4EC0-4931-BDEB-3E59CE335D4A}"/>
              </a:ext>
            </a:extLst>
          </p:cNvPr>
          <p:cNvSpPr/>
          <p:nvPr/>
        </p:nvSpPr>
        <p:spPr>
          <a:xfrm>
            <a:off x="7826400" y="2168450"/>
            <a:ext cx="432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87" name="Rectangle 507">
            <a:extLst>
              <a:ext uri="{FF2B5EF4-FFF2-40B4-BE49-F238E27FC236}">
                <a16:creationId xmlns:a16="http://schemas.microsoft.com/office/drawing/2014/main" id="{9AB0171F-7B43-4A57-815D-98387748FCBA}"/>
              </a:ext>
            </a:extLst>
          </p:cNvPr>
          <p:cNvSpPr/>
          <p:nvPr/>
        </p:nvSpPr>
        <p:spPr>
          <a:xfrm>
            <a:off x="4262400" y="2996450"/>
            <a:ext cx="864000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88" name="Rectangle 507">
            <a:extLst>
              <a:ext uri="{FF2B5EF4-FFF2-40B4-BE49-F238E27FC236}">
                <a16:creationId xmlns:a16="http://schemas.microsoft.com/office/drawing/2014/main" id="{70405A2C-7419-46F3-B1EB-62259CBE06F0}"/>
              </a:ext>
            </a:extLst>
          </p:cNvPr>
          <p:cNvSpPr/>
          <p:nvPr/>
        </p:nvSpPr>
        <p:spPr>
          <a:xfrm>
            <a:off x="6634102" y="2996450"/>
            <a:ext cx="864000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89" name="Rectangle 507">
            <a:extLst>
              <a:ext uri="{FF2B5EF4-FFF2-40B4-BE49-F238E27FC236}">
                <a16:creationId xmlns:a16="http://schemas.microsoft.com/office/drawing/2014/main" id="{759A783A-F036-44D8-A12F-E336FF3DE7A5}"/>
              </a:ext>
            </a:extLst>
          </p:cNvPr>
          <p:cNvSpPr/>
          <p:nvPr/>
        </p:nvSpPr>
        <p:spPr>
          <a:xfrm>
            <a:off x="1167221" y="3644450"/>
            <a:ext cx="864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0" name="Rectangle 507">
            <a:extLst>
              <a:ext uri="{FF2B5EF4-FFF2-40B4-BE49-F238E27FC236}">
                <a16:creationId xmlns:a16="http://schemas.microsoft.com/office/drawing/2014/main" id="{B4CBCE01-AA9F-4695-8B2C-012F0AAEEBD5}"/>
              </a:ext>
            </a:extLst>
          </p:cNvPr>
          <p:cNvSpPr/>
          <p:nvPr/>
        </p:nvSpPr>
        <p:spPr>
          <a:xfrm>
            <a:off x="2858400" y="3644450"/>
            <a:ext cx="864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1" name="Rectangle 507">
            <a:extLst>
              <a:ext uri="{FF2B5EF4-FFF2-40B4-BE49-F238E27FC236}">
                <a16:creationId xmlns:a16="http://schemas.microsoft.com/office/drawing/2014/main" id="{F2401D22-FE42-4A89-A89B-D2D91974CDEF}"/>
              </a:ext>
            </a:extLst>
          </p:cNvPr>
          <p:cNvSpPr/>
          <p:nvPr/>
        </p:nvSpPr>
        <p:spPr>
          <a:xfrm>
            <a:off x="4512215" y="3644450"/>
            <a:ext cx="864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2" name="Rectangle 507">
            <a:extLst>
              <a:ext uri="{FF2B5EF4-FFF2-40B4-BE49-F238E27FC236}">
                <a16:creationId xmlns:a16="http://schemas.microsoft.com/office/drawing/2014/main" id="{B54E238E-87C7-41E7-B3F0-6FFA7D295800}"/>
              </a:ext>
            </a:extLst>
          </p:cNvPr>
          <p:cNvSpPr/>
          <p:nvPr/>
        </p:nvSpPr>
        <p:spPr>
          <a:xfrm>
            <a:off x="6962401" y="3680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3" name="Rectangle 507">
            <a:extLst>
              <a:ext uri="{FF2B5EF4-FFF2-40B4-BE49-F238E27FC236}">
                <a16:creationId xmlns:a16="http://schemas.microsoft.com/office/drawing/2014/main" id="{D510650A-4E3C-43B5-9136-C2A1BB7D95D5}"/>
              </a:ext>
            </a:extLst>
          </p:cNvPr>
          <p:cNvSpPr/>
          <p:nvPr/>
        </p:nvSpPr>
        <p:spPr>
          <a:xfrm>
            <a:off x="8620656" y="3680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4" name="Rectangle 507">
            <a:extLst>
              <a:ext uri="{FF2B5EF4-FFF2-40B4-BE49-F238E27FC236}">
                <a16:creationId xmlns:a16="http://schemas.microsoft.com/office/drawing/2014/main" id="{88FBA4FC-C1AC-48F5-82AA-B8EE84666B94}"/>
              </a:ext>
            </a:extLst>
          </p:cNvPr>
          <p:cNvSpPr/>
          <p:nvPr/>
        </p:nvSpPr>
        <p:spPr>
          <a:xfrm>
            <a:off x="10131667" y="3680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5" name="Rectangle 507">
            <a:extLst>
              <a:ext uri="{FF2B5EF4-FFF2-40B4-BE49-F238E27FC236}">
                <a16:creationId xmlns:a16="http://schemas.microsoft.com/office/drawing/2014/main" id="{D8DD8F3C-B5BA-474D-9DEC-D5C8877C1D7C}"/>
              </a:ext>
            </a:extLst>
          </p:cNvPr>
          <p:cNvSpPr/>
          <p:nvPr/>
        </p:nvSpPr>
        <p:spPr>
          <a:xfrm>
            <a:off x="7394350" y="4184450"/>
            <a:ext cx="791999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6" name="Rectangle 507">
            <a:extLst>
              <a:ext uri="{FF2B5EF4-FFF2-40B4-BE49-F238E27FC236}">
                <a16:creationId xmlns:a16="http://schemas.microsoft.com/office/drawing/2014/main" id="{859AF52D-A35B-4FCB-BBCF-E79CBA60F7C6}"/>
              </a:ext>
            </a:extLst>
          </p:cNvPr>
          <p:cNvSpPr/>
          <p:nvPr/>
        </p:nvSpPr>
        <p:spPr>
          <a:xfrm>
            <a:off x="9268056" y="4184450"/>
            <a:ext cx="791999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7" name="Rectangle 507">
            <a:extLst>
              <a:ext uri="{FF2B5EF4-FFF2-40B4-BE49-F238E27FC236}">
                <a16:creationId xmlns:a16="http://schemas.microsoft.com/office/drawing/2014/main" id="{20282C5E-F1CE-4BE8-91A2-9F08E95BA6E4}"/>
              </a:ext>
            </a:extLst>
          </p:cNvPr>
          <p:cNvSpPr/>
          <p:nvPr/>
        </p:nvSpPr>
        <p:spPr>
          <a:xfrm>
            <a:off x="10706249" y="4184450"/>
            <a:ext cx="791999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8" name="Rectangle 507">
            <a:extLst>
              <a:ext uri="{FF2B5EF4-FFF2-40B4-BE49-F238E27FC236}">
                <a16:creationId xmlns:a16="http://schemas.microsoft.com/office/drawing/2014/main" id="{E7263CC0-F71E-4D03-935B-F326BEE02B88}"/>
              </a:ext>
            </a:extLst>
          </p:cNvPr>
          <p:cNvSpPr/>
          <p:nvPr/>
        </p:nvSpPr>
        <p:spPr>
          <a:xfrm>
            <a:off x="2138352" y="4184450"/>
            <a:ext cx="791999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099" name="Rectangle 507">
            <a:extLst>
              <a:ext uri="{FF2B5EF4-FFF2-40B4-BE49-F238E27FC236}">
                <a16:creationId xmlns:a16="http://schemas.microsoft.com/office/drawing/2014/main" id="{63D15363-1668-44CA-BD25-F20861C04CD5}"/>
              </a:ext>
            </a:extLst>
          </p:cNvPr>
          <p:cNvSpPr/>
          <p:nvPr/>
        </p:nvSpPr>
        <p:spPr>
          <a:xfrm>
            <a:off x="697065" y="4184450"/>
            <a:ext cx="791999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0" name="Rectangle 507">
            <a:extLst>
              <a:ext uri="{FF2B5EF4-FFF2-40B4-BE49-F238E27FC236}">
                <a16:creationId xmlns:a16="http://schemas.microsoft.com/office/drawing/2014/main" id="{9A830170-B04D-4A63-A794-8E8BDAA2A829}"/>
              </a:ext>
            </a:extLst>
          </p:cNvPr>
          <p:cNvSpPr/>
          <p:nvPr/>
        </p:nvSpPr>
        <p:spPr>
          <a:xfrm>
            <a:off x="3578394" y="4184450"/>
            <a:ext cx="791999" cy="144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1" name="Rectangle 507">
            <a:extLst>
              <a:ext uri="{FF2B5EF4-FFF2-40B4-BE49-F238E27FC236}">
                <a16:creationId xmlns:a16="http://schemas.microsoft.com/office/drawing/2014/main" id="{5346E009-55C4-4DE3-B45D-09CF7004CAF3}"/>
              </a:ext>
            </a:extLst>
          </p:cNvPr>
          <p:cNvSpPr/>
          <p:nvPr/>
        </p:nvSpPr>
        <p:spPr>
          <a:xfrm>
            <a:off x="3681848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2" name="Rectangle 507">
            <a:extLst>
              <a:ext uri="{FF2B5EF4-FFF2-40B4-BE49-F238E27FC236}">
                <a16:creationId xmlns:a16="http://schemas.microsoft.com/office/drawing/2014/main" id="{DDE57940-13AA-4949-B993-E85B7B9D87B9}"/>
              </a:ext>
            </a:extLst>
          </p:cNvPr>
          <p:cNvSpPr/>
          <p:nvPr/>
        </p:nvSpPr>
        <p:spPr>
          <a:xfrm>
            <a:off x="2691823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3" name="Rectangle 507">
            <a:extLst>
              <a:ext uri="{FF2B5EF4-FFF2-40B4-BE49-F238E27FC236}">
                <a16:creationId xmlns:a16="http://schemas.microsoft.com/office/drawing/2014/main" id="{9BCC269A-3046-4CB3-AF98-998B33850A7C}"/>
              </a:ext>
            </a:extLst>
          </p:cNvPr>
          <p:cNvSpPr/>
          <p:nvPr/>
        </p:nvSpPr>
        <p:spPr>
          <a:xfrm>
            <a:off x="1811909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4" name="Rectangle 507">
            <a:extLst>
              <a:ext uri="{FF2B5EF4-FFF2-40B4-BE49-F238E27FC236}">
                <a16:creationId xmlns:a16="http://schemas.microsoft.com/office/drawing/2014/main" id="{450030A9-D961-4637-A9E7-4363ADFD1B2E}"/>
              </a:ext>
            </a:extLst>
          </p:cNvPr>
          <p:cNvSpPr/>
          <p:nvPr/>
        </p:nvSpPr>
        <p:spPr>
          <a:xfrm>
            <a:off x="7070400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5" name="Rectangle 507">
            <a:extLst>
              <a:ext uri="{FF2B5EF4-FFF2-40B4-BE49-F238E27FC236}">
                <a16:creationId xmlns:a16="http://schemas.microsoft.com/office/drawing/2014/main" id="{2D79F554-23AA-40A8-867C-9817D3DCC20D}"/>
              </a:ext>
            </a:extLst>
          </p:cNvPr>
          <p:cNvSpPr/>
          <p:nvPr/>
        </p:nvSpPr>
        <p:spPr>
          <a:xfrm>
            <a:off x="7929553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6" name="Rectangle 507">
            <a:extLst>
              <a:ext uri="{FF2B5EF4-FFF2-40B4-BE49-F238E27FC236}">
                <a16:creationId xmlns:a16="http://schemas.microsoft.com/office/drawing/2014/main" id="{480FA99A-83B3-4F75-849D-D0F9DAE85258}"/>
              </a:ext>
            </a:extLst>
          </p:cNvPr>
          <p:cNvSpPr/>
          <p:nvPr/>
        </p:nvSpPr>
        <p:spPr>
          <a:xfrm>
            <a:off x="8941611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7" name="Rectangle 507">
            <a:extLst>
              <a:ext uri="{FF2B5EF4-FFF2-40B4-BE49-F238E27FC236}">
                <a16:creationId xmlns:a16="http://schemas.microsoft.com/office/drawing/2014/main" id="{E28798D1-D059-4C47-AD3B-CC34454B3E0E}"/>
              </a:ext>
            </a:extLst>
          </p:cNvPr>
          <p:cNvSpPr/>
          <p:nvPr/>
        </p:nvSpPr>
        <p:spPr>
          <a:xfrm>
            <a:off x="9800764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8" name="Rectangle 507">
            <a:extLst>
              <a:ext uri="{FF2B5EF4-FFF2-40B4-BE49-F238E27FC236}">
                <a16:creationId xmlns:a16="http://schemas.microsoft.com/office/drawing/2014/main" id="{F414C540-D890-4C3F-8619-F7AB69CB2A9D}"/>
              </a:ext>
            </a:extLst>
          </p:cNvPr>
          <p:cNvSpPr/>
          <p:nvPr/>
        </p:nvSpPr>
        <p:spPr>
          <a:xfrm>
            <a:off x="10815667" y="4724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09" name="Rectangle 507">
            <a:extLst>
              <a:ext uri="{FF2B5EF4-FFF2-40B4-BE49-F238E27FC236}">
                <a16:creationId xmlns:a16="http://schemas.microsoft.com/office/drawing/2014/main" id="{630A2BFF-C4A7-4CE6-8C7A-E1F94965F7B8}"/>
              </a:ext>
            </a:extLst>
          </p:cNvPr>
          <p:cNvSpPr/>
          <p:nvPr/>
        </p:nvSpPr>
        <p:spPr>
          <a:xfrm>
            <a:off x="8941611" y="5120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10" name="Rectangle 507">
            <a:extLst>
              <a:ext uri="{FF2B5EF4-FFF2-40B4-BE49-F238E27FC236}">
                <a16:creationId xmlns:a16="http://schemas.microsoft.com/office/drawing/2014/main" id="{E055A310-A68C-4404-A9FF-C70C6161525E}"/>
              </a:ext>
            </a:extLst>
          </p:cNvPr>
          <p:cNvSpPr/>
          <p:nvPr/>
        </p:nvSpPr>
        <p:spPr>
          <a:xfrm>
            <a:off x="9800764" y="5120450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11" name="Rectangle 507">
            <a:extLst>
              <a:ext uri="{FF2B5EF4-FFF2-40B4-BE49-F238E27FC236}">
                <a16:creationId xmlns:a16="http://schemas.microsoft.com/office/drawing/2014/main" id="{5EA819B7-DA57-4B2E-95EC-661283BD8BD5}"/>
              </a:ext>
            </a:extLst>
          </p:cNvPr>
          <p:cNvSpPr/>
          <p:nvPr/>
        </p:nvSpPr>
        <p:spPr>
          <a:xfrm>
            <a:off x="7862385" y="5588450"/>
            <a:ext cx="1728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12" name="Rectangle 507">
            <a:extLst>
              <a:ext uri="{FF2B5EF4-FFF2-40B4-BE49-F238E27FC236}">
                <a16:creationId xmlns:a16="http://schemas.microsoft.com/office/drawing/2014/main" id="{057DA4D6-8CB7-440C-985A-2E0563DD530F}"/>
              </a:ext>
            </a:extLst>
          </p:cNvPr>
          <p:cNvSpPr/>
          <p:nvPr/>
        </p:nvSpPr>
        <p:spPr>
          <a:xfrm>
            <a:off x="2138402" y="5588450"/>
            <a:ext cx="792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13" name="Rectangle 507">
            <a:extLst>
              <a:ext uri="{FF2B5EF4-FFF2-40B4-BE49-F238E27FC236}">
                <a16:creationId xmlns:a16="http://schemas.microsoft.com/office/drawing/2014/main" id="{42429385-C597-454C-8620-E269CBBE2AD6}"/>
              </a:ext>
            </a:extLst>
          </p:cNvPr>
          <p:cNvSpPr/>
          <p:nvPr/>
        </p:nvSpPr>
        <p:spPr>
          <a:xfrm>
            <a:off x="697064" y="5588450"/>
            <a:ext cx="792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cxnSp>
        <p:nvCxnSpPr>
          <p:cNvPr id="2114" name="连接符: 肘形 2113">
            <a:extLst>
              <a:ext uri="{FF2B5EF4-FFF2-40B4-BE49-F238E27FC236}">
                <a16:creationId xmlns:a16="http://schemas.microsoft.com/office/drawing/2014/main" id="{AE0B8371-1D4A-46C6-8AE1-27A085A59822}"/>
              </a:ext>
            </a:extLst>
          </p:cNvPr>
          <p:cNvCxnSpPr>
            <a:stCxn id="1650" idx="2"/>
            <a:endCxn id="1639" idx="2"/>
          </p:cNvCxnSpPr>
          <p:nvPr/>
        </p:nvCxnSpPr>
        <p:spPr>
          <a:xfrm rot="16200000" flipH="1">
            <a:off x="5666400" y="3194450"/>
            <a:ext cx="12700" cy="1836000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5" name="直接连接符 2114">
            <a:extLst>
              <a:ext uri="{FF2B5EF4-FFF2-40B4-BE49-F238E27FC236}">
                <a16:creationId xmlns:a16="http://schemas.microsoft.com/office/drawing/2014/main" id="{41390938-5614-4AA3-92B9-668B66488721}"/>
              </a:ext>
            </a:extLst>
          </p:cNvPr>
          <p:cNvCxnSpPr>
            <a:stCxn id="1651" idx="2"/>
          </p:cNvCxnSpPr>
          <p:nvPr/>
        </p:nvCxnSpPr>
        <p:spPr>
          <a:xfrm>
            <a:off x="5216454" y="4112450"/>
            <a:ext cx="0" cy="21600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直接连接符 2115">
            <a:extLst>
              <a:ext uri="{FF2B5EF4-FFF2-40B4-BE49-F238E27FC236}">
                <a16:creationId xmlns:a16="http://schemas.microsoft.com/office/drawing/2014/main" id="{165E954D-F3CE-48E1-B3C4-ABF33CB2511B}"/>
              </a:ext>
            </a:extLst>
          </p:cNvPr>
          <p:cNvCxnSpPr>
            <a:cxnSpLocks/>
            <a:stCxn id="1638" idx="2"/>
          </p:cNvCxnSpPr>
          <p:nvPr/>
        </p:nvCxnSpPr>
        <p:spPr>
          <a:xfrm>
            <a:off x="6116346" y="4112450"/>
            <a:ext cx="0" cy="21600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7" name="Rectangle 507">
            <a:extLst>
              <a:ext uri="{FF2B5EF4-FFF2-40B4-BE49-F238E27FC236}">
                <a16:creationId xmlns:a16="http://schemas.microsoft.com/office/drawing/2014/main" id="{C907AE23-25D8-4281-887A-94CEE5D6F184}"/>
              </a:ext>
            </a:extLst>
          </p:cNvPr>
          <p:cNvSpPr/>
          <p:nvPr/>
        </p:nvSpPr>
        <p:spPr>
          <a:xfrm>
            <a:off x="5387355" y="4148449"/>
            <a:ext cx="576000" cy="108000"/>
          </a:xfrm>
          <a:prstGeom prst="rect">
            <a:avLst/>
          </a:prstGeom>
          <a:solidFill>
            <a:schemeClr val="tx2">
              <a:alpha val="60000"/>
            </a:schemeClr>
          </a:solidFill>
          <a:ln w="3175">
            <a:solidFill>
              <a:schemeClr val="bg1">
                <a:lumMod val="40000"/>
                <a:lumOff val="60000"/>
                <a:alpha val="60000"/>
              </a:scheme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zh-CN" sz="600">
                <a:latin typeface="+mn-ea"/>
              </a:rPr>
              <a:t>****</a:t>
            </a:r>
            <a:endParaRPr lang="zh-CN" altLang="en-US" sz="600" dirty="0">
              <a:latin typeface="+mn-ea"/>
            </a:endParaRPr>
          </a:p>
        </p:txBody>
      </p:sp>
      <p:sp>
        <p:nvSpPr>
          <p:cNvPr id="2118" name="Rectangle 45">
            <a:extLst>
              <a:ext uri="{FF2B5EF4-FFF2-40B4-BE49-F238E27FC236}">
                <a16:creationId xmlns:a16="http://schemas.microsoft.com/office/drawing/2014/main" id="{1AF466E0-B127-49FD-A4A7-EE2A5A926B8B}"/>
              </a:ext>
            </a:extLst>
          </p:cNvPr>
          <p:cNvSpPr/>
          <p:nvPr/>
        </p:nvSpPr>
        <p:spPr>
          <a:xfrm>
            <a:off x="7260715" y="4860418"/>
            <a:ext cx="201978" cy="769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defTabSz="914400"/>
            <a:r>
              <a:rPr lang="en-US" altLang="zh-CN" sz="500">
                <a:solidFill>
                  <a:schemeClr val="bg1">
                    <a:lumMod val="75000"/>
                  </a:schemeClr>
                </a:solidFill>
                <a:latin typeface="+mn-ea"/>
              </a:rPr>
              <a:t>*******</a:t>
            </a:r>
            <a:endParaRPr lang="en-US" altLang="zh-CN" sz="5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19" name="Rectangle 45">
            <a:extLst>
              <a:ext uri="{FF2B5EF4-FFF2-40B4-BE49-F238E27FC236}">
                <a16:creationId xmlns:a16="http://schemas.microsoft.com/office/drawing/2014/main" id="{F1D38EF5-1247-4189-9AEE-7DE77A3FFA3E}"/>
              </a:ext>
            </a:extLst>
          </p:cNvPr>
          <p:cNvSpPr/>
          <p:nvPr/>
        </p:nvSpPr>
        <p:spPr>
          <a:xfrm>
            <a:off x="8121305" y="4860418"/>
            <a:ext cx="201978" cy="769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defTabSz="914400"/>
            <a:r>
              <a:rPr lang="en-US" altLang="zh-CN" sz="500">
                <a:solidFill>
                  <a:schemeClr val="bg1">
                    <a:lumMod val="75000"/>
                  </a:schemeClr>
                </a:solidFill>
                <a:latin typeface="+mn-ea"/>
              </a:rPr>
              <a:t>*******</a:t>
            </a:r>
            <a:endParaRPr lang="en-US" altLang="zh-CN" sz="5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20" name="Rectangle 45">
            <a:extLst>
              <a:ext uri="{FF2B5EF4-FFF2-40B4-BE49-F238E27FC236}">
                <a16:creationId xmlns:a16="http://schemas.microsoft.com/office/drawing/2014/main" id="{8F334D8B-795D-4ADA-926F-19647274F1D9}"/>
              </a:ext>
            </a:extLst>
          </p:cNvPr>
          <p:cNvSpPr/>
          <p:nvPr/>
        </p:nvSpPr>
        <p:spPr>
          <a:xfrm>
            <a:off x="9132505" y="4860418"/>
            <a:ext cx="201978" cy="769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defTabSz="914400"/>
            <a:r>
              <a:rPr lang="en-US" altLang="zh-CN" sz="500">
                <a:solidFill>
                  <a:schemeClr val="bg1">
                    <a:lumMod val="75000"/>
                  </a:schemeClr>
                </a:solidFill>
                <a:latin typeface="+mn-ea"/>
              </a:rPr>
              <a:t>*******</a:t>
            </a:r>
            <a:endParaRPr lang="en-US" altLang="zh-CN" sz="5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21" name="Rectangle 45">
            <a:extLst>
              <a:ext uri="{FF2B5EF4-FFF2-40B4-BE49-F238E27FC236}">
                <a16:creationId xmlns:a16="http://schemas.microsoft.com/office/drawing/2014/main" id="{E8085F3E-A02E-4490-BB30-E9BB7EDACCA3}"/>
              </a:ext>
            </a:extLst>
          </p:cNvPr>
          <p:cNvSpPr/>
          <p:nvPr/>
        </p:nvSpPr>
        <p:spPr>
          <a:xfrm>
            <a:off x="9561372" y="4860418"/>
            <a:ext cx="201978" cy="769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defTabSz="914400"/>
            <a:r>
              <a:rPr lang="en-US" altLang="zh-CN" sz="500">
                <a:solidFill>
                  <a:schemeClr val="bg1">
                    <a:lumMod val="75000"/>
                  </a:schemeClr>
                </a:solidFill>
                <a:latin typeface="+mn-ea"/>
              </a:rPr>
              <a:t>*******</a:t>
            </a:r>
            <a:endParaRPr lang="en-US" altLang="zh-CN" sz="5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22" name="Rectangle 45">
            <a:extLst>
              <a:ext uri="{FF2B5EF4-FFF2-40B4-BE49-F238E27FC236}">
                <a16:creationId xmlns:a16="http://schemas.microsoft.com/office/drawing/2014/main" id="{8B2B4DE5-D5F3-4FE1-B4AE-476DFCAA9FAE}"/>
              </a:ext>
            </a:extLst>
          </p:cNvPr>
          <p:cNvSpPr/>
          <p:nvPr/>
        </p:nvSpPr>
        <p:spPr>
          <a:xfrm>
            <a:off x="9993195" y="4860418"/>
            <a:ext cx="201978" cy="769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defTabSz="914400"/>
            <a:r>
              <a:rPr lang="en-US" altLang="zh-CN" sz="500">
                <a:solidFill>
                  <a:schemeClr val="bg1">
                    <a:lumMod val="75000"/>
                  </a:schemeClr>
                </a:solidFill>
                <a:latin typeface="+mn-ea"/>
              </a:rPr>
              <a:t>*******</a:t>
            </a:r>
            <a:endParaRPr lang="en-US" altLang="zh-CN" sz="5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grpSp>
        <p:nvGrpSpPr>
          <p:cNvPr id="2123" name="组合 2122">
            <a:extLst>
              <a:ext uri="{FF2B5EF4-FFF2-40B4-BE49-F238E27FC236}">
                <a16:creationId xmlns:a16="http://schemas.microsoft.com/office/drawing/2014/main" id="{2D5C145C-3ECD-4691-8393-5F6CAFA13F02}"/>
              </a:ext>
            </a:extLst>
          </p:cNvPr>
          <p:cNvGrpSpPr/>
          <p:nvPr/>
        </p:nvGrpSpPr>
        <p:grpSpPr>
          <a:xfrm>
            <a:off x="4837917" y="5120450"/>
            <a:ext cx="1478312" cy="1008000"/>
            <a:chOff x="4765917" y="5112000"/>
            <a:chExt cx="1478312" cy="1008000"/>
          </a:xfrm>
        </p:grpSpPr>
        <p:sp>
          <p:nvSpPr>
            <p:cNvPr id="2124" name="Rectangle 535">
              <a:extLst>
                <a:ext uri="{FF2B5EF4-FFF2-40B4-BE49-F238E27FC236}">
                  <a16:creationId xmlns:a16="http://schemas.microsoft.com/office/drawing/2014/main" id="{543436DF-7C36-4528-B220-ACA4D696F56D}"/>
                </a:ext>
              </a:extLst>
            </p:cNvPr>
            <p:cNvSpPr/>
            <p:nvPr/>
          </p:nvSpPr>
          <p:spPr>
            <a:xfrm>
              <a:off x="5108386" y="5346000"/>
              <a:ext cx="28052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914400">
                <a:defRPr/>
              </a:pPr>
              <a:r>
                <a:rPr lang="zh-CN" altLang="en-US" sz="700" kern="0">
                  <a:latin typeface="+mn-ea"/>
                </a:rPr>
                <a:t>*******</a:t>
              </a:r>
              <a:endParaRPr lang="en-US" altLang="zh-CN" sz="700" kern="0" dirty="0">
                <a:latin typeface="+mn-ea"/>
              </a:endParaRPr>
            </a:p>
          </p:txBody>
        </p:sp>
        <p:sp>
          <p:nvSpPr>
            <p:cNvPr id="2125" name="Rectangle 536">
              <a:extLst>
                <a:ext uri="{FF2B5EF4-FFF2-40B4-BE49-F238E27FC236}">
                  <a16:creationId xmlns:a16="http://schemas.microsoft.com/office/drawing/2014/main" id="{2E72842C-9536-4CFA-8E0F-53D2FA6E7D1C}"/>
                </a:ext>
              </a:extLst>
            </p:cNvPr>
            <p:cNvSpPr/>
            <p:nvPr/>
          </p:nvSpPr>
          <p:spPr>
            <a:xfrm>
              <a:off x="5108386" y="5562000"/>
              <a:ext cx="20037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914400">
                <a:defRPr/>
              </a:pPr>
              <a:r>
                <a:rPr lang="zh-CN" altLang="en-US" sz="700" kern="0">
                  <a:latin typeface="+mn-ea"/>
                </a:rPr>
                <a:t>*****</a:t>
              </a:r>
              <a:endParaRPr lang="en-US" altLang="zh-CN" sz="700" kern="0" dirty="0">
                <a:latin typeface="+mn-ea"/>
              </a:endParaRPr>
            </a:p>
          </p:txBody>
        </p:sp>
        <p:sp>
          <p:nvSpPr>
            <p:cNvPr id="2126" name="Rectangle 537">
              <a:extLst>
                <a:ext uri="{FF2B5EF4-FFF2-40B4-BE49-F238E27FC236}">
                  <a16:creationId xmlns:a16="http://schemas.microsoft.com/office/drawing/2014/main" id="{F72C8CAA-FCB3-495E-95B6-0B956F83381C}"/>
                </a:ext>
              </a:extLst>
            </p:cNvPr>
            <p:cNvSpPr/>
            <p:nvPr/>
          </p:nvSpPr>
          <p:spPr>
            <a:xfrm>
              <a:off x="5108386" y="5778000"/>
              <a:ext cx="20037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914400">
                <a:defRPr/>
              </a:pPr>
              <a:r>
                <a:rPr lang="zh-CN" altLang="en-US" sz="700" kern="0">
                  <a:latin typeface="+mn-ea"/>
                </a:rPr>
                <a:t>*****</a:t>
              </a:r>
              <a:endParaRPr lang="en-US" altLang="zh-CN" sz="700" kern="0" dirty="0">
                <a:latin typeface="+mn-ea"/>
              </a:endParaRPr>
            </a:p>
          </p:txBody>
        </p:sp>
        <p:sp>
          <p:nvSpPr>
            <p:cNvPr id="2127" name="Rectangle 538">
              <a:extLst>
                <a:ext uri="{FF2B5EF4-FFF2-40B4-BE49-F238E27FC236}">
                  <a16:creationId xmlns:a16="http://schemas.microsoft.com/office/drawing/2014/main" id="{7E52EC3B-B7D5-481E-8757-A94855079287}"/>
                </a:ext>
              </a:extLst>
            </p:cNvPr>
            <p:cNvSpPr/>
            <p:nvPr/>
          </p:nvSpPr>
          <p:spPr>
            <a:xfrm>
              <a:off x="5108386" y="5995050"/>
              <a:ext cx="20037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914400">
                <a:defRPr/>
              </a:pPr>
              <a:r>
                <a:rPr lang="zh-CN" altLang="en-US" sz="700" kern="0">
                  <a:latin typeface="+mn-ea"/>
                </a:rPr>
                <a:t>*****</a:t>
              </a:r>
              <a:endParaRPr lang="en-US" altLang="zh-CN" sz="700" kern="0" dirty="0">
                <a:latin typeface="+mn-ea"/>
              </a:endParaRPr>
            </a:p>
          </p:txBody>
        </p:sp>
        <p:sp>
          <p:nvSpPr>
            <p:cNvPr id="2128" name="Rectangle 541">
              <a:extLst>
                <a:ext uri="{FF2B5EF4-FFF2-40B4-BE49-F238E27FC236}">
                  <a16:creationId xmlns:a16="http://schemas.microsoft.com/office/drawing/2014/main" id="{56716841-B104-421C-B28D-59285F4DD342}"/>
                </a:ext>
              </a:extLst>
            </p:cNvPr>
            <p:cNvSpPr/>
            <p:nvPr/>
          </p:nvSpPr>
          <p:spPr>
            <a:xfrm>
              <a:off x="6043853" y="5995050"/>
              <a:ext cx="20037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914400">
                <a:defRPr/>
              </a:pPr>
              <a:r>
                <a:rPr lang="zh-CN" altLang="en-US" sz="700" kern="0">
                  <a:latin typeface="+mn-ea"/>
                </a:rPr>
                <a:t>*****</a:t>
              </a:r>
              <a:endParaRPr lang="en-US" altLang="zh-CN" sz="700" kern="0" dirty="0">
                <a:latin typeface="+mn-ea"/>
              </a:endParaRPr>
            </a:p>
          </p:txBody>
        </p:sp>
        <p:sp>
          <p:nvSpPr>
            <p:cNvPr id="2129" name="Rectangle 503">
              <a:extLst>
                <a:ext uri="{FF2B5EF4-FFF2-40B4-BE49-F238E27FC236}">
                  <a16:creationId xmlns:a16="http://schemas.microsoft.com/office/drawing/2014/main" id="{AB26E5F9-EA0E-4A81-949E-19C657417DA1}"/>
                </a:ext>
              </a:extLst>
            </p:cNvPr>
            <p:cNvSpPr/>
            <p:nvPr/>
          </p:nvSpPr>
          <p:spPr>
            <a:xfrm>
              <a:off x="6043853" y="5778000"/>
              <a:ext cx="20037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914400">
                <a:defRPr/>
              </a:pPr>
              <a:r>
                <a:rPr lang="zh-CN" altLang="en-US" sz="700" kern="0">
                  <a:latin typeface="+mn-ea"/>
                </a:rPr>
                <a:t>*****</a:t>
              </a:r>
              <a:endParaRPr lang="en-US" altLang="zh-CN" sz="700" kern="0" dirty="0">
                <a:latin typeface="+mn-ea"/>
              </a:endParaRPr>
            </a:p>
          </p:txBody>
        </p: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ACE16B2B-AC6E-46F7-A632-13E29873AF5E}"/>
                </a:ext>
              </a:extLst>
            </p:cNvPr>
            <p:cNvSpPr/>
            <p:nvPr/>
          </p:nvSpPr>
          <p:spPr>
            <a:xfrm>
              <a:off x="4766400" y="5328000"/>
              <a:ext cx="288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31" name="矩形 2130">
              <a:extLst>
                <a:ext uri="{FF2B5EF4-FFF2-40B4-BE49-F238E27FC236}">
                  <a16:creationId xmlns:a16="http://schemas.microsoft.com/office/drawing/2014/main" id="{2A737F9F-1E9C-4A43-A1D7-D41571BE7F0E}"/>
                </a:ext>
              </a:extLst>
            </p:cNvPr>
            <p:cNvSpPr/>
            <p:nvPr/>
          </p:nvSpPr>
          <p:spPr>
            <a:xfrm>
              <a:off x="4766400" y="5544000"/>
              <a:ext cx="288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32" name="矩形 2131">
              <a:extLst>
                <a:ext uri="{FF2B5EF4-FFF2-40B4-BE49-F238E27FC236}">
                  <a16:creationId xmlns:a16="http://schemas.microsoft.com/office/drawing/2014/main" id="{8EA1ECD6-CA14-4CB8-8CD5-41BE9D2D1217}"/>
                </a:ext>
              </a:extLst>
            </p:cNvPr>
            <p:cNvSpPr/>
            <p:nvPr/>
          </p:nvSpPr>
          <p:spPr>
            <a:xfrm>
              <a:off x="4766400" y="5760000"/>
              <a:ext cx="288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*****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33" name="矩形 2132">
              <a:extLst>
                <a:ext uri="{FF2B5EF4-FFF2-40B4-BE49-F238E27FC236}">
                  <a16:creationId xmlns:a16="http://schemas.microsoft.com/office/drawing/2014/main" id="{E31862F0-EE8C-432E-BCF1-6B8101B9C195}"/>
                </a:ext>
              </a:extLst>
            </p:cNvPr>
            <p:cNvSpPr/>
            <p:nvPr/>
          </p:nvSpPr>
          <p:spPr>
            <a:xfrm>
              <a:off x="4766400" y="5976000"/>
              <a:ext cx="288000" cy="1440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600">
                  <a:solidFill>
                    <a:schemeClr val="tx1"/>
                  </a:solidFill>
                  <a:latin typeface="+mn-ea"/>
                </a:rPr>
                <a:t>***</a:t>
              </a:r>
              <a:endParaRPr lang="en-US" altLang="zh-CN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34" name="椭圆 2133">
              <a:extLst>
                <a:ext uri="{FF2B5EF4-FFF2-40B4-BE49-F238E27FC236}">
                  <a16:creationId xmlns:a16="http://schemas.microsoft.com/office/drawing/2014/main" id="{9F4AD7EF-79A8-40D6-9051-D23BDBFAF905}"/>
                </a:ext>
              </a:extLst>
            </p:cNvPr>
            <p:cNvSpPr/>
            <p:nvPr/>
          </p:nvSpPr>
          <p:spPr>
            <a:xfrm>
              <a:off x="5846400" y="5976000"/>
              <a:ext cx="144000" cy="144000"/>
            </a:xfrm>
            <a:prstGeom prst="ellipse">
              <a:avLst/>
            </a:prstGeom>
            <a:solidFill>
              <a:srgbClr val="FFE2C8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35" name="椭圆 2134">
              <a:extLst>
                <a:ext uri="{FF2B5EF4-FFF2-40B4-BE49-F238E27FC236}">
                  <a16:creationId xmlns:a16="http://schemas.microsoft.com/office/drawing/2014/main" id="{D6271E2D-A83B-4E7D-A645-84AE4A3FBE34}"/>
                </a:ext>
              </a:extLst>
            </p:cNvPr>
            <p:cNvSpPr/>
            <p:nvPr/>
          </p:nvSpPr>
          <p:spPr>
            <a:xfrm>
              <a:off x="5846400" y="5760000"/>
              <a:ext cx="144000" cy="144000"/>
            </a:xfrm>
            <a:prstGeom prst="ellipse">
              <a:avLst/>
            </a:prstGeom>
            <a:solidFill>
              <a:srgbClr val="CDE7FF"/>
            </a:solidFill>
            <a:ln w="3175">
              <a:solidFill>
                <a:srgbClr val="0070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36" name="Rectangle 535">
              <a:extLst>
                <a:ext uri="{FF2B5EF4-FFF2-40B4-BE49-F238E27FC236}">
                  <a16:creationId xmlns:a16="http://schemas.microsoft.com/office/drawing/2014/main" id="{B0899A33-733D-4C03-8F8A-E55D905DEE9B}"/>
                </a:ext>
              </a:extLst>
            </p:cNvPr>
            <p:cNvSpPr/>
            <p:nvPr/>
          </p:nvSpPr>
          <p:spPr>
            <a:xfrm>
              <a:off x="4765917" y="5112000"/>
              <a:ext cx="149080" cy="12311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914400">
                <a:defRPr/>
              </a:pPr>
              <a:r>
                <a:rPr lang="zh-CN" altLang="en-US" sz="800" b="1" kern="0">
                  <a:latin typeface="+mn-ea"/>
                </a:rPr>
                <a:t>***</a:t>
              </a:r>
              <a:endParaRPr lang="en-US" altLang="zh-CN" sz="800" b="1" kern="0" dirty="0">
                <a:latin typeface="+mn-ea"/>
              </a:endParaRPr>
            </a:p>
          </p:txBody>
        </p: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B62821FD-E5B9-480E-ABEC-36EFEE829BAE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692" name="矩形 691">
              <a:hlinkClick r:id="rId2" action="ppaction://hlinksldjump"/>
              <a:extLst>
                <a:ext uri="{FF2B5EF4-FFF2-40B4-BE49-F238E27FC236}">
                  <a16:creationId xmlns:a16="http://schemas.microsoft.com/office/drawing/2014/main" id="{726BCC2D-9191-4386-AFA8-BBCF950D5362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693" name="直接连接符 692">
              <a:hlinkClick r:id="rId2" action="ppaction://hlinksldjump"/>
              <a:extLst>
                <a:ext uri="{FF2B5EF4-FFF2-40B4-BE49-F238E27FC236}">
                  <a16:creationId xmlns:a16="http://schemas.microsoft.com/office/drawing/2014/main" id="{7673E41A-23C5-46EE-9753-426720A83A1C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86539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559f2244-df82-4976-beb1-8a16f1127a54&quot;,&quot;Name&quot;:&quot;标准 111&quot;,&quot;Kind&quot;:&quot;Custom&quot;,&quot;OldGuidesSetting&quot;:{&quot;HeaderHeight&quot;:9.0,&quot;FooterHeight&quot;:0.0,&quot;SideMargin&quot;:4.25,&quot;TopMargin&quot;:0.0,&quot;BottomMargin&quot;:1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标准母版2024/01">
  <a:themeElements>
    <a:clrScheme name="2024/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C7000B"/>
      </a:accent1>
      <a:accent2>
        <a:srgbClr val="F85948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s3mybkyp">
    <a:majorFont>
      <a:latin typeface="Arial" panose="020F0302020204030204"/>
      <a:ea typeface="微软雅黑"/>
      <a:cs typeface=""/>
    </a:majorFont>
    <a:minorFont>
      <a:latin typeface="Arial" panose="020F0502020204030204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12934</TotalTime>
  <Words>12884</Words>
  <Application>Microsoft Office PowerPoint</Application>
  <PresentationFormat>Custom</PresentationFormat>
  <Paragraphs>2188</Paragraphs>
  <Slides>42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.AppleSystemUIFont</vt:lpstr>
      <vt:lpstr>等线</vt:lpstr>
      <vt:lpstr>微软雅黑</vt:lpstr>
      <vt:lpstr>微软雅黑</vt:lpstr>
      <vt:lpstr>Arial</vt:lpstr>
      <vt:lpstr>Calibri</vt:lpstr>
      <vt:lpstr>Impact</vt:lpstr>
      <vt:lpstr>Wingdings</vt:lpstr>
      <vt:lpstr>标准母版2024/01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文本与段落样式</vt:lpstr>
      <vt:lpstr>常用组件样式汇总</vt:lpstr>
      <vt:lpstr>建议配色</vt:lpstr>
      <vt:lpstr>PowerPoint Presentation</vt:lpstr>
      <vt:lpstr>PowerPoint Presentation</vt:lpstr>
      <vt:lpstr>多色系配色案例1</vt:lpstr>
      <vt:lpstr>PowerPoint Presentation</vt:lpstr>
      <vt:lpstr>多色系配色案例3</vt:lpstr>
      <vt:lpstr>标题卡片风格</vt:lpstr>
      <vt:lpstr>建议布局参考线</vt:lpstr>
      <vt:lpstr>布局样式 – 二分栏</vt:lpstr>
      <vt:lpstr>布局样式 – 偏分栏</vt:lpstr>
      <vt:lpstr>布局样式 – 三分栏</vt:lpstr>
      <vt:lpstr>布局样式 – 四分栏</vt:lpstr>
      <vt:lpstr>布局样式 – 四分栏竖排</vt:lpstr>
      <vt:lpstr>目录</vt:lpstr>
      <vt:lpstr>页面参考 – 图文页1</vt:lpstr>
      <vt:lpstr>页面参考 – 图文页2</vt:lpstr>
      <vt:lpstr>PowerPoint Presentation</vt:lpstr>
      <vt:lpstr>页面参考 – 数据展示1</vt:lpstr>
      <vt:lpstr>页面参考 – 数据展示2</vt:lpstr>
      <vt:lpstr>页面参考 – 表格</vt:lpstr>
      <vt:lpstr>页面参考 – 柱状图1</vt:lpstr>
      <vt:lpstr>页面参考 – 柱状图2</vt:lpstr>
      <vt:lpstr>页面参考 – 柱状图3</vt:lpstr>
      <vt:lpstr>页面参考 – 柱状图4</vt:lpstr>
      <vt:lpstr>页面参考 – 柱状图5</vt:lpstr>
      <vt:lpstr>页面参考 – 环形流程图</vt:lpstr>
      <vt:lpstr>页面参考 – 卡片流程图</vt:lpstr>
      <vt:lpstr>PowerPoint Presentation</vt:lpstr>
      <vt:lpstr>页面参考 – 层型架构1</vt:lpstr>
      <vt:lpstr>页面参考 – 层型架构2</vt:lpstr>
      <vt:lpstr>页面参考 – 逻辑架构</vt:lpstr>
      <vt:lpstr>页面参考 – 复杂架构图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wangmeiming</dc:creator>
  <cp:lastModifiedBy>Maoyufeng(-_-,HarmonyOS)</cp:lastModifiedBy>
  <cp:revision>1022</cp:revision>
  <dcterms:created xsi:type="dcterms:W3CDTF">2020-08-28T08:44:19Z</dcterms:created>
  <dcterms:modified xsi:type="dcterms:W3CDTF">2026-06-16T18:40:24Z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(3)XSAqwv+8/4xIDyubZvRzTde5wf22st1X/mrHuKjwuyFRaoBivxNI4dgqd0Qs5U5jpUeJ6oKO
qU8rId27tfPdRxZqHKpCwOphVWQEONTTEfM4eH3Ntcn+8/7ui2FJ+e5sc3tFgg0g05w70xqN
oY/BQuMuDULYFAckRDDs4K1Yg9E4/6LbRyI4CBItKpGXv9DmaeSCo0Cjx/2BcLRgbXmi8UUb
G6LmcIW1+uKfhVWXP6</vt:lpwstr>
  </property>
  <property fmtid="{D5CDD505-2E9C-101B-9397-08002B2CF9AE}" pid="3" name="_2015_ms_pID_7253431">
    <vt:lpwstr>IRNjFWnQj2z/YYE9g8LEMTEGBAXCPOrsM9fn5kkg0lODUAltwpjiBO
lAM7uL+0QUAnRRMJBUDjZph0bee5jBzGlYH0TuZzNKWZBFWvBIaFXtck7VuwUljjH7OxG7Nk
cJsmkaPQywzzrUMpnZJYJpPovt6f1oitsMvTZSGb9/4/Gaqe166qYcWyXnM/2SGUNr03m3fp
EWPJtinlVm6tOew8rC7JoQ4QjCM8N0byowNm</vt:lpwstr>
  </property>
  <property fmtid="{D5CDD505-2E9C-101B-9397-08002B2CF9AE}" pid="4" name="_2015_ms_pID_7253432">
    <vt:lpwstr>fa7tzPdDJa6GikmgLdVe1o8=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