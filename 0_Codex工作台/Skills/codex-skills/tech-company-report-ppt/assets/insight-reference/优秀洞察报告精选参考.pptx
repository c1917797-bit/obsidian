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R01 | 机制与实物对照</a:t>
            </a:r>
          </a:p>
          <a:p>
            <a:r>
              <a:t>来源：MWC/2026 MWC洞察总稿.pdf</a:t>
            </a:r>
          </a:p>
          <a:p>
            <a:r>
              <a:t>PDF物理页码：5（从1起，可能与页内编号不同）</a:t>
            </a:r>
          </a:p>
          <a:p>
            <a:r>
              <a:t>参考价值：两侧机制解释与实物照片相互印证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R02 | 成组对照实测</a:t>
            </a:r>
          </a:p>
          <a:p>
            <a:r>
              <a:t>来源：MWC/2026 MWC洞察总稿.pdf</a:t>
            </a:r>
          </a:p>
          <a:p>
            <a:r>
              <a:t>PDF物理页码：6（从1起，可能与页内编号不同）</a:t>
            </a:r>
          </a:p>
          <a:p>
            <a:r>
              <a:t>参考价值：相同条件下成组展示测试照片，右侧解释收益和代价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R03 | 跨厂商功能对照</a:t>
            </a:r>
          </a:p>
          <a:p>
            <a:r>
              <a:t>来源：MWC/2026 MWC洞察总稿.pdf</a:t>
            </a:r>
          </a:p>
          <a:p>
            <a:r>
              <a:t>PDF物理页码：17（从1起，可能与页内编号不同）</a:t>
            </a:r>
          </a:p>
          <a:p>
            <a:r>
              <a:t>参考价值：顶部维度表与下方真实手机界面对照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R04 | 产品定位与规格</a:t>
            </a:r>
          </a:p>
          <a:p>
            <a:r>
              <a:t>来源：MWC/2026 MWC洞察总稿.pdf</a:t>
            </a:r>
          </a:p>
          <a:p>
            <a:r>
              <a:t>PDF物理页码：19（从1起，可能与页内编号不同）</a:t>
            </a:r>
          </a:p>
          <a:p>
            <a:r>
              <a:t>参考价值：大产品图建立主体，规格表支撑定位，底部归纳启示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R05 | 多产品规格矩阵</a:t>
            </a:r>
          </a:p>
          <a:p>
            <a:r>
              <a:t>来源：MWC/2026 MWC洞察总稿.pdf</a:t>
            </a:r>
          </a:p>
          <a:p>
            <a:r>
              <a:t>PDF物理页码：56（从1起，可能与页内编号不同）</a:t>
            </a:r>
          </a:p>
          <a:p>
            <a:r>
              <a:t>参考价值：统一行列口径，仅突出差异项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R06 | 竞品全景与取舍</a:t>
            </a:r>
          </a:p>
          <a:p>
            <a:r>
              <a:t>来源：MWC/2026 MWC洞察总稿.pdf</a:t>
            </a:r>
          </a:p>
          <a:p>
            <a:r>
              <a:t>PDF物理页码：87（从1起，可能与页内编号不同）</a:t>
            </a:r>
          </a:p>
          <a:p>
            <a:r>
              <a:t>参考价值：参数矩阵下接优缺点，形成可判断的取舍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R07 | 概念与技术路线</a:t>
            </a:r>
          </a:p>
          <a:p>
            <a:r>
              <a:t>来源：MWC/中兴&amp;豆包合作手机洞察 2025-12-04.pdf</a:t>
            </a:r>
          </a:p>
          <a:p>
            <a:r>
              <a:t>PDF物理页码：4（从1起，可能与页内编号不同）</a:t>
            </a:r>
          </a:p>
          <a:p>
            <a:r>
              <a:t>参考价值：能力分类表与技术路线并列，先定义再比较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R08 | 任务步骤实测</a:t>
            </a:r>
          </a:p>
          <a:p>
            <a:r>
              <a:t>来源：MWC/中兴&amp;豆包合作手机洞察 2025-12-04.pdf</a:t>
            </a:r>
          </a:p>
          <a:p>
            <a:r>
              <a:t>PDF物理页码：6（从1起，可能与页内编号不同）</a:t>
            </a:r>
          </a:p>
          <a:p>
            <a:r>
              <a:t>参考价值：连续手机截图记录任务步骤，每步附结果与局限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R09 | 事件影响与应对</a:t>
            </a:r>
          </a:p>
          <a:p>
            <a:r>
              <a:t>来源：MWC/中兴&amp;豆包合作手机洞察 2025-12-04.pdf</a:t>
            </a:r>
          </a:p>
          <a:p>
            <a:r>
              <a:t>PDF物理页码：11（从1起，可能与页内编号不同）</a:t>
            </a:r>
          </a:p>
          <a:p>
            <a:r>
              <a:t>参考价值：事件事实和影响分析左右并列，下方给出推论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R10 | 能力成熟证据</a:t>
            </a:r>
          </a:p>
          <a:p>
            <a:r>
              <a:t>来源：MWC/中兴&amp;豆包合作手机洞察 2025-12-04.pdf</a:t>
            </a:r>
          </a:p>
          <a:p>
            <a:r>
              <a:t>PDF物理页码：13（从1起，可能与页内编号不同）</a:t>
            </a:r>
          </a:p>
          <a:p>
            <a:r>
              <a:t>参考价值：性能曲线和对比表支撑趋势判断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R11 | 交互范式演进</a:t>
            </a:r>
          </a:p>
          <a:p>
            <a:r>
              <a:t>来源：MWC/中兴&amp;豆包合作手机洞察 2025-12-04.pdf</a:t>
            </a:r>
          </a:p>
          <a:p>
            <a:r>
              <a:t>PDF物理页码：15（从1起，可能与页内编号不同）</a:t>
            </a:r>
          </a:p>
          <a:p>
            <a:r>
              <a:t>参考价值：上下两个阶段各含流程、实例和对比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R12 | 成熟度路线图</a:t>
            </a:r>
          </a:p>
          <a:p>
            <a:r>
              <a:t>来源：MWC/中兴&amp;豆包合作手机洞察 2025-12-04.pdf</a:t>
            </a:r>
          </a:p>
          <a:p>
            <a:r>
              <a:t>PDF物理页码：17（从1起，可能与页内编号不同）</a:t>
            </a:r>
          </a:p>
          <a:p>
            <a:r>
              <a:t>参考价值：时间轴叠加能力阶梯，标清当前与预测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R13 | 战略与投入演进</a:t>
            </a:r>
          </a:p>
          <a:p>
            <a:r>
              <a:t>来源：google IO/2025 Google IO分析.pdf</a:t>
            </a:r>
          </a:p>
          <a:p>
            <a:r>
              <a:t>PDF物理页码：4（从1起，可能与页内编号不同）</a:t>
            </a:r>
          </a:p>
          <a:p>
            <a:r>
              <a:t>参考价值：时间、投入和产品节点在同一坐标中建立联系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R14 | 技术机制与收益</a:t>
            </a:r>
          </a:p>
          <a:p>
            <a:r>
              <a:t>来源：google IO/2025 Google IO分析.pdf</a:t>
            </a:r>
          </a:p>
          <a:p>
            <a:r>
              <a:t>PDF物理页码：20（从1起，可能与页内编号不同）</a:t>
            </a:r>
          </a:p>
          <a:p>
            <a:r>
              <a:t>参考价值：机制示意、指标证据和方案对照构成解释链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R15 | 跨版本演进</a:t>
            </a:r>
          </a:p>
          <a:p>
            <a:r>
              <a:t>来源：google IO/2025 Google IO分析.pdf</a:t>
            </a:r>
          </a:p>
          <a:p>
            <a:r>
              <a:t>PDF物理页码：35（从1起，可能与页内编号不同）</a:t>
            </a:r>
          </a:p>
          <a:p>
            <a:r>
              <a:t>参考价值：同一维度对齐多个版本，突出变化而非堆叠功能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R16 | 开发接口对比</a:t>
            </a:r>
          </a:p>
          <a:p>
            <a:r>
              <a:t>来源：google IO/2025 Google IO分析.pdf</a:t>
            </a:r>
          </a:p>
          <a:p>
            <a:r>
              <a:t>PDF物理页码：38（从1起，可能与页内编号不同）</a:t>
            </a:r>
          </a:p>
          <a:p>
            <a:r>
              <a:t>参考价值：相同任务的代码并列，突出接口和工作量差异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R17 | 架构与竞争判断</a:t>
            </a:r>
          </a:p>
          <a:p>
            <a:r>
              <a:t>来源：google IO/2025 Google IO分析.pdf</a:t>
            </a:r>
          </a:p>
          <a:p>
            <a:r>
              <a:t>PDF物理页码：46（从1起，可能与页内编号不同）</a:t>
            </a:r>
          </a:p>
          <a:p>
            <a:r>
              <a:t>参考价值：左侧完整架构，右侧按层解释差异和意义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R18 | 行动计划表</a:t>
            </a:r>
          </a:p>
          <a:p>
            <a:r>
              <a:t>来源：google IO/2025 Google IO分析.pdf</a:t>
            </a:r>
          </a:p>
          <a:p>
            <a:r>
              <a:t>PDF物理页码：75（从1起，可能与页内编号不同）</a:t>
            </a:r>
          </a:p>
          <a:p>
            <a:r>
              <a:t>参考价值：发现对应行动、责任和时间，承接前文证据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R19 | 经营数据与投资</a:t>
            </a:r>
          </a:p>
          <a:p>
            <a:r>
              <a:t>来源：google IO/2026 Google IO分析.pdf</a:t>
            </a:r>
          </a:p>
          <a:p>
            <a:r>
              <a:t>PDF物理页码：3（从1起，可能与页内编号不同）</a:t>
            </a:r>
          </a:p>
          <a:p>
            <a:r>
              <a:t>参考价值：左侧业务规模表、右侧投资趋势，底部收束判断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R20 | 分层能力全景</a:t>
            </a:r>
          </a:p>
          <a:p>
            <a:r>
              <a:t>来源：google IO/2026 Google IO分析.pdf</a:t>
            </a:r>
          </a:p>
          <a:p>
            <a:r>
              <a:t>PDF物理页码：4（从1起，可能与页内编号不同）</a:t>
            </a:r>
          </a:p>
          <a:p>
            <a:r>
              <a:t>参考价值：入口、能力、底座与横向安全边界分层展示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R21 | 模型技术拆解</a:t>
            </a:r>
          </a:p>
          <a:p>
            <a:r>
              <a:t>来源：google IO/2026 Google IO分析.pdf</a:t>
            </a:r>
          </a:p>
          <a:p>
            <a:r>
              <a:t>PDF物理页码：14（从1起，可能与页内编号不同）</a:t>
            </a:r>
          </a:p>
          <a:p>
            <a:r>
              <a:t>参考价值：规格表与多项机制图对应，解释性能来源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R22 | 记忆机制与产品案例</a:t>
            </a:r>
          </a:p>
          <a:p>
            <a:r>
              <a:t>来源：google IO/2026 Google IO分析.pdf</a:t>
            </a:r>
          </a:p>
          <a:p>
            <a:r>
              <a:t>PDF物理页码：21（从1起，可能与页内编号不同）</a:t>
            </a:r>
          </a:p>
          <a:p>
            <a:r>
              <a:t>参考价值：机制链和产品行为相互映射，保留证据边界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R23 | 三种开发接入路径</a:t>
            </a:r>
          </a:p>
          <a:p>
            <a:r>
              <a:t>来源：google IO/2026 Google IO分析.pdf</a:t>
            </a:r>
          </a:p>
          <a:p>
            <a:r>
              <a:t>PDF物理页码：26（从1起，可能与页内编号不同）</a:t>
            </a:r>
          </a:p>
          <a:p>
            <a:r>
              <a:t>参考价值：三列统一结构解释接口、机制、示例和限制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R24 | 协议机制与开发价值</a:t>
            </a:r>
          </a:p>
          <a:p>
            <a:r>
              <a:t>来源：google IO/2026 Google IO分析.pdf</a:t>
            </a:r>
          </a:p>
          <a:p>
            <a:r>
              <a:t>PDF物理页码：37（从1起，可能与页内编号不同）</a:t>
            </a:r>
          </a:p>
          <a:p>
            <a:r>
              <a:t>参考价值：主体图解释调用关系，旁列机制、价值、边界</a:t>
            </a:r>
          </a:p>
          <a:p>
            <a:r>
              <a:t>原页图像参考，非对象级可编辑模板。来源事实未重新核验；仅用于用户内部参考。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12191999" cy="68554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